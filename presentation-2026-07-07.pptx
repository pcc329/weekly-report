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27"/>
  </p:notesMasterIdLst>
  <p:sldIdLst>
    <p:sldId id="256" r:id="rId2"/>
    <p:sldId id="2147377441" r:id="rId3"/>
    <p:sldId id="2147377417" r:id="rId4"/>
    <p:sldId id="2147377445" r:id="rId5"/>
    <p:sldId id="2147377431" r:id="rId6"/>
    <p:sldId id="2147377440" r:id="rId7"/>
    <p:sldId id="2147377432" r:id="rId8"/>
    <p:sldId id="2147377428" r:id="rId9"/>
    <p:sldId id="2147377436" r:id="rId10"/>
    <p:sldId id="2147377427" r:id="rId11"/>
    <p:sldId id="2147377425" r:id="rId12"/>
    <p:sldId id="2147377437" r:id="rId13"/>
    <p:sldId id="2147377433" r:id="rId14"/>
    <p:sldId id="2147377438" r:id="rId15"/>
    <p:sldId id="2147377429" r:id="rId16"/>
    <p:sldId id="2147377430" r:id="rId17"/>
    <p:sldId id="2147377444" r:id="rId18"/>
    <p:sldId id="2147377446" r:id="rId19"/>
    <p:sldId id="2147377443" r:id="rId20"/>
    <p:sldId id="2147377442" r:id="rId21"/>
    <p:sldId id="2147377435" r:id="rId22"/>
    <p:sldId id="2147377418" r:id="rId23"/>
    <p:sldId id="2147377420" r:id="rId24"/>
    <p:sldId id="2147377422" r:id="rId25"/>
    <p:sldId id="2147377419" r:id="rId2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87925E92-4AEB-4F99-91F3-DB05CFE18D23}">
          <p14:sldIdLst>
            <p14:sldId id="256"/>
            <p14:sldId id="2147377441"/>
          </p14:sldIdLst>
        </p14:section>
        <p14:section name="前言" id="{3B796210-ABCC-4FFB-AE4F-28BB84E3057C}">
          <p14:sldIdLst>
            <p14:sldId id="2147377417"/>
            <p14:sldId id="2147377445"/>
            <p14:sldId id="2147377431"/>
          </p14:sldIdLst>
        </p14:section>
        <p14:section name="建置" id="{98CE781F-9CEC-4BA7-B3BD-DE40E38B7BD4}">
          <p14:sldIdLst>
            <p14:sldId id="2147377440"/>
            <p14:sldId id="2147377432"/>
            <p14:sldId id="2147377428"/>
          </p14:sldIdLst>
        </p14:section>
        <p14:section name="開發" id="{3D4B3D10-FBE9-4337-89C8-D3B88DFE30F6}">
          <p14:sldIdLst>
            <p14:sldId id="2147377436"/>
            <p14:sldId id="2147377427"/>
            <p14:sldId id="2147377425"/>
          </p14:sldIdLst>
        </p14:section>
        <p14:section name="測試" id="{14CE4A19-3E72-4AE8-B366-9ED7ACD4A9AC}">
          <p14:sldIdLst>
            <p14:sldId id="2147377437"/>
            <p14:sldId id="2147377433"/>
          </p14:sldIdLst>
        </p14:section>
        <p14:section name="檢驗" id="{CE5224DB-0B84-493F-8725-598E2B9DDC6C}">
          <p14:sldIdLst>
            <p14:sldId id="2147377438"/>
            <p14:sldId id="2147377429"/>
            <p14:sldId id="2147377430"/>
            <p14:sldId id="2147377444"/>
            <p14:sldId id="2147377446"/>
            <p14:sldId id="2147377443"/>
          </p14:sldIdLst>
        </p14:section>
        <p14:section name="結論" id="{807A08AC-6596-440B-804B-06132E3EF258}">
          <p14:sldIdLst>
            <p14:sldId id="2147377442"/>
          </p14:sldIdLst>
        </p14:section>
        <p14:section name="附件" id="{91DD6B32-C087-488C-92A2-6C096C61F13C}">
          <p14:sldIdLst>
            <p14:sldId id="2147377435"/>
            <p14:sldId id="2147377418"/>
            <p14:sldId id="2147377420"/>
            <p14:sldId id="2147377422"/>
            <p14:sldId id="21473774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19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C00000"/>
    <a:srgbClr val="DBC1ED"/>
    <a:srgbClr val="0BA08C"/>
    <a:srgbClr val="FFFFFF"/>
    <a:srgbClr val="0D2237"/>
    <a:srgbClr val="7F6000"/>
    <a:srgbClr val="000000"/>
    <a:srgbClr val="F1A511"/>
    <a:srgbClr val="F0A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DCD3A1-EAEE-4087-A836-F8EB9BEA6131}" v="23" dt="2026-07-07T07:54:07.835"/>
    <p1510:client id="{BD93BAC7-409B-472C-B5A4-401D1335EBCB}" v="29" dt="2026-07-07T04:36:52.7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94424" autoAdjust="0"/>
  </p:normalViewPr>
  <p:slideViewPr>
    <p:cSldViewPr snapToGrid="0">
      <p:cViewPr varScale="1">
        <p:scale>
          <a:sx n="59" d="100"/>
          <a:sy n="59" d="100"/>
        </p:scale>
        <p:origin x="1072" y="52"/>
      </p:cViewPr>
      <p:guideLst>
        <p:guide orient="horz" pos="2319"/>
        <p:guide pos="386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 Chang" userId="66bf8e14-25f7-4337-92bb-3d6bd43785cb" providerId="ADAL" clId="{A23B7F98-5C86-4C86-AD33-722562FBF114}"/>
    <pc:docChg chg="undo redo custSel addSld modSld modSection">
      <pc:chgData name="Pat Chang" userId="66bf8e14-25f7-4337-92bb-3d6bd43785cb" providerId="ADAL" clId="{A23B7F98-5C86-4C86-AD33-722562FBF114}" dt="2026-07-07T07:54:08.883" v="4353" actId="20577"/>
      <pc:docMkLst>
        <pc:docMk/>
      </pc:docMkLst>
      <pc:sldChg chg="modSp mod">
        <pc:chgData name="Pat Chang" userId="66bf8e14-25f7-4337-92bb-3d6bd43785cb" providerId="ADAL" clId="{A23B7F98-5C86-4C86-AD33-722562FBF114}" dt="2026-07-07T07:31:41.115" v="4087" actId="20577"/>
        <pc:sldMkLst>
          <pc:docMk/>
          <pc:sldMk cId="953248869" sldId="256"/>
        </pc:sldMkLst>
        <pc:spChg chg="mod">
          <ac:chgData name="Pat Chang" userId="66bf8e14-25f7-4337-92bb-3d6bd43785cb" providerId="ADAL" clId="{A23B7F98-5C86-4C86-AD33-722562FBF114}" dt="2026-07-07T07:31:41.115" v="4087" actId="20577"/>
          <ac:spMkLst>
            <pc:docMk/>
            <pc:sldMk cId="953248869" sldId="256"/>
            <ac:spMk id="3" creationId="{00000000-0000-0000-0000-000000000000}"/>
          </ac:spMkLst>
        </pc:spChg>
      </pc:sldChg>
      <pc:sldChg chg="addSp delSp modSp mod">
        <pc:chgData name="Pat Chang" userId="66bf8e14-25f7-4337-92bb-3d6bd43785cb" providerId="ADAL" clId="{A23B7F98-5C86-4C86-AD33-722562FBF114}" dt="2026-07-07T07:13:31.757" v="3731" actId="20577"/>
        <pc:sldMkLst>
          <pc:docMk/>
          <pc:sldMk cId="1947758326" sldId="2147377417"/>
        </pc:sldMkLst>
        <pc:spChg chg="del mod">
          <ac:chgData name="Pat Chang" userId="66bf8e14-25f7-4337-92bb-3d6bd43785cb" providerId="ADAL" clId="{A23B7F98-5C86-4C86-AD33-722562FBF114}" dt="2026-07-07T06:58:29.399" v="3358" actId="478"/>
          <ac:spMkLst>
            <pc:docMk/>
            <pc:sldMk cId="1947758326" sldId="2147377417"/>
            <ac:spMk id="5" creationId="{18A842C0-5E2E-FA46-C701-1693DC85D09E}"/>
          </ac:spMkLst>
        </pc:spChg>
        <pc:spChg chg="mod">
          <ac:chgData name="Pat Chang" userId="66bf8e14-25f7-4337-92bb-3d6bd43785cb" providerId="ADAL" clId="{A23B7F98-5C86-4C86-AD33-722562FBF114}" dt="2026-07-07T07:12:37.324" v="3673" actId="20577"/>
          <ac:spMkLst>
            <pc:docMk/>
            <pc:sldMk cId="1947758326" sldId="2147377417"/>
            <ac:spMk id="6" creationId="{68196E27-41ED-5A32-76D6-EF0E7DFE198B}"/>
          </ac:spMkLst>
        </pc:spChg>
        <pc:spChg chg="mod">
          <ac:chgData name="Pat Chang" userId="66bf8e14-25f7-4337-92bb-3d6bd43785cb" providerId="ADAL" clId="{A23B7F98-5C86-4C86-AD33-722562FBF114}" dt="2026-06-15T03:27:06.694" v="166" actId="20577"/>
          <ac:spMkLst>
            <pc:docMk/>
            <pc:sldMk cId="1947758326" sldId="2147377417"/>
            <ac:spMk id="10" creationId="{04AD741A-9DF2-9053-4478-7C09E24E7D63}"/>
          </ac:spMkLst>
        </pc:spChg>
        <pc:spChg chg="del">
          <ac:chgData name="Pat Chang" userId="66bf8e14-25f7-4337-92bb-3d6bd43785cb" providerId="ADAL" clId="{A23B7F98-5C86-4C86-AD33-722562FBF114}" dt="2026-07-07T06:58:29.399" v="3358" actId="478"/>
          <ac:spMkLst>
            <pc:docMk/>
            <pc:sldMk cId="1947758326" sldId="2147377417"/>
            <ac:spMk id="11" creationId="{52B1D7C0-E92F-A8FF-23DB-AD8243F394E2}"/>
          </ac:spMkLst>
        </pc:spChg>
        <pc:spChg chg="del mod">
          <ac:chgData name="Pat Chang" userId="66bf8e14-25f7-4337-92bb-3d6bd43785cb" providerId="ADAL" clId="{A23B7F98-5C86-4C86-AD33-722562FBF114}" dt="2026-07-07T06:58:29.399" v="3358" actId="478"/>
          <ac:spMkLst>
            <pc:docMk/>
            <pc:sldMk cId="1947758326" sldId="2147377417"/>
            <ac:spMk id="12" creationId="{0ED2890F-4C7D-75DE-0603-06EF046C2F3E}"/>
          </ac:spMkLst>
        </pc:spChg>
        <pc:spChg chg="add">
          <ac:chgData name="Pat Chang" userId="66bf8e14-25f7-4337-92bb-3d6bd43785cb" providerId="ADAL" clId="{A23B7F98-5C86-4C86-AD33-722562FBF114}" dt="2026-07-07T06:59:44.533" v="3364" actId="22"/>
          <ac:spMkLst>
            <pc:docMk/>
            <pc:sldMk cId="1947758326" sldId="2147377417"/>
            <ac:spMk id="13" creationId="{B935FDAD-6E37-EF99-F142-F32F246A5876}"/>
          </ac:spMkLst>
        </pc:spChg>
        <pc:spChg chg="add mod">
          <ac:chgData name="Pat Chang" userId="66bf8e14-25f7-4337-92bb-3d6bd43785cb" providerId="ADAL" clId="{A23B7F98-5C86-4C86-AD33-722562FBF114}" dt="2026-07-07T06:59:50.386" v="3365" actId="108"/>
          <ac:spMkLst>
            <pc:docMk/>
            <pc:sldMk cId="1947758326" sldId="2147377417"/>
            <ac:spMk id="15" creationId="{8FB50EFB-4998-1046-F12B-87FB2F4E7153}"/>
          </ac:spMkLst>
        </pc:spChg>
        <pc:spChg chg="add">
          <ac:chgData name="Pat Chang" userId="66bf8e14-25f7-4337-92bb-3d6bd43785cb" providerId="ADAL" clId="{A23B7F98-5C86-4C86-AD33-722562FBF114}" dt="2026-07-07T06:59:44.533" v="3364" actId="22"/>
          <ac:spMkLst>
            <pc:docMk/>
            <pc:sldMk cId="1947758326" sldId="2147377417"/>
            <ac:spMk id="17" creationId="{76274672-1366-30DC-88D1-5847D98ACB90}"/>
          </ac:spMkLst>
        </pc:spChg>
        <pc:spChg chg="add">
          <ac:chgData name="Pat Chang" userId="66bf8e14-25f7-4337-92bb-3d6bd43785cb" providerId="ADAL" clId="{A23B7F98-5C86-4C86-AD33-722562FBF114}" dt="2026-07-07T06:59:44.533" v="3364" actId="22"/>
          <ac:spMkLst>
            <pc:docMk/>
            <pc:sldMk cId="1947758326" sldId="2147377417"/>
            <ac:spMk id="19" creationId="{00E1F848-61E4-6D9E-8774-FEEE166A6696}"/>
          </ac:spMkLst>
        </pc:spChg>
        <pc:spChg chg="mod">
          <ac:chgData name="Pat Chang" userId="66bf8e14-25f7-4337-92bb-3d6bd43785cb" providerId="ADAL" clId="{A23B7F98-5C86-4C86-AD33-722562FBF114}" dt="2026-07-07T07:01:56.103" v="3430" actId="20577"/>
          <ac:spMkLst>
            <pc:docMk/>
            <pc:sldMk cId="1947758326" sldId="2147377417"/>
            <ac:spMk id="20" creationId="{C44A7DD8-5F4C-3C07-8E6E-3C38CB344AC5}"/>
          </ac:spMkLst>
        </pc:spChg>
        <pc:spChg chg="mod">
          <ac:chgData name="Pat Chang" userId="66bf8e14-25f7-4337-92bb-3d6bd43785cb" providerId="ADAL" clId="{A23B7F98-5C86-4C86-AD33-722562FBF114}" dt="2026-07-07T06:35:02.093" v="2783" actId="20577"/>
          <ac:spMkLst>
            <pc:docMk/>
            <pc:sldMk cId="1947758326" sldId="2147377417"/>
            <ac:spMk id="23" creationId="{55C4C9E5-1591-8025-1E1F-842D20E708FC}"/>
          </ac:spMkLst>
        </pc:spChg>
        <pc:spChg chg="mod">
          <ac:chgData name="Pat Chang" userId="66bf8e14-25f7-4337-92bb-3d6bd43785cb" providerId="ADAL" clId="{A23B7F98-5C86-4C86-AD33-722562FBF114}" dt="2026-07-07T04:31:31.609" v="1464" actId="20577"/>
          <ac:spMkLst>
            <pc:docMk/>
            <pc:sldMk cId="1947758326" sldId="2147377417"/>
            <ac:spMk id="24" creationId="{0C4EADC0-8FBB-9EC9-DDC4-2C65F61F4C99}"/>
          </ac:spMkLst>
        </pc:spChg>
        <pc:spChg chg="mod">
          <ac:chgData name="Pat Chang" userId="66bf8e14-25f7-4337-92bb-3d6bd43785cb" providerId="ADAL" clId="{A23B7F98-5C86-4C86-AD33-722562FBF114}" dt="2026-07-07T07:02:15.592" v="3460" actId="6549"/>
          <ac:spMkLst>
            <pc:docMk/>
            <pc:sldMk cId="1947758326" sldId="2147377417"/>
            <ac:spMk id="27" creationId="{D9A789E7-CAF1-7F11-7773-D400E790243A}"/>
          </ac:spMkLst>
        </pc:spChg>
        <pc:spChg chg="add">
          <ac:chgData name="Pat Chang" userId="66bf8e14-25f7-4337-92bb-3d6bd43785cb" providerId="ADAL" clId="{A23B7F98-5C86-4C86-AD33-722562FBF114}" dt="2026-07-07T06:59:44.533" v="3364" actId="22"/>
          <ac:spMkLst>
            <pc:docMk/>
            <pc:sldMk cId="1947758326" sldId="2147377417"/>
            <ac:spMk id="32" creationId="{D5FAA152-5DE8-CDB5-36B1-29AAFD38B9E7}"/>
          </ac:spMkLst>
        </pc:spChg>
        <pc:spChg chg="add del mod">
          <ac:chgData name="Pat Chang" userId="66bf8e14-25f7-4337-92bb-3d6bd43785cb" providerId="ADAL" clId="{A23B7F98-5C86-4C86-AD33-722562FBF114}" dt="2026-07-07T07:00:04.852" v="3370" actId="478"/>
          <ac:spMkLst>
            <pc:docMk/>
            <pc:sldMk cId="1947758326" sldId="2147377417"/>
            <ac:spMk id="34" creationId="{7AF83954-0CD1-F336-4FBB-2A59F86A1E01}"/>
          </ac:spMkLst>
        </pc:spChg>
        <pc:spChg chg="add del">
          <ac:chgData name="Pat Chang" userId="66bf8e14-25f7-4337-92bb-3d6bd43785cb" providerId="ADAL" clId="{A23B7F98-5C86-4C86-AD33-722562FBF114}" dt="2026-07-07T07:00:05.722" v="3371" actId="478"/>
          <ac:spMkLst>
            <pc:docMk/>
            <pc:sldMk cId="1947758326" sldId="2147377417"/>
            <ac:spMk id="36" creationId="{44FD3D34-4EFC-659A-34DA-613437720413}"/>
          </ac:spMkLst>
        </pc:spChg>
        <pc:spChg chg="add">
          <ac:chgData name="Pat Chang" userId="66bf8e14-25f7-4337-92bb-3d6bd43785cb" providerId="ADAL" clId="{A23B7F98-5C86-4C86-AD33-722562FBF114}" dt="2026-07-07T06:59:44.533" v="3364" actId="22"/>
          <ac:spMkLst>
            <pc:docMk/>
            <pc:sldMk cId="1947758326" sldId="2147377417"/>
            <ac:spMk id="38" creationId="{BA2FAFA2-47B4-6D3D-C3F1-4307B5A60A3B}"/>
          </ac:spMkLst>
        </pc:spChg>
        <pc:spChg chg="add mod">
          <ac:chgData name="Pat Chang" userId="66bf8e14-25f7-4337-92bb-3d6bd43785cb" providerId="ADAL" clId="{A23B7F98-5C86-4C86-AD33-722562FBF114}" dt="2026-07-07T07:12:41.133" v="3682" actId="20577"/>
          <ac:spMkLst>
            <pc:docMk/>
            <pc:sldMk cId="1947758326" sldId="2147377417"/>
            <ac:spMk id="40" creationId="{2F2A454A-5618-6B6B-7AC3-5E66883182D7}"/>
          </ac:spMkLst>
        </pc:spChg>
        <pc:spChg chg="add mod">
          <ac:chgData name="Pat Chang" userId="66bf8e14-25f7-4337-92bb-3d6bd43785cb" providerId="ADAL" clId="{A23B7F98-5C86-4C86-AD33-722562FBF114}" dt="2026-07-07T07:13:31.757" v="3731" actId="20577"/>
          <ac:spMkLst>
            <pc:docMk/>
            <pc:sldMk cId="1947758326" sldId="2147377417"/>
            <ac:spMk id="42" creationId="{5F054673-06F1-C4AD-068B-C40B1E4EB065}"/>
          </ac:spMkLst>
        </pc:spChg>
        <pc:spChg chg="mod">
          <ac:chgData name="Pat Chang" userId="66bf8e14-25f7-4337-92bb-3d6bd43785cb" providerId="ADAL" clId="{A23B7F98-5C86-4C86-AD33-722562FBF114}" dt="2026-06-15T02:13:05.189" v="21" actId="20577"/>
          <ac:spMkLst>
            <pc:docMk/>
            <pc:sldMk cId="1947758326" sldId="2147377417"/>
            <ac:spMk id="45" creationId="{546D9180-1D50-7667-06AE-3D640F5E5A5B}"/>
          </ac:spMkLst>
        </pc:spChg>
        <pc:spChg chg="mod">
          <ac:chgData name="Pat Chang" userId="66bf8e14-25f7-4337-92bb-3d6bd43785cb" providerId="ADAL" clId="{A23B7F98-5C86-4C86-AD33-722562FBF114}" dt="2026-07-07T06:34:39.998" v="2753" actId="20577"/>
          <ac:spMkLst>
            <pc:docMk/>
            <pc:sldMk cId="1947758326" sldId="2147377417"/>
            <ac:spMk id="49" creationId="{07FBBBC6-950E-360B-C48F-E7EAA09B2E61}"/>
          </ac:spMkLst>
        </pc:spChg>
        <pc:spChg chg="add">
          <ac:chgData name="Pat Chang" userId="66bf8e14-25f7-4337-92bb-3d6bd43785cb" providerId="ADAL" clId="{A23B7F98-5C86-4C86-AD33-722562FBF114}" dt="2026-07-07T07:03:24.730" v="3490" actId="22"/>
          <ac:spMkLst>
            <pc:docMk/>
            <pc:sldMk cId="1947758326" sldId="2147377417"/>
            <ac:spMk id="50" creationId="{92A1E751-9E7B-068D-3C34-D9E1411ECAF0}"/>
          </ac:spMkLst>
        </pc:spChg>
        <pc:spChg chg="del">
          <ac:chgData name="Pat Chang" userId="66bf8e14-25f7-4337-92bb-3d6bd43785cb" providerId="ADAL" clId="{A23B7F98-5C86-4C86-AD33-722562FBF114}" dt="2026-07-07T06:58:29.399" v="3358" actId="478"/>
          <ac:spMkLst>
            <pc:docMk/>
            <pc:sldMk cId="1947758326" sldId="2147377417"/>
            <ac:spMk id="55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7-07T06:58:29.399" v="3358" actId="478"/>
          <ac:spMkLst>
            <pc:docMk/>
            <pc:sldMk cId="1947758326" sldId="2147377417"/>
            <ac:spMk id="56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7-07T06:58:29.399" v="3358" actId="478"/>
          <ac:spMkLst>
            <pc:docMk/>
            <pc:sldMk cId="1947758326" sldId="2147377417"/>
            <ac:spMk id="57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7-07T06:58:29.399" v="3358" actId="478"/>
          <ac:spMkLst>
            <pc:docMk/>
            <pc:sldMk cId="1947758326" sldId="2147377417"/>
            <ac:spMk id="58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7-07T06:58:29.399" v="3358" actId="478"/>
          <ac:spMkLst>
            <pc:docMk/>
            <pc:sldMk cId="1947758326" sldId="2147377417"/>
            <ac:spMk id="59" creationId="{00000000-0000-0000-0000-000000000000}"/>
          </ac:spMkLst>
        </pc:spChg>
      </pc:sldChg>
      <pc:sldChg chg="delSp modSp mod">
        <pc:chgData name="Pat Chang" userId="66bf8e14-25f7-4337-92bb-3d6bd43785cb" providerId="ADAL" clId="{A23B7F98-5C86-4C86-AD33-722562FBF114}" dt="2026-07-07T07:54:08.883" v="4353" actId="20577"/>
        <pc:sldMkLst>
          <pc:docMk/>
          <pc:sldMk cId="631024440" sldId="2147377425"/>
        </pc:sldMkLst>
        <pc:spChg chg="del">
          <ac:chgData name="Pat Chang" userId="66bf8e14-25f7-4337-92bb-3d6bd43785cb" providerId="ADAL" clId="{A23B7F98-5C86-4C86-AD33-722562FBF114}" dt="2026-07-07T07:10:47.767" v="3662" actId="478"/>
          <ac:spMkLst>
            <pc:docMk/>
            <pc:sldMk cId="631024440" sldId="2147377425"/>
            <ac:spMk id="14" creationId="{5BA3BBDE-339D-4082-96DA-CD6C85424CB7}"/>
          </ac:spMkLst>
        </pc:spChg>
        <pc:spChg chg="del mod">
          <ac:chgData name="Pat Chang" userId="66bf8e14-25f7-4337-92bb-3d6bd43785cb" providerId="ADAL" clId="{A23B7F98-5C86-4C86-AD33-722562FBF114}" dt="2026-07-07T07:10:48.755" v="3663" actId="478"/>
          <ac:spMkLst>
            <pc:docMk/>
            <pc:sldMk cId="631024440" sldId="2147377425"/>
            <ac:spMk id="18" creationId="{88339E3E-F0C2-1FFE-4DE7-3A95F512562F}"/>
          </ac:spMkLst>
        </pc:spChg>
        <pc:spChg chg="mod">
          <ac:chgData name="Pat Chang" userId="66bf8e14-25f7-4337-92bb-3d6bd43785cb" providerId="ADAL" clId="{A23B7F98-5C86-4C86-AD33-722562FBF114}" dt="2026-07-07T06:40:44.776" v="2898" actId="20577"/>
          <ac:spMkLst>
            <pc:docMk/>
            <pc:sldMk cId="631024440" sldId="2147377425"/>
            <ac:spMk id="28" creationId="{7E1ACC03-4A42-7F96-2C60-47FA22EE118A}"/>
          </ac:spMkLst>
        </pc:spChg>
        <pc:graphicFrameChg chg="mod modGraphic">
          <ac:chgData name="Pat Chang" userId="66bf8e14-25f7-4337-92bb-3d6bd43785cb" providerId="ADAL" clId="{A23B7F98-5C86-4C86-AD33-722562FBF114}" dt="2026-07-07T07:54:08.883" v="4353" actId="20577"/>
          <ac:graphicFrameMkLst>
            <pc:docMk/>
            <pc:sldMk cId="631024440" sldId="2147377425"/>
            <ac:graphicFrameMk id="3" creationId="{184F0C86-F619-9BBE-58A0-51A4F4F2FB8C}"/>
          </ac:graphicFrameMkLst>
        </pc:graphicFrameChg>
      </pc:sldChg>
      <pc:sldChg chg="modSp mod">
        <pc:chgData name="Pat Chang" userId="66bf8e14-25f7-4337-92bb-3d6bd43785cb" providerId="ADAL" clId="{A23B7F98-5C86-4C86-AD33-722562FBF114}" dt="2026-07-07T07:20:09.431" v="3787" actId="14100"/>
        <pc:sldMkLst>
          <pc:docMk/>
          <pc:sldMk cId="624723397" sldId="2147377427"/>
        </pc:sldMkLst>
        <pc:spChg chg="mod">
          <ac:chgData name="Pat Chang" userId="66bf8e14-25f7-4337-92bb-3d6bd43785cb" providerId="ADAL" clId="{A23B7F98-5C86-4C86-AD33-722562FBF114}" dt="2026-07-07T07:20:09.431" v="3787" actId="14100"/>
          <ac:spMkLst>
            <pc:docMk/>
            <pc:sldMk cId="624723397" sldId="2147377427"/>
            <ac:spMk id="66" creationId="{2E8C5058-04A9-9229-6D46-5686EFAA1FCE}"/>
          </ac:spMkLst>
        </pc:spChg>
        <pc:spChg chg="mod">
          <ac:chgData name="Pat Chang" userId="66bf8e14-25f7-4337-92bb-3d6bd43785cb" providerId="ADAL" clId="{A23B7F98-5C86-4C86-AD33-722562FBF114}" dt="2026-07-07T06:39:34.010" v="2861" actId="207"/>
          <ac:spMkLst>
            <pc:docMk/>
            <pc:sldMk cId="624723397" sldId="2147377427"/>
            <ac:spMk id="98" creationId="{8D2AE7D3-A5E5-5C19-A636-96E5C61C1545}"/>
          </ac:spMkLst>
        </pc:spChg>
      </pc:sldChg>
      <pc:sldChg chg="addSp delSp modSp mod">
        <pc:chgData name="Pat Chang" userId="66bf8e14-25f7-4337-92bb-3d6bd43785cb" providerId="ADAL" clId="{A23B7F98-5C86-4C86-AD33-722562FBF114}" dt="2026-07-07T07:08:17.653" v="3659" actId="20577"/>
        <pc:sldMkLst>
          <pc:docMk/>
          <pc:sldMk cId="543579695" sldId="2147377428"/>
        </pc:sldMkLst>
        <pc:spChg chg="mod topLvl">
          <ac:chgData name="Pat Chang" userId="66bf8e14-25f7-4337-92bb-3d6bd43785cb" providerId="ADAL" clId="{A23B7F98-5C86-4C86-AD33-722562FBF114}" dt="2026-07-07T04:36:52.726" v="1702" actId="165"/>
          <ac:spMkLst>
            <pc:docMk/>
            <pc:sldMk cId="543579695" sldId="2147377428"/>
            <ac:spMk id="10" creationId="{C36EDE5A-3C5D-9FF7-E047-506C0E8E4B6B}"/>
          </ac:spMkLst>
        </pc:spChg>
        <pc:spChg chg="add del">
          <ac:chgData name="Pat Chang" userId="66bf8e14-25f7-4337-92bb-3d6bd43785cb" providerId="ADAL" clId="{A23B7F98-5C86-4C86-AD33-722562FBF114}" dt="2026-07-07T04:32:15.477" v="1470" actId="22"/>
          <ac:spMkLst>
            <pc:docMk/>
            <pc:sldMk cId="543579695" sldId="2147377428"/>
            <ac:spMk id="11" creationId="{AF033364-4554-BAA2-B98D-C369FE08C6DA}"/>
          </ac:spMkLst>
        </pc:spChg>
        <pc:spChg chg="mod">
          <ac:chgData name="Pat Chang" userId="66bf8e14-25f7-4337-92bb-3d6bd43785cb" providerId="ADAL" clId="{A23B7F98-5C86-4C86-AD33-722562FBF114}" dt="2026-07-07T06:38:31.145" v="2849" actId="207"/>
          <ac:spMkLst>
            <pc:docMk/>
            <pc:sldMk cId="543579695" sldId="2147377428"/>
            <ac:spMk id="12" creationId="{B9120B25-DFAE-5711-5512-8834AF449683}"/>
          </ac:spMkLst>
        </pc:spChg>
        <pc:spChg chg="mod">
          <ac:chgData name="Pat Chang" userId="66bf8e14-25f7-4337-92bb-3d6bd43785cb" providerId="ADAL" clId="{A23B7F98-5C86-4C86-AD33-722562FBF114}" dt="2026-07-07T04:36:52.726" v="1702" actId="165"/>
          <ac:spMkLst>
            <pc:docMk/>
            <pc:sldMk cId="543579695" sldId="2147377428"/>
            <ac:spMk id="14" creationId="{1DD6F547-62AE-B51A-677D-71AD6DA7CDD7}"/>
          </ac:spMkLst>
        </pc:spChg>
        <pc:spChg chg="add del mod">
          <ac:chgData name="Pat Chang" userId="66bf8e14-25f7-4337-92bb-3d6bd43785cb" providerId="ADAL" clId="{A23B7F98-5C86-4C86-AD33-722562FBF114}" dt="2026-07-07T04:32:29.569" v="1474" actId="22"/>
          <ac:spMkLst>
            <pc:docMk/>
            <pc:sldMk cId="543579695" sldId="2147377428"/>
            <ac:spMk id="15" creationId="{C9367C8F-3DFE-74C4-1C55-EB2381D4F47D}"/>
          </ac:spMkLst>
        </pc:spChg>
        <pc:spChg chg="mod">
          <ac:chgData name="Pat Chang" userId="66bf8e14-25f7-4337-92bb-3d6bd43785cb" providerId="ADAL" clId="{A23B7F98-5C86-4C86-AD33-722562FBF114}" dt="2026-07-07T04:36:52.726" v="1702" actId="165"/>
          <ac:spMkLst>
            <pc:docMk/>
            <pc:sldMk cId="543579695" sldId="2147377428"/>
            <ac:spMk id="16" creationId="{10185DEB-26C9-F7A4-06B7-418DA74EB558}"/>
          </ac:spMkLst>
        </pc:spChg>
        <pc:spChg chg="mod">
          <ac:chgData name="Pat Chang" userId="66bf8e14-25f7-4337-92bb-3d6bd43785cb" providerId="ADAL" clId="{A23B7F98-5C86-4C86-AD33-722562FBF114}" dt="2026-07-07T06:38:31.145" v="2849" actId="207"/>
          <ac:spMkLst>
            <pc:docMk/>
            <pc:sldMk cId="543579695" sldId="2147377428"/>
            <ac:spMk id="18" creationId="{ED95049B-333C-9FEC-1CF8-12350932E40E}"/>
          </ac:spMkLst>
        </pc:spChg>
        <pc:spChg chg="add del mod">
          <ac:chgData name="Pat Chang" userId="66bf8e14-25f7-4337-92bb-3d6bd43785cb" providerId="ADAL" clId="{A23B7F98-5C86-4C86-AD33-722562FBF114}" dt="2026-07-07T04:36:18.819" v="1687" actId="478"/>
          <ac:spMkLst>
            <pc:docMk/>
            <pc:sldMk cId="543579695" sldId="2147377428"/>
            <ac:spMk id="23" creationId="{7E224C2D-32E8-C814-B872-9D7EBC48D35A}"/>
          </ac:spMkLst>
        </pc:spChg>
        <pc:spChg chg="mod">
          <ac:chgData name="Pat Chang" userId="66bf8e14-25f7-4337-92bb-3d6bd43785cb" providerId="ADAL" clId="{A23B7F98-5C86-4C86-AD33-722562FBF114}" dt="2026-07-07T06:38:49.227" v="2856" actId="207"/>
          <ac:spMkLst>
            <pc:docMk/>
            <pc:sldMk cId="543579695" sldId="2147377428"/>
            <ac:spMk id="24" creationId="{90EEE3AF-95FB-76A7-50CE-F2CCA98421A3}"/>
          </ac:spMkLst>
        </pc:spChg>
        <pc:spChg chg="mod">
          <ac:chgData name="Pat Chang" userId="66bf8e14-25f7-4337-92bb-3d6bd43785cb" providerId="ADAL" clId="{A23B7F98-5C86-4C86-AD33-722562FBF114}" dt="2026-07-07T04:36:52.726" v="1702" actId="165"/>
          <ac:spMkLst>
            <pc:docMk/>
            <pc:sldMk cId="543579695" sldId="2147377428"/>
            <ac:spMk id="26" creationId="{78EF2B49-453E-1767-E74D-108983BF2388}"/>
          </ac:spMkLst>
        </pc:spChg>
        <pc:spChg chg="add del mod">
          <ac:chgData name="Pat Chang" userId="66bf8e14-25f7-4337-92bb-3d6bd43785cb" providerId="ADAL" clId="{A23B7F98-5C86-4C86-AD33-722562FBF114}" dt="2026-07-07T04:36:18.117" v="1686" actId="478"/>
          <ac:spMkLst>
            <pc:docMk/>
            <pc:sldMk cId="543579695" sldId="2147377428"/>
            <ac:spMk id="27" creationId="{6BD4779B-CBDE-C4F8-65C8-8175DB4AA3DD}"/>
          </ac:spMkLst>
        </pc:spChg>
        <pc:spChg chg="mod">
          <ac:chgData name="Pat Chang" userId="66bf8e14-25f7-4337-92bb-3d6bd43785cb" providerId="ADAL" clId="{A23B7F98-5C86-4C86-AD33-722562FBF114}" dt="2026-07-07T06:38:36.510" v="2855" actId="20577"/>
          <ac:spMkLst>
            <pc:docMk/>
            <pc:sldMk cId="543579695" sldId="2147377428"/>
            <ac:spMk id="28" creationId="{8F182CF3-0D90-3F4F-025C-F3D57594E507}"/>
          </ac:spMkLst>
        </pc:spChg>
        <pc:spChg chg="del">
          <ac:chgData name="Pat Chang" userId="66bf8e14-25f7-4337-92bb-3d6bd43785cb" providerId="ADAL" clId="{A23B7F98-5C86-4C86-AD33-722562FBF114}" dt="2026-07-07T04:36:37.444" v="1699" actId="478"/>
          <ac:spMkLst>
            <pc:docMk/>
            <pc:sldMk cId="543579695" sldId="2147377428"/>
            <ac:spMk id="30" creationId="{C333F96F-9624-3160-A4B8-C043749F90A7}"/>
          </ac:spMkLst>
        </pc:spChg>
        <pc:spChg chg="add del mod">
          <ac:chgData name="Pat Chang" userId="66bf8e14-25f7-4337-92bb-3d6bd43785cb" providerId="ADAL" clId="{A23B7F98-5C86-4C86-AD33-722562FBF114}" dt="2026-07-07T04:36:20.990" v="1688" actId="478"/>
          <ac:spMkLst>
            <pc:docMk/>
            <pc:sldMk cId="543579695" sldId="2147377428"/>
            <ac:spMk id="31" creationId="{DF29D1DC-8D0D-3408-1B57-719782354CAD}"/>
          </ac:spMkLst>
        </pc:spChg>
        <pc:spChg chg="del">
          <ac:chgData name="Pat Chang" userId="66bf8e14-25f7-4337-92bb-3d6bd43785cb" providerId="ADAL" clId="{A23B7F98-5C86-4C86-AD33-722562FBF114}" dt="2026-07-07T04:36:40.421" v="1701" actId="478"/>
          <ac:spMkLst>
            <pc:docMk/>
            <pc:sldMk cId="543579695" sldId="2147377428"/>
            <ac:spMk id="32" creationId="{7F428825-BA62-B955-BA89-AB87EF3D73E6}"/>
          </ac:spMkLst>
        </pc:spChg>
        <pc:spChg chg="del">
          <ac:chgData name="Pat Chang" userId="66bf8e14-25f7-4337-92bb-3d6bd43785cb" providerId="ADAL" clId="{A23B7F98-5C86-4C86-AD33-722562FBF114}" dt="2026-07-07T04:36:39.195" v="1700" actId="478"/>
          <ac:spMkLst>
            <pc:docMk/>
            <pc:sldMk cId="543579695" sldId="2147377428"/>
            <ac:spMk id="34" creationId="{E9029C8D-C82A-2F46-256E-4E295E0DBD2F}"/>
          </ac:spMkLst>
        </pc:spChg>
        <pc:spChg chg="mod">
          <ac:chgData name="Pat Chang" userId="66bf8e14-25f7-4337-92bb-3d6bd43785cb" providerId="ADAL" clId="{A23B7F98-5C86-4C86-AD33-722562FBF114}" dt="2026-07-07T04:38:03.624" v="1716" actId="14100"/>
          <ac:spMkLst>
            <pc:docMk/>
            <pc:sldMk cId="543579695" sldId="2147377428"/>
            <ac:spMk id="36" creationId="{E79107B1-EE20-63EF-8AE0-76D7624D4899}"/>
          </ac:spMkLst>
        </pc:spChg>
        <pc:spChg chg="mod">
          <ac:chgData name="Pat Chang" userId="66bf8e14-25f7-4337-92bb-3d6bd43785cb" providerId="ADAL" clId="{A23B7F98-5C86-4C86-AD33-722562FBF114}" dt="2026-07-07T04:37:06.338" v="1705" actId="1076"/>
          <ac:spMkLst>
            <pc:docMk/>
            <pc:sldMk cId="543579695" sldId="2147377428"/>
            <ac:spMk id="38" creationId="{E24C00A8-042B-6C48-C2CE-DF780630C714}"/>
          </ac:spMkLst>
        </pc:spChg>
        <pc:spChg chg="mod">
          <ac:chgData name="Pat Chang" userId="66bf8e14-25f7-4337-92bb-3d6bd43785cb" providerId="ADAL" clId="{A23B7F98-5C86-4C86-AD33-722562FBF114}" dt="2026-07-07T07:08:17.653" v="3659" actId="20577"/>
          <ac:spMkLst>
            <pc:docMk/>
            <pc:sldMk cId="543579695" sldId="2147377428"/>
            <ac:spMk id="40" creationId="{54205945-8482-AD1A-81E4-D39648ABB268}"/>
          </ac:spMkLst>
        </pc:spChg>
        <pc:spChg chg="mod">
          <ac:chgData name="Pat Chang" userId="66bf8e14-25f7-4337-92bb-3d6bd43785cb" providerId="ADAL" clId="{A23B7F98-5C86-4C86-AD33-722562FBF114}" dt="2026-07-07T04:37:35.350" v="1710" actId="1076"/>
          <ac:spMkLst>
            <pc:docMk/>
            <pc:sldMk cId="543579695" sldId="2147377428"/>
            <ac:spMk id="42" creationId="{A1209E84-1179-78B0-0006-0A7B352ABCE1}"/>
          </ac:spMkLst>
        </pc:spChg>
        <pc:spChg chg="mod">
          <ac:chgData name="Pat Chang" userId="66bf8e14-25f7-4337-92bb-3d6bd43785cb" providerId="ADAL" clId="{A23B7F98-5C86-4C86-AD33-722562FBF114}" dt="2026-07-07T04:37:35.350" v="1710" actId="1076"/>
          <ac:spMkLst>
            <pc:docMk/>
            <pc:sldMk cId="543579695" sldId="2147377428"/>
            <ac:spMk id="44" creationId="{1F9B8ECE-76C4-D486-D5FF-AAC849C30687}"/>
          </ac:spMkLst>
        </pc:spChg>
        <pc:spChg chg="add del mod">
          <ac:chgData name="Pat Chang" userId="66bf8e14-25f7-4337-92bb-3d6bd43785cb" providerId="ADAL" clId="{A23B7F98-5C86-4C86-AD33-722562FBF114}" dt="2026-07-07T04:37:20.019" v="1707" actId="1076"/>
          <ac:spMkLst>
            <pc:docMk/>
            <pc:sldMk cId="543579695" sldId="2147377428"/>
            <ac:spMk id="46" creationId="{06D7F6D6-C431-2500-E5C5-B8D8E063A9F4}"/>
          </ac:spMkLst>
        </pc:spChg>
        <pc:spChg chg="del">
          <ac:chgData name="Pat Chang" userId="66bf8e14-25f7-4337-92bb-3d6bd43785cb" providerId="ADAL" clId="{A23B7F98-5C86-4C86-AD33-722562FBF114}" dt="2026-07-07T04:32:01.975" v="1466" actId="478"/>
          <ac:spMkLst>
            <pc:docMk/>
            <pc:sldMk cId="543579695" sldId="2147377428"/>
            <ac:spMk id="48" creationId="{8B8821E2-BB23-F817-6CD7-F7B5161CA1C8}"/>
          </ac:spMkLst>
        </pc:spChg>
        <pc:spChg chg="del">
          <ac:chgData name="Pat Chang" userId="66bf8e14-25f7-4337-92bb-3d6bd43785cb" providerId="ADAL" clId="{A23B7F98-5C86-4C86-AD33-722562FBF114}" dt="2026-07-07T04:32:05.341" v="1468" actId="478"/>
          <ac:spMkLst>
            <pc:docMk/>
            <pc:sldMk cId="543579695" sldId="2147377428"/>
            <ac:spMk id="50" creationId="{4C6068D2-D146-5F07-CF49-E3203935735F}"/>
          </ac:spMkLst>
        </pc:spChg>
        <pc:spChg chg="del">
          <ac:chgData name="Pat Chang" userId="66bf8e14-25f7-4337-92bb-3d6bd43785cb" providerId="ADAL" clId="{A23B7F98-5C86-4C86-AD33-722562FBF114}" dt="2026-07-07T04:32:00.371" v="1465" actId="478"/>
          <ac:spMkLst>
            <pc:docMk/>
            <pc:sldMk cId="543579695" sldId="2147377428"/>
            <ac:spMk id="52" creationId="{632FBB83-03EF-E388-8A17-90B0DFCF2923}"/>
          </ac:spMkLst>
        </pc:spChg>
        <pc:spChg chg="del topLvl">
          <ac:chgData name="Pat Chang" userId="66bf8e14-25f7-4337-92bb-3d6bd43785cb" providerId="ADAL" clId="{A23B7F98-5C86-4C86-AD33-722562FBF114}" dt="2026-07-07T04:32:03.461" v="1467" actId="478"/>
          <ac:spMkLst>
            <pc:docMk/>
            <pc:sldMk cId="543579695" sldId="2147377428"/>
            <ac:spMk id="69" creationId="{45B6225E-9595-FEA5-10C9-8C8D97434A3E}"/>
          </ac:spMkLst>
        </pc:spChg>
        <pc:grpChg chg="mod topLvl">
          <ac:chgData name="Pat Chang" userId="66bf8e14-25f7-4337-92bb-3d6bd43785cb" providerId="ADAL" clId="{A23B7F98-5C86-4C86-AD33-722562FBF114}" dt="2026-07-07T04:36:24.981" v="1698" actId="1035"/>
          <ac:grpSpMkLst>
            <pc:docMk/>
            <pc:sldMk cId="543579695" sldId="2147377428"/>
            <ac:grpSpMk id="4" creationId="{50651715-8052-9909-075C-AC4BE1B08A64}"/>
          </ac:grpSpMkLst>
        </pc:grpChg>
        <pc:grpChg chg="del">
          <ac:chgData name="Pat Chang" userId="66bf8e14-25f7-4337-92bb-3d6bd43785cb" providerId="ADAL" clId="{A23B7F98-5C86-4C86-AD33-722562FBF114}" dt="2026-07-07T04:32:03.461" v="1467" actId="478"/>
          <ac:grpSpMkLst>
            <pc:docMk/>
            <pc:sldMk cId="543579695" sldId="2147377428"/>
            <ac:grpSpMk id="5" creationId="{085599A2-1EB5-C2C9-0EFD-757768ED2A3C}"/>
          </ac:grpSpMkLst>
        </pc:grpChg>
        <pc:grpChg chg="mod">
          <ac:chgData name="Pat Chang" userId="66bf8e14-25f7-4337-92bb-3d6bd43785cb" providerId="ADAL" clId="{A23B7F98-5C86-4C86-AD33-722562FBF114}" dt="2026-07-07T06:38:54.996" v="2857" actId="1076"/>
          <ac:grpSpMkLst>
            <pc:docMk/>
            <pc:sldMk cId="543579695" sldId="2147377428"/>
            <ac:grpSpMk id="67" creationId="{B843EBD2-333B-022B-1DB2-AA079EF68BD3}"/>
          </ac:grpSpMkLst>
        </pc:grpChg>
        <pc:picChg chg="mod">
          <ac:chgData name="Pat Chang" userId="66bf8e14-25f7-4337-92bb-3d6bd43785cb" providerId="ADAL" clId="{A23B7F98-5C86-4C86-AD33-722562FBF114}" dt="2026-07-07T04:34:49.809" v="1639" actId="1076"/>
          <ac:picMkLst>
            <pc:docMk/>
            <pc:sldMk cId="543579695" sldId="2147377428"/>
            <ac:picMk id="9" creationId="{E09621FC-9BB8-92E3-4BC7-BA7FC44F7AA4}"/>
          </ac:picMkLst>
        </pc:picChg>
        <pc:picChg chg="del mod">
          <ac:chgData name="Pat Chang" userId="66bf8e14-25f7-4337-92bb-3d6bd43785cb" providerId="ADAL" clId="{A23B7F98-5C86-4C86-AD33-722562FBF114}" dt="2026-07-07T04:33:46.943" v="1621" actId="478"/>
          <ac:picMkLst>
            <pc:docMk/>
            <pc:sldMk cId="543579695" sldId="2147377428"/>
            <ac:picMk id="17" creationId="{E6A6743D-9320-CABF-AA0F-5FE7607652EB}"/>
          </ac:picMkLst>
        </pc:picChg>
        <pc:picChg chg="add del mod">
          <ac:chgData name="Pat Chang" userId="66bf8e14-25f7-4337-92bb-3d6bd43785cb" providerId="ADAL" clId="{A23B7F98-5C86-4C86-AD33-722562FBF114}" dt="2026-07-07T04:34:33.697" v="1634" actId="478"/>
          <ac:picMkLst>
            <pc:docMk/>
            <pc:sldMk cId="543579695" sldId="2147377428"/>
            <ac:picMk id="21" creationId="{F8C4779A-1D9B-E2AD-A9E6-CCB8C43860CB}"/>
          </ac:picMkLst>
        </pc:picChg>
        <pc:picChg chg="add del mod">
          <ac:chgData name="Pat Chang" userId="66bf8e14-25f7-4337-92bb-3d6bd43785cb" providerId="ADAL" clId="{A23B7F98-5C86-4C86-AD33-722562FBF114}" dt="2026-07-07T04:34:04.288" v="1627" actId="478"/>
          <ac:picMkLst>
            <pc:docMk/>
            <pc:sldMk cId="543579695" sldId="2147377428"/>
            <ac:picMk id="35" creationId="{23D74F39-6A47-AF76-9A0A-402C012713D4}"/>
          </ac:picMkLst>
        </pc:picChg>
        <pc:picChg chg="add mod">
          <ac:chgData name="Pat Chang" userId="66bf8e14-25f7-4337-92bb-3d6bd43785cb" providerId="ADAL" clId="{A23B7F98-5C86-4C86-AD33-722562FBF114}" dt="2026-07-07T04:35:00.866" v="1646" actId="1076"/>
          <ac:picMkLst>
            <pc:docMk/>
            <pc:sldMk cId="543579695" sldId="2147377428"/>
            <ac:picMk id="39" creationId="{54B34CCE-3DB5-9E08-FB4D-6F348C90509E}"/>
          </ac:picMkLst>
        </pc:picChg>
        <pc:picChg chg="add mod">
          <ac:chgData name="Pat Chang" userId="66bf8e14-25f7-4337-92bb-3d6bd43785cb" providerId="ADAL" clId="{A23B7F98-5C86-4C86-AD33-722562FBF114}" dt="2026-07-07T06:39:05.796" v="2858" actId="1076"/>
          <ac:picMkLst>
            <pc:docMk/>
            <pc:sldMk cId="543579695" sldId="2147377428"/>
            <ac:picMk id="43" creationId="{A20CEFC7-42D4-ECCC-1DC7-420793E0F9EF}"/>
          </ac:picMkLst>
        </pc:picChg>
      </pc:sldChg>
      <pc:sldChg chg="addSp modSp mod">
        <pc:chgData name="Pat Chang" userId="66bf8e14-25f7-4337-92bb-3d6bd43785cb" providerId="ADAL" clId="{A23B7F98-5C86-4C86-AD33-722562FBF114}" dt="2026-07-07T06:29:11.013" v="2495" actId="20577"/>
        <pc:sldMkLst>
          <pc:docMk/>
          <pc:sldMk cId="2012292805" sldId="2147377429"/>
        </pc:sldMkLst>
        <pc:spChg chg="add mod">
          <ac:chgData name="Pat Chang" userId="66bf8e14-25f7-4337-92bb-3d6bd43785cb" providerId="ADAL" clId="{A23B7F98-5C86-4C86-AD33-722562FBF114}" dt="2026-07-07T06:18:44.796" v="1982" actId="20577"/>
          <ac:spMkLst>
            <pc:docMk/>
            <pc:sldMk cId="2012292805" sldId="2147377429"/>
            <ac:spMk id="4" creationId="{796C9400-3855-DB9A-83CC-E6BD0A7110A0}"/>
          </ac:spMkLst>
        </pc:spChg>
        <pc:spChg chg="mod">
          <ac:chgData name="Pat Chang" userId="66bf8e14-25f7-4337-92bb-3d6bd43785cb" providerId="ADAL" clId="{A23B7F98-5C86-4C86-AD33-722562FBF114}" dt="2026-07-07T06:17:42.916" v="1912" actId="14100"/>
          <ac:spMkLst>
            <pc:docMk/>
            <pc:sldMk cId="2012292805" sldId="2147377429"/>
            <ac:spMk id="5" creationId="{22C11888-33DA-AB53-8EA8-4B7FD841AA90}"/>
          </ac:spMkLst>
        </pc:spChg>
        <pc:spChg chg="mod">
          <ac:chgData name="Pat Chang" userId="66bf8e14-25f7-4337-92bb-3d6bd43785cb" providerId="ADAL" clId="{A23B7F98-5C86-4C86-AD33-722562FBF114}" dt="2026-07-07T06:24:15.062" v="2194" actId="20577"/>
          <ac:spMkLst>
            <pc:docMk/>
            <pc:sldMk cId="2012292805" sldId="2147377429"/>
            <ac:spMk id="6" creationId="{47BCCE8E-3542-E049-9F5C-81F3D13A524C}"/>
          </ac:spMkLst>
        </pc:spChg>
        <pc:spChg chg="mod">
          <ac:chgData name="Pat Chang" userId="66bf8e14-25f7-4337-92bb-3d6bd43785cb" providerId="ADAL" clId="{A23B7F98-5C86-4C86-AD33-722562FBF114}" dt="2026-07-07T06:17:35.406" v="1909" actId="20577"/>
          <ac:spMkLst>
            <pc:docMk/>
            <pc:sldMk cId="2012292805" sldId="2147377429"/>
            <ac:spMk id="8" creationId="{D3B60629-BACF-2D1F-A5D9-952AD7A44E02}"/>
          </ac:spMkLst>
        </pc:spChg>
        <pc:spChg chg="add">
          <ac:chgData name="Pat Chang" userId="66bf8e14-25f7-4337-92bb-3d6bd43785cb" providerId="ADAL" clId="{A23B7F98-5C86-4C86-AD33-722562FBF114}" dt="2026-07-07T06:18:36.846" v="1968" actId="22"/>
          <ac:spMkLst>
            <pc:docMk/>
            <pc:sldMk cId="2012292805" sldId="2147377429"/>
            <ac:spMk id="10" creationId="{4B6EF310-ED87-1271-3F5B-B39EADC3E1CA}"/>
          </ac:spMkLst>
        </pc:spChg>
        <pc:spChg chg="mod">
          <ac:chgData name="Pat Chang" userId="66bf8e14-25f7-4337-92bb-3d6bd43785cb" providerId="ADAL" clId="{A23B7F98-5C86-4C86-AD33-722562FBF114}" dt="2026-07-07T06:27:06.572" v="2351"/>
          <ac:spMkLst>
            <pc:docMk/>
            <pc:sldMk cId="2012292805" sldId="2147377429"/>
            <ac:spMk id="15" creationId="{5A99EA2B-E17A-F095-906B-8DAA3374C7CA}"/>
          </ac:spMkLst>
        </pc:spChg>
        <pc:spChg chg="mod">
          <ac:chgData name="Pat Chang" userId="66bf8e14-25f7-4337-92bb-3d6bd43785cb" providerId="ADAL" clId="{A23B7F98-5C86-4C86-AD33-722562FBF114}" dt="2026-07-07T06:27:09.210" v="2353"/>
          <ac:spMkLst>
            <pc:docMk/>
            <pc:sldMk cId="2012292805" sldId="2147377429"/>
            <ac:spMk id="23" creationId="{031635FF-A0D9-14AD-A7A9-B115ECCA66F0}"/>
          </ac:spMkLst>
        </pc:spChg>
        <pc:spChg chg="mod">
          <ac:chgData name="Pat Chang" userId="66bf8e14-25f7-4337-92bb-3d6bd43785cb" providerId="ADAL" clId="{A23B7F98-5C86-4C86-AD33-722562FBF114}" dt="2026-07-07T06:27:29.102" v="2378" actId="20577"/>
          <ac:spMkLst>
            <pc:docMk/>
            <pc:sldMk cId="2012292805" sldId="2147377429"/>
            <ac:spMk id="31" creationId="{1ECCB84C-B674-5CA9-E106-5E942748DA7D}"/>
          </ac:spMkLst>
        </pc:spChg>
        <pc:spChg chg="mod">
          <ac:chgData name="Pat Chang" userId="66bf8e14-25f7-4337-92bb-3d6bd43785cb" providerId="ADAL" clId="{A23B7F98-5C86-4C86-AD33-722562FBF114}" dt="2026-07-07T06:27:53.496" v="2390" actId="6549"/>
          <ac:spMkLst>
            <pc:docMk/>
            <pc:sldMk cId="2012292805" sldId="2147377429"/>
            <ac:spMk id="39" creationId="{D828A9DF-A6A9-D4B0-8298-B181BB74775A}"/>
          </ac:spMkLst>
        </pc:spChg>
        <pc:spChg chg="mod">
          <ac:chgData name="Pat Chang" userId="66bf8e14-25f7-4337-92bb-3d6bd43785cb" providerId="ADAL" clId="{A23B7F98-5C86-4C86-AD33-722562FBF114}" dt="2026-07-07T06:28:43.854" v="2462" actId="20577"/>
          <ac:spMkLst>
            <pc:docMk/>
            <pc:sldMk cId="2012292805" sldId="2147377429"/>
            <ac:spMk id="50" creationId="{2A734810-DA89-5370-A545-1D60D4D2D240}"/>
          </ac:spMkLst>
        </pc:spChg>
        <pc:spChg chg="mod">
          <ac:chgData name="Pat Chang" userId="66bf8e14-25f7-4337-92bb-3d6bd43785cb" providerId="ADAL" clId="{A23B7F98-5C86-4C86-AD33-722562FBF114}" dt="2026-07-07T06:29:11.013" v="2495" actId="20577"/>
          <ac:spMkLst>
            <pc:docMk/>
            <pc:sldMk cId="2012292805" sldId="2147377429"/>
            <ac:spMk id="62" creationId="{E55A7BA9-380B-99E0-61B8-2C3C863BB1B6}"/>
          </ac:spMkLst>
        </pc:spChg>
        <pc:spChg chg="mod">
          <ac:chgData name="Pat Chang" userId="66bf8e14-25f7-4337-92bb-3d6bd43785cb" providerId="ADAL" clId="{A23B7F98-5C86-4C86-AD33-722562FBF114}" dt="2026-07-07T06:28:35.942" v="2449" actId="20577"/>
          <ac:spMkLst>
            <pc:docMk/>
            <pc:sldMk cId="2012292805" sldId="2147377429"/>
            <ac:spMk id="69" creationId="{D076BB14-D9EB-69E1-A804-86F4EBFCCFC0}"/>
          </ac:spMkLst>
        </pc:spChg>
      </pc:sldChg>
      <pc:sldChg chg="addSp modSp mod">
        <pc:chgData name="Pat Chang" userId="66bf8e14-25f7-4337-92bb-3d6bd43785cb" providerId="ADAL" clId="{A23B7F98-5C86-4C86-AD33-722562FBF114}" dt="2026-07-07T07:20:33.605" v="3791" actId="115"/>
        <pc:sldMkLst>
          <pc:docMk/>
          <pc:sldMk cId="145655953" sldId="2147377430"/>
        </pc:sldMkLst>
        <pc:spChg chg="add mod">
          <ac:chgData name="Pat Chang" userId="66bf8e14-25f7-4337-92bb-3d6bd43785cb" providerId="ADAL" clId="{A23B7F98-5C86-4C86-AD33-722562FBF114}" dt="2026-07-07T06:18:06.477" v="1944" actId="20577"/>
          <ac:spMkLst>
            <pc:docMk/>
            <pc:sldMk cId="145655953" sldId="2147377430"/>
            <ac:spMk id="4" creationId="{99162E40-5DBE-2C5F-97D6-7713E258475B}"/>
          </ac:spMkLst>
        </pc:spChg>
        <pc:spChg chg="add mod">
          <ac:chgData name="Pat Chang" userId="66bf8e14-25f7-4337-92bb-3d6bd43785cb" providerId="ADAL" clId="{A23B7F98-5C86-4C86-AD33-722562FBF114}" dt="2026-07-07T06:18:03.086" v="1930" actId="20577"/>
          <ac:spMkLst>
            <pc:docMk/>
            <pc:sldMk cId="145655953" sldId="2147377430"/>
            <ac:spMk id="8" creationId="{3A71DD15-EB21-E9AE-8DEF-3BC9CE931C6A}"/>
          </ac:spMkLst>
        </pc:spChg>
        <pc:spChg chg="mod">
          <ac:chgData name="Pat Chang" userId="66bf8e14-25f7-4337-92bb-3d6bd43785cb" providerId="ADAL" clId="{A23B7F98-5C86-4C86-AD33-722562FBF114}" dt="2026-07-07T07:20:33.605" v="3791" actId="115"/>
          <ac:spMkLst>
            <pc:docMk/>
            <pc:sldMk cId="145655953" sldId="2147377430"/>
            <ac:spMk id="64" creationId="{4B1B5343-04F4-8591-9D03-F2DFF7439040}"/>
          </ac:spMkLst>
        </pc:spChg>
        <pc:spChg chg="mod">
          <ac:chgData name="Pat Chang" userId="66bf8e14-25f7-4337-92bb-3d6bd43785cb" providerId="ADAL" clId="{A23B7F98-5C86-4C86-AD33-722562FBF114}" dt="2026-07-07T06:45:05.111" v="3016" actId="6549"/>
          <ac:spMkLst>
            <pc:docMk/>
            <pc:sldMk cId="145655953" sldId="2147377430"/>
            <ac:spMk id="67" creationId="{9287C15D-B2A4-00FA-C1C6-827FCB7417E0}"/>
          </ac:spMkLst>
        </pc:spChg>
        <pc:spChg chg="mod">
          <ac:chgData name="Pat Chang" userId="66bf8e14-25f7-4337-92bb-3d6bd43785cb" providerId="ADAL" clId="{A23B7F98-5C86-4C86-AD33-722562FBF114}" dt="2026-07-07T06:34:14.720" v="2744"/>
          <ac:spMkLst>
            <pc:docMk/>
            <pc:sldMk cId="145655953" sldId="2147377430"/>
            <ac:spMk id="69" creationId="{01EAED49-C436-4311-EB3C-FDE7926FF70F}"/>
          </ac:spMkLst>
        </pc:spChg>
        <pc:spChg chg="mod">
          <ac:chgData name="Pat Chang" userId="66bf8e14-25f7-4337-92bb-3d6bd43785cb" providerId="ADAL" clId="{A23B7F98-5C86-4C86-AD33-722562FBF114}" dt="2026-07-07T06:34:12.560" v="2742" actId="21"/>
          <ac:spMkLst>
            <pc:docMk/>
            <pc:sldMk cId="145655953" sldId="2147377430"/>
            <ac:spMk id="72" creationId="{8EF20E2F-0275-0999-3372-BAA752D6B9AE}"/>
          </ac:spMkLst>
        </pc:spChg>
        <pc:spChg chg="mod">
          <ac:chgData name="Pat Chang" userId="66bf8e14-25f7-4337-92bb-3d6bd43785cb" providerId="ADAL" clId="{A23B7F98-5C86-4C86-AD33-722562FBF114}" dt="2026-07-07T06:34:07.129" v="2739"/>
          <ac:spMkLst>
            <pc:docMk/>
            <pc:sldMk cId="145655953" sldId="2147377430"/>
            <ac:spMk id="73" creationId="{0AF5856E-73EF-8558-E314-31C9C2C5F7F1}"/>
          </ac:spMkLst>
        </pc:spChg>
        <pc:grpChg chg="mod">
          <ac:chgData name="Pat Chang" userId="66bf8e14-25f7-4337-92bb-3d6bd43785cb" providerId="ADAL" clId="{A23B7F98-5C86-4C86-AD33-722562FBF114}" dt="2026-07-07T06:34:14.720" v="2744"/>
          <ac:grpSpMkLst>
            <pc:docMk/>
            <pc:sldMk cId="145655953" sldId="2147377430"/>
            <ac:grpSpMk id="70" creationId="{6CD0E1AB-730F-44C1-74AB-66B0B3ABAF82}"/>
          </ac:grpSpMkLst>
        </pc:grpChg>
        <pc:grpChg chg="mod">
          <ac:chgData name="Pat Chang" userId="66bf8e14-25f7-4337-92bb-3d6bd43785cb" providerId="ADAL" clId="{A23B7F98-5C86-4C86-AD33-722562FBF114}" dt="2026-07-07T06:34:07.129" v="2739"/>
          <ac:grpSpMkLst>
            <pc:docMk/>
            <pc:sldMk cId="145655953" sldId="2147377430"/>
            <ac:grpSpMk id="71" creationId="{18DED327-5015-8DF7-E02C-15CB517B6917}"/>
          </ac:grpSpMkLst>
        </pc:grpChg>
      </pc:sldChg>
      <pc:sldChg chg="addSp delSp modSp add mod">
        <pc:chgData name="Pat Chang" userId="66bf8e14-25f7-4337-92bb-3d6bd43785cb" providerId="ADAL" clId="{A23B7F98-5C86-4C86-AD33-722562FBF114}" dt="2026-07-07T07:30:50.610" v="4079" actId="20577"/>
        <pc:sldMkLst>
          <pc:docMk/>
          <pc:sldMk cId="3290830731" sldId="2147377431"/>
        </pc:sldMkLst>
        <pc:spChg chg="del">
          <ac:chgData name="Pat Chang" userId="66bf8e14-25f7-4337-92bb-3d6bd43785cb" providerId="ADAL" clId="{A23B7F98-5C86-4C86-AD33-722562FBF114}" dt="2026-07-07T06:58:36.235" v="3360" actId="478"/>
          <ac:spMkLst>
            <pc:docMk/>
            <pc:sldMk cId="3290830731" sldId="2147377431"/>
            <ac:spMk id="3" creationId="{B870191D-433C-DA27-F2CA-9635CE5A5D5B}"/>
          </ac:spMkLst>
        </pc:spChg>
        <pc:spChg chg="del">
          <ac:chgData name="Pat Chang" userId="66bf8e14-25f7-4337-92bb-3d6bd43785cb" providerId="ADAL" clId="{A23B7F98-5C86-4C86-AD33-722562FBF114}" dt="2026-07-07T06:58:36.235" v="3360" actId="478"/>
          <ac:spMkLst>
            <pc:docMk/>
            <pc:sldMk cId="3290830731" sldId="2147377431"/>
            <ac:spMk id="4" creationId="{6E13E7FB-BA1D-BB19-F559-C0FE2F38534C}"/>
          </ac:spMkLst>
        </pc:spChg>
        <pc:spChg chg="del">
          <ac:chgData name="Pat Chang" userId="66bf8e14-25f7-4337-92bb-3d6bd43785cb" providerId="ADAL" clId="{A23B7F98-5C86-4C86-AD33-722562FBF114}" dt="2026-07-07T06:58:36.235" v="3360" actId="478"/>
          <ac:spMkLst>
            <pc:docMk/>
            <pc:sldMk cId="3290830731" sldId="2147377431"/>
            <ac:spMk id="6" creationId="{29155455-DD93-51C3-B995-CA4EEE86EB12}"/>
          </ac:spMkLst>
        </pc:spChg>
        <pc:spChg chg="mod">
          <ac:chgData name="Pat Chang" userId="66bf8e14-25f7-4337-92bb-3d6bd43785cb" providerId="ADAL" clId="{A23B7F98-5C86-4C86-AD33-722562FBF114}" dt="2026-07-07T06:58:56.378" v="3363" actId="1582"/>
          <ac:spMkLst>
            <pc:docMk/>
            <pc:sldMk cId="3290830731" sldId="2147377431"/>
            <ac:spMk id="7" creationId="{AD443EB8-A495-D8CB-650D-4C69EFA8E140}"/>
          </ac:spMkLst>
        </pc:spChg>
        <pc:spChg chg="add">
          <ac:chgData name="Pat Chang" userId="66bf8e14-25f7-4337-92bb-3d6bd43785cb" providerId="ADAL" clId="{A23B7F98-5C86-4C86-AD33-722562FBF114}" dt="2026-07-07T07:00:13.137" v="3373" actId="22"/>
          <ac:spMkLst>
            <pc:docMk/>
            <pc:sldMk cId="3290830731" sldId="2147377431"/>
            <ac:spMk id="8" creationId="{1AE8F958-7086-DF27-C252-BC6E9DF3FCA6}"/>
          </ac:spMkLst>
        </pc:spChg>
        <pc:spChg chg="mod">
          <ac:chgData name="Pat Chang" userId="66bf8e14-25f7-4337-92bb-3d6bd43785cb" providerId="ADAL" clId="{A23B7F98-5C86-4C86-AD33-722562FBF114}" dt="2026-07-07T07:30:50.610" v="4079" actId="20577"/>
          <ac:spMkLst>
            <pc:docMk/>
            <pc:sldMk cId="3290830731" sldId="2147377431"/>
            <ac:spMk id="9" creationId="{4F250D47-1194-9CD5-9A24-D2B96EC20C21}"/>
          </ac:spMkLst>
        </pc:spChg>
        <pc:spChg chg="mod">
          <ac:chgData name="Pat Chang" userId="66bf8e14-25f7-4337-92bb-3d6bd43785cb" providerId="ADAL" clId="{A23B7F98-5C86-4C86-AD33-722562FBF114}" dt="2026-07-07T07:06:22.938" v="3540" actId="113"/>
          <ac:spMkLst>
            <pc:docMk/>
            <pc:sldMk cId="3290830731" sldId="2147377431"/>
            <ac:spMk id="11" creationId="{FA32581C-FD02-C2A7-A98C-15A56DC4A200}"/>
          </ac:spMkLst>
        </pc:spChg>
        <pc:spChg chg="add">
          <ac:chgData name="Pat Chang" userId="66bf8e14-25f7-4337-92bb-3d6bd43785cb" providerId="ADAL" clId="{A23B7F98-5C86-4C86-AD33-722562FBF114}" dt="2026-07-07T07:00:13.137" v="3373" actId="22"/>
          <ac:spMkLst>
            <pc:docMk/>
            <pc:sldMk cId="3290830731" sldId="2147377431"/>
            <ac:spMk id="12" creationId="{1654B7F8-4E5F-0B0F-ECAA-65CEE9CF205A}"/>
          </ac:spMkLst>
        </pc:spChg>
        <pc:spChg chg="mod">
          <ac:chgData name="Pat Chang" userId="66bf8e14-25f7-4337-92bb-3d6bd43785cb" providerId="ADAL" clId="{A23B7F98-5C86-4C86-AD33-722562FBF114}" dt="2026-07-07T07:06:33.613" v="3544" actId="113"/>
          <ac:spMkLst>
            <pc:docMk/>
            <pc:sldMk cId="3290830731" sldId="2147377431"/>
            <ac:spMk id="13" creationId="{41C6807E-5788-F3CD-A0A6-F132E37150A6}"/>
          </ac:spMkLst>
        </pc:spChg>
        <pc:spChg chg="mod">
          <ac:chgData name="Pat Chang" userId="66bf8e14-25f7-4337-92bb-3d6bd43785cb" providerId="ADAL" clId="{A23B7F98-5C86-4C86-AD33-722562FBF114}" dt="2026-07-07T07:06:53.205" v="3597" actId="20577"/>
          <ac:spMkLst>
            <pc:docMk/>
            <pc:sldMk cId="3290830731" sldId="2147377431"/>
            <ac:spMk id="15" creationId="{DB86C379-A8BC-2654-0C1C-AD90BE6DF172}"/>
          </ac:spMkLst>
        </pc:spChg>
        <pc:spChg chg="add">
          <ac:chgData name="Pat Chang" userId="66bf8e14-25f7-4337-92bb-3d6bd43785cb" providerId="ADAL" clId="{A23B7F98-5C86-4C86-AD33-722562FBF114}" dt="2026-07-07T07:00:13.137" v="3373" actId="22"/>
          <ac:spMkLst>
            <pc:docMk/>
            <pc:sldMk cId="3290830731" sldId="2147377431"/>
            <ac:spMk id="16" creationId="{85923F6F-14DF-DE93-9E7D-41AB57C71DA8}"/>
          </ac:spMkLst>
        </pc:spChg>
        <pc:spChg chg="mod">
          <ac:chgData name="Pat Chang" userId="66bf8e14-25f7-4337-92bb-3d6bd43785cb" providerId="ADAL" clId="{A23B7F98-5C86-4C86-AD33-722562FBF114}" dt="2026-07-07T06:58:42.669" v="3361" actId="207"/>
          <ac:spMkLst>
            <pc:docMk/>
            <pc:sldMk cId="3290830731" sldId="2147377431"/>
            <ac:spMk id="17" creationId="{7D9ECCAC-1C81-C27E-8C45-6C8BF390E0F1}"/>
          </ac:spMkLst>
        </pc:spChg>
        <pc:spChg chg="mod">
          <ac:chgData name="Pat Chang" userId="66bf8e14-25f7-4337-92bb-3d6bd43785cb" providerId="ADAL" clId="{A23B7F98-5C86-4C86-AD33-722562FBF114}" dt="2026-07-07T06:58:42.669" v="3361" actId="207"/>
          <ac:spMkLst>
            <pc:docMk/>
            <pc:sldMk cId="3290830731" sldId="2147377431"/>
            <ac:spMk id="19" creationId="{83E51881-86B3-A27F-779A-E67E156BEFC7}"/>
          </ac:spMkLst>
        </pc:spChg>
        <pc:spChg chg="add">
          <ac:chgData name="Pat Chang" userId="66bf8e14-25f7-4337-92bb-3d6bd43785cb" providerId="ADAL" clId="{A23B7F98-5C86-4C86-AD33-722562FBF114}" dt="2026-07-07T07:00:13.137" v="3373" actId="22"/>
          <ac:spMkLst>
            <pc:docMk/>
            <pc:sldMk cId="3290830731" sldId="2147377431"/>
            <ac:spMk id="20" creationId="{0CF6BAD7-7DC9-1103-A12E-D4C54EAE80CE}"/>
          </ac:spMkLst>
        </pc:spChg>
        <pc:spChg chg="mod">
          <ac:chgData name="Pat Chang" userId="66bf8e14-25f7-4337-92bb-3d6bd43785cb" providerId="ADAL" clId="{A23B7F98-5C86-4C86-AD33-722562FBF114}" dt="2026-07-07T06:58:42.669" v="3361" actId="207"/>
          <ac:spMkLst>
            <pc:docMk/>
            <pc:sldMk cId="3290830731" sldId="2147377431"/>
            <ac:spMk id="21" creationId="{48428E19-D5F6-EA3B-A3F7-1717B7F94F52}"/>
          </ac:spMkLst>
        </pc:spChg>
        <pc:spChg chg="mod">
          <ac:chgData name="Pat Chang" userId="66bf8e14-25f7-4337-92bb-3d6bd43785cb" providerId="ADAL" clId="{A23B7F98-5C86-4C86-AD33-722562FBF114}" dt="2026-07-07T06:58:42.669" v="3361" actId="207"/>
          <ac:spMkLst>
            <pc:docMk/>
            <pc:sldMk cId="3290830731" sldId="2147377431"/>
            <ac:spMk id="23" creationId="{B4B677B1-496F-EF4A-1274-03ED3C38927A}"/>
          </ac:spMkLst>
        </pc:spChg>
        <pc:spChg chg="add">
          <ac:chgData name="Pat Chang" userId="66bf8e14-25f7-4337-92bb-3d6bd43785cb" providerId="ADAL" clId="{A23B7F98-5C86-4C86-AD33-722562FBF114}" dt="2026-07-07T07:00:13.137" v="3373" actId="22"/>
          <ac:spMkLst>
            <pc:docMk/>
            <pc:sldMk cId="3290830731" sldId="2147377431"/>
            <ac:spMk id="24" creationId="{386F6024-3A40-B97F-E70B-D702CFE91BA0}"/>
          </ac:spMkLst>
        </pc:spChg>
        <pc:spChg chg="mod">
          <ac:chgData name="Pat Chang" userId="66bf8e14-25f7-4337-92bb-3d6bd43785cb" providerId="ADAL" clId="{A23B7F98-5C86-4C86-AD33-722562FBF114}" dt="2026-07-07T06:58:42.669" v="3361" actId="207"/>
          <ac:spMkLst>
            <pc:docMk/>
            <pc:sldMk cId="3290830731" sldId="2147377431"/>
            <ac:spMk id="25" creationId="{3E36EA3C-1442-85B4-E488-52AD0BBD3D8C}"/>
          </ac:spMkLst>
        </pc:spChg>
        <pc:spChg chg="mod">
          <ac:chgData name="Pat Chang" userId="66bf8e14-25f7-4337-92bb-3d6bd43785cb" providerId="ADAL" clId="{A23B7F98-5C86-4C86-AD33-722562FBF114}" dt="2026-07-07T06:58:47.798" v="3362" actId="207"/>
          <ac:spMkLst>
            <pc:docMk/>
            <pc:sldMk cId="3290830731" sldId="2147377431"/>
            <ac:spMk id="27" creationId="{5D0F14EF-6409-FF56-683D-659777C87568}"/>
          </ac:spMkLst>
        </pc:spChg>
        <pc:spChg chg="add">
          <ac:chgData name="Pat Chang" userId="66bf8e14-25f7-4337-92bb-3d6bd43785cb" providerId="ADAL" clId="{A23B7F98-5C86-4C86-AD33-722562FBF114}" dt="2026-07-07T07:00:13.137" v="3373" actId="22"/>
          <ac:spMkLst>
            <pc:docMk/>
            <pc:sldMk cId="3290830731" sldId="2147377431"/>
            <ac:spMk id="28" creationId="{0B5FEEDF-566B-60EC-1C76-1E22C0D305A3}"/>
          </ac:spMkLst>
        </pc:spChg>
        <pc:spChg chg="mod">
          <ac:chgData name="Pat Chang" userId="66bf8e14-25f7-4337-92bb-3d6bd43785cb" providerId="ADAL" clId="{A23B7F98-5C86-4C86-AD33-722562FBF114}" dt="2026-07-07T06:58:47.798" v="3362" actId="207"/>
          <ac:spMkLst>
            <pc:docMk/>
            <pc:sldMk cId="3290830731" sldId="2147377431"/>
            <ac:spMk id="29" creationId="{B214D47C-9825-C719-6F21-9B6FC904BE44}"/>
          </ac:spMkLst>
        </pc:spChg>
        <pc:spChg chg="mod">
          <ac:chgData name="Pat Chang" userId="66bf8e14-25f7-4337-92bb-3d6bd43785cb" providerId="ADAL" clId="{A23B7F98-5C86-4C86-AD33-722562FBF114}" dt="2026-07-07T07:07:02.751" v="3599" actId="113"/>
          <ac:spMkLst>
            <pc:docMk/>
            <pc:sldMk cId="3290830731" sldId="2147377431"/>
            <ac:spMk id="31" creationId="{8DB86698-133B-1C1D-64B7-7B40070133A1}"/>
          </ac:spMkLst>
        </pc:spChg>
        <pc:spChg chg="add mod">
          <ac:chgData name="Pat Chang" userId="66bf8e14-25f7-4337-92bb-3d6bd43785cb" providerId="ADAL" clId="{A23B7F98-5C86-4C86-AD33-722562FBF114}" dt="2026-07-07T07:12:52.572" v="3712" actId="20577"/>
          <ac:spMkLst>
            <pc:docMk/>
            <pc:sldMk cId="3290830731" sldId="2147377431"/>
            <ac:spMk id="32" creationId="{38C273ED-56FB-609F-BCEC-3EA8A40AB937}"/>
          </ac:spMkLst>
        </pc:spChg>
        <pc:spChg chg="mod">
          <ac:chgData name="Pat Chang" userId="66bf8e14-25f7-4337-92bb-3d6bd43785cb" providerId="ADAL" clId="{A23B7F98-5C86-4C86-AD33-722562FBF114}" dt="2026-07-07T06:58:47.798" v="3362" actId="207"/>
          <ac:spMkLst>
            <pc:docMk/>
            <pc:sldMk cId="3290830731" sldId="2147377431"/>
            <ac:spMk id="33" creationId="{FB8977E7-4492-D877-88DB-8D2DB33ECFFB}"/>
          </ac:spMkLst>
        </pc:spChg>
        <pc:spChg chg="mod">
          <ac:chgData name="Pat Chang" userId="66bf8e14-25f7-4337-92bb-3d6bd43785cb" providerId="ADAL" clId="{A23B7F98-5C86-4C86-AD33-722562FBF114}" dt="2026-07-07T07:06:58.980" v="3598" actId="113"/>
          <ac:spMkLst>
            <pc:docMk/>
            <pc:sldMk cId="3290830731" sldId="2147377431"/>
            <ac:spMk id="35" creationId="{D0440D45-8460-8650-A5A5-C701C13CBA1B}"/>
          </ac:spMkLst>
        </pc:spChg>
        <pc:spChg chg="add mod">
          <ac:chgData name="Pat Chang" userId="66bf8e14-25f7-4337-92bb-3d6bd43785cb" providerId="ADAL" clId="{A23B7F98-5C86-4C86-AD33-722562FBF114}" dt="2026-07-07T07:13:38.879" v="3733"/>
          <ac:spMkLst>
            <pc:docMk/>
            <pc:sldMk cId="3290830731" sldId="2147377431"/>
            <ac:spMk id="36" creationId="{34A1A4D2-F4A7-B7FB-BCC2-07CEDEB9A154}"/>
          </ac:spMkLst>
        </pc:spChg>
        <pc:spChg chg="add mod">
          <ac:chgData name="Pat Chang" userId="66bf8e14-25f7-4337-92bb-3d6bd43785cb" providerId="ADAL" clId="{A23B7F98-5C86-4C86-AD33-722562FBF114}" dt="2026-07-07T07:00:32.252" v="3392" actId="108"/>
          <ac:spMkLst>
            <pc:docMk/>
            <pc:sldMk cId="3290830731" sldId="2147377431"/>
            <ac:spMk id="38" creationId="{968CBEF8-1748-BB4A-E574-B937E709EE1A}"/>
          </ac:spMkLst>
        </pc:spChg>
        <pc:spChg chg="mod">
          <ac:chgData name="Pat Chang" userId="66bf8e14-25f7-4337-92bb-3d6bd43785cb" providerId="ADAL" clId="{A23B7F98-5C86-4C86-AD33-722562FBF114}" dt="2026-07-07T07:07:44.525" v="3657" actId="20577"/>
          <ac:spMkLst>
            <pc:docMk/>
            <pc:sldMk cId="3290830731" sldId="2147377431"/>
            <ac:spMk id="46" creationId="{21541FFD-EBD5-AAC3-D3EE-718416F89DE3}"/>
          </ac:spMkLst>
        </pc:spChg>
        <pc:spChg chg="del">
          <ac:chgData name="Pat Chang" userId="66bf8e14-25f7-4337-92bb-3d6bd43785cb" providerId="ADAL" clId="{A23B7F98-5C86-4C86-AD33-722562FBF114}" dt="2026-07-07T06:58:36.235" v="3360" actId="478"/>
          <ac:spMkLst>
            <pc:docMk/>
            <pc:sldMk cId="3290830731" sldId="2147377431"/>
            <ac:spMk id="52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7-07T06:58:36.235" v="3360" actId="478"/>
          <ac:spMkLst>
            <pc:docMk/>
            <pc:sldMk cId="3290830731" sldId="2147377431"/>
            <ac:spMk id="53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7-07T06:58:36.235" v="3360" actId="478"/>
          <ac:spMkLst>
            <pc:docMk/>
            <pc:sldMk cId="3290830731" sldId="2147377431"/>
            <ac:spMk id="54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7-07T06:58:36.235" v="3360" actId="478"/>
          <ac:spMkLst>
            <pc:docMk/>
            <pc:sldMk cId="3290830731" sldId="2147377431"/>
            <ac:spMk id="55" creationId="{00000000-0000-0000-0000-000000000000}"/>
          </ac:spMkLst>
        </pc:spChg>
        <pc:spChg chg="del">
          <ac:chgData name="Pat Chang" userId="66bf8e14-25f7-4337-92bb-3d6bd43785cb" providerId="ADAL" clId="{A23B7F98-5C86-4C86-AD33-722562FBF114}" dt="2026-07-07T06:58:36.235" v="3360" actId="478"/>
          <ac:spMkLst>
            <pc:docMk/>
            <pc:sldMk cId="3290830731" sldId="2147377431"/>
            <ac:spMk id="56" creationId="{00000000-0000-0000-0000-000000000000}"/>
          </ac:spMkLst>
        </pc:spChg>
        <pc:grpChg chg="mod">
          <ac:chgData name="Pat Chang" userId="66bf8e14-25f7-4337-92bb-3d6bd43785cb" providerId="ADAL" clId="{A23B7F98-5C86-4C86-AD33-722562FBF114}" dt="2026-07-07T06:58:42.669" v="3361" actId="207"/>
          <ac:grpSpMkLst>
            <pc:docMk/>
            <pc:sldMk cId="3290830731" sldId="2147377431"/>
            <ac:grpSpMk id="50" creationId="{E2669DA2-ECB7-425A-DFF2-6BE075A04EAA}"/>
          </ac:grpSpMkLst>
        </pc:grpChg>
        <pc:grpChg chg="mod">
          <ac:chgData name="Pat Chang" userId="66bf8e14-25f7-4337-92bb-3d6bd43785cb" providerId="ADAL" clId="{A23B7F98-5C86-4C86-AD33-722562FBF114}" dt="2026-07-07T06:58:47.798" v="3362" actId="207"/>
          <ac:grpSpMkLst>
            <pc:docMk/>
            <pc:sldMk cId="3290830731" sldId="2147377431"/>
            <ac:grpSpMk id="51" creationId="{09B5BF9A-C527-54FB-070D-30CC6118E62D}"/>
          </ac:grpSpMkLst>
        </pc:grpChg>
      </pc:sldChg>
      <pc:sldChg chg="addSp delSp modSp mod">
        <pc:chgData name="Pat Chang" userId="66bf8e14-25f7-4337-92bb-3d6bd43785cb" providerId="ADAL" clId="{A23B7F98-5C86-4C86-AD33-722562FBF114}" dt="2026-07-07T07:32:37.593" v="4116" actId="20577"/>
        <pc:sldMkLst>
          <pc:docMk/>
          <pc:sldMk cId="4035836049" sldId="2147377432"/>
        </pc:sldMkLst>
        <pc:spChg chg="mod">
          <ac:chgData name="Pat Chang" userId="66bf8e14-25f7-4337-92bb-3d6bd43785cb" providerId="ADAL" clId="{A23B7F98-5C86-4C86-AD33-722562FBF114}" dt="2026-07-07T06:38:08.470" v="2848" actId="20577"/>
          <ac:spMkLst>
            <pc:docMk/>
            <pc:sldMk cId="4035836049" sldId="2147377432"/>
            <ac:spMk id="10" creationId="{6E3B25EA-DEB0-B94B-C6F9-CB6795518F2C}"/>
          </ac:spMkLst>
        </pc:spChg>
        <pc:spChg chg="mod">
          <ac:chgData name="Pat Chang" userId="66bf8e14-25f7-4337-92bb-3d6bd43785cb" providerId="ADAL" clId="{A23B7F98-5C86-4C86-AD33-722562FBF114}" dt="2026-07-07T07:32:37.593" v="4116" actId="20577"/>
          <ac:spMkLst>
            <pc:docMk/>
            <pc:sldMk cId="4035836049" sldId="2147377432"/>
            <ac:spMk id="51" creationId="{0AC31960-8195-093D-863A-7B9E1279F756}"/>
          </ac:spMkLst>
        </pc:spChg>
        <pc:picChg chg="del mod">
          <ac:chgData name="Pat Chang" userId="66bf8e14-25f7-4337-92bb-3d6bd43785cb" providerId="ADAL" clId="{A23B7F98-5C86-4C86-AD33-722562FBF114}" dt="2026-07-07T06:37:27.660" v="2824" actId="478"/>
          <ac:picMkLst>
            <pc:docMk/>
            <pc:sldMk cId="4035836049" sldId="2147377432"/>
            <ac:picMk id="5" creationId="{DDE06DDC-20B1-609B-CC8E-C72A22508595}"/>
          </ac:picMkLst>
        </pc:picChg>
        <pc:picChg chg="add del mod">
          <ac:chgData name="Pat Chang" userId="66bf8e14-25f7-4337-92bb-3d6bd43785cb" providerId="ADAL" clId="{A23B7F98-5C86-4C86-AD33-722562FBF114}" dt="2026-07-07T06:37:27.319" v="2823" actId="478"/>
          <ac:picMkLst>
            <pc:docMk/>
            <pc:sldMk cId="4035836049" sldId="2147377432"/>
            <ac:picMk id="8" creationId="{7A2EC1DE-9C81-841C-09C9-DD0D82C4D9B8}"/>
          </ac:picMkLst>
        </pc:picChg>
        <pc:picChg chg="add del mod">
          <ac:chgData name="Pat Chang" userId="66bf8e14-25f7-4337-92bb-3d6bd43785cb" providerId="ADAL" clId="{A23B7F98-5C86-4C86-AD33-722562FBF114}" dt="2026-07-07T06:37:26.916" v="2822" actId="478"/>
          <ac:picMkLst>
            <pc:docMk/>
            <pc:sldMk cId="4035836049" sldId="2147377432"/>
            <ac:picMk id="11" creationId="{E831FF99-2308-6F7F-1886-4DD4D566C1DB}"/>
          </ac:picMkLst>
        </pc:picChg>
        <pc:picChg chg="del">
          <ac:chgData name="Pat Chang" userId="66bf8e14-25f7-4337-92bb-3d6bd43785cb" providerId="ADAL" clId="{A23B7F98-5C86-4C86-AD33-722562FBF114}" dt="2026-07-07T06:36:07.357" v="2809" actId="478"/>
          <ac:picMkLst>
            <pc:docMk/>
            <pc:sldMk cId="4035836049" sldId="2147377432"/>
            <ac:picMk id="12" creationId="{2EF18056-5FE6-2312-232A-B06D048CA8DB}"/>
          </ac:picMkLst>
        </pc:picChg>
        <pc:picChg chg="del">
          <ac:chgData name="Pat Chang" userId="66bf8e14-25f7-4337-92bb-3d6bd43785cb" providerId="ADAL" clId="{A23B7F98-5C86-4C86-AD33-722562FBF114}" dt="2026-07-07T06:36:06.779" v="2808" actId="478"/>
          <ac:picMkLst>
            <pc:docMk/>
            <pc:sldMk cId="4035836049" sldId="2147377432"/>
            <ac:picMk id="14" creationId="{7F933473-E21F-EE3C-7C12-DB52FFF0E277}"/>
          </ac:picMkLst>
        </pc:picChg>
        <pc:picChg chg="add mod">
          <ac:chgData name="Pat Chang" userId="66bf8e14-25f7-4337-92bb-3d6bd43785cb" providerId="ADAL" clId="{A23B7F98-5C86-4C86-AD33-722562FBF114}" dt="2026-07-07T06:37:42.589" v="2827" actId="1076"/>
          <ac:picMkLst>
            <pc:docMk/>
            <pc:sldMk cId="4035836049" sldId="2147377432"/>
            <ac:picMk id="19" creationId="{21B7AC0E-E47B-BA03-D6BA-80B737794E3F}"/>
          </ac:picMkLst>
        </pc:picChg>
      </pc:sldChg>
      <pc:sldChg chg="addSp modSp mod">
        <pc:chgData name="Pat Chang" userId="66bf8e14-25f7-4337-92bb-3d6bd43785cb" providerId="ADAL" clId="{A23B7F98-5C86-4C86-AD33-722562FBF114}" dt="2026-07-07T06:42:46.190" v="2986" actId="20577"/>
        <pc:sldMkLst>
          <pc:docMk/>
          <pc:sldMk cId="2471541802" sldId="2147377433"/>
        </pc:sldMkLst>
        <pc:spChg chg="add mod">
          <ac:chgData name="Pat Chang" userId="66bf8e14-25f7-4337-92bb-3d6bd43785cb" providerId="ADAL" clId="{A23B7F98-5C86-4C86-AD33-722562FBF114}" dt="2026-07-07T06:42:12.016" v="2976" actId="20577"/>
          <ac:spMkLst>
            <pc:docMk/>
            <pc:sldMk cId="2471541802" sldId="2147377433"/>
            <ac:spMk id="6" creationId="{741B23CA-2B45-B2DA-C6BF-A0F967AF6E8C}"/>
          </ac:spMkLst>
        </pc:spChg>
        <pc:spChg chg="mod">
          <ac:chgData name="Pat Chang" userId="66bf8e14-25f7-4337-92bb-3d6bd43785cb" providerId="ADAL" clId="{A23B7F98-5C86-4C86-AD33-722562FBF114}" dt="2026-07-07T06:42:46.190" v="2986" actId="20577"/>
          <ac:spMkLst>
            <pc:docMk/>
            <pc:sldMk cId="2471541802" sldId="2147377433"/>
            <ac:spMk id="65" creationId="{8560F721-F698-901F-339B-55F3861AEA2D}"/>
          </ac:spMkLst>
        </pc:spChg>
        <pc:graphicFrameChg chg="modGraphic">
          <ac:chgData name="Pat Chang" userId="66bf8e14-25f7-4337-92bb-3d6bd43785cb" providerId="ADAL" clId="{A23B7F98-5C86-4C86-AD33-722562FBF114}" dt="2026-06-15T02:18:18.037" v="25" actId="6549"/>
          <ac:graphicFrameMkLst>
            <pc:docMk/>
            <pc:sldMk cId="2471541802" sldId="2147377433"/>
            <ac:graphicFrameMk id="2" creationId="{150C4B52-7C4D-3AF0-E4B6-FD708BF1779B}"/>
          </ac:graphicFrameMkLst>
        </pc:graphicFrameChg>
      </pc:sldChg>
      <pc:sldChg chg="delSp modSp mod">
        <pc:chgData name="Pat Chang" userId="66bf8e14-25f7-4337-92bb-3d6bd43785cb" providerId="ADAL" clId="{A23B7F98-5C86-4C86-AD33-722562FBF114}" dt="2026-07-07T06:18:54.587" v="2017" actId="6549"/>
        <pc:sldMkLst>
          <pc:docMk/>
          <pc:sldMk cId="1686262256" sldId="2147377438"/>
        </pc:sldMkLst>
        <pc:spChg chg="mod">
          <ac:chgData name="Pat Chang" userId="66bf8e14-25f7-4337-92bb-3d6bd43785cb" providerId="ADAL" clId="{A23B7F98-5C86-4C86-AD33-722562FBF114}" dt="2026-07-07T06:18:54.587" v="2017" actId="6549"/>
          <ac:spMkLst>
            <pc:docMk/>
            <pc:sldMk cId="1686262256" sldId="2147377438"/>
            <ac:spMk id="2" creationId="{6DCC01B6-F619-7FD8-3E3C-B8CD41FCBCB2}"/>
          </ac:spMkLst>
        </pc:spChg>
        <pc:spChg chg="del">
          <ac:chgData name="Pat Chang" userId="66bf8e14-25f7-4337-92bb-3d6bd43785cb" providerId="ADAL" clId="{A23B7F98-5C86-4C86-AD33-722562FBF114}" dt="2026-07-07T06:17:19.256" v="1896" actId="478"/>
          <ac:spMkLst>
            <pc:docMk/>
            <pc:sldMk cId="1686262256" sldId="2147377438"/>
            <ac:spMk id="11" creationId="{B7B470ED-A933-A585-6C91-A3DF24CC1D43}"/>
          </ac:spMkLst>
        </pc:spChg>
      </pc:sldChg>
      <pc:sldChg chg="modSp mod">
        <pc:chgData name="Pat Chang" userId="66bf8e14-25f7-4337-92bb-3d6bd43785cb" providerId="ADAL" clId="{A23B7F98-5C86-4C86-AD33-722562FBF114}" dt="2026-07-07T07:17:57.445" v="3754" actId="20577"/>
        <pc:sldMkLst>
          <pc:docMk/>
          <pc:sldMk cId="4254229321" sldId="2147377441"/>
        </pc:sldMkLst>
        <pc:spChg chg="mod">
          <ac:chgData name="Pat Chang" userId="66bf8e14-25f7-4337-92bb-3d6bd43785cb" providerId="ADAL" clId="{A23B7F98-5C86-4C86-AD33-722562FBF114}" dt="2026-07-07T07:17:57.445" v="3754" actId="20577"/>
          <ac:spMkLst>
            <pc:docMk/>
            <pc:sldMk cId="4254229321" sldId="2147377441"/>
            <ac:spMk id="2" creationId="{030CD3E3-753A-A120-FDEE-B353978F8E2C}"/>
          </ac:spMkLst>
        </pc:spChg>
      </pc:sldChg>
      <pc:sldChg chg="modSp mod">
        <pc:chgData name="Pat Chang" userId="66bf8e14-25f7-4337-92bb-3d6bd43785cb" providerId="ADAL" clId="{A23B7F98-5C86-4C86-AD33-722562FBF114}" dt="2026-07-07T07:22:57.967" v="3898" actId="20577"/>
        <pc:sldMkLst>
          <pc:docMk/>
          <pc:sldMk cId="3738652498" sldId="2147377442"/>
        </pc:sldMkLst>
        <pc:spChg chg="mod">
          <ac:chgData name="Pat Chang" userId="66bf8e14-25f7-4337-92bb-3d6bd43785cb" providerId="ADAL" clId="{A23B7F98-5C86-4C86-AD33-722562FBF114}" dt="2026-07-07T07:22:09.848" v="3844" actId="404"/>
          <ac:spMkLst>
            <pc:docMk/>
            <pc:sldMk cId="3738652498" sldId="2147377442"/>
            <ac:spMk id="24" creationId="{922F1BB8-375B-2E74-9BBB-1540E3264139}"/>
          </ac:spMkLst>
        </pc:spChg>
        <pc:spChg chg="mod">
          <ac:chgData name="Pat Chang" userId="66bf8e14-25f7-4337-92bb-3d6bd43785cb" providerId="ADAL" clId="{A23B7F98-5C86-4C86-AD33-722562FBF114}" dt="2026-07-07T07:22:02.752" v="3841" actId="14100"/>
          <ac:spMkLst>
            <pc:docMk/>
            <pc:sldMk cId="3738652498" sldId="2147377442"/>
            <ac:spMk id="32" creationId="{19373962-FAE1-F65F-0DC6-F532F5A2EB73}"/>
          </ac:spMkLst>
        </pc:spChg>
        <pc:spChg chg="mod">
          <ac:chgData name="Pat Chang" userId="66bf8e14-25f7-4337-92bb-3d6bd43785cb" providerId="ADAL" clId="{A23B7F98-5C86-4C86-AD33-722562FBF114}" dt="2026-07-07T07:22:43.946" v="3881" actId="20577"/>
          <ac:spMkLst>
            <pc:docMk/>
            <pc:sldMk cId="3738652498" sldId="2147377442"/>
            <ac:spMk id="42" creationId="{09E60FAC-5DD9-61A0-4D5D-21A32F19AAA7}"/>
          </ac:spMkLst>
        </pc:spChg>
        <pc:spChg chg="mod">
          <ac:chgData name="Pat Chang" userId="66bf8e14-25f7-4337-92bb-3d6bd43785cb" providerId="ADAL" clId="{A23B7F98-5C86-4C86-AD33-722562FBF114}" dt="2026-07-07T07:22:57.967" v="3898" actId="20577"/>
          <ac:spMkLst>
            <pc:docMk/>
            <pc:sldMk cId="3738652498" sldId="2147377442"/>
            <ac:spMk id="48" creationId="{68B37BD8-22A5-C43F-B1D1-7D6729ED500B}"/>
          </ac:spMkLst>
        </pc:spChg>
      </pc:sldChg>
      <pc:sldChg chg="addSp delSp modSp mod">
        <pc:chgData name="Pat Chang" userId="66bf8e14-25f7-4337-92bb-3d6bd43785cb" providerId="ADAL" clId="{A23B7F98-5C86-4C86-AD33-722562FBF114}" dt="2026-07-07T07:21:44.271" v="3840" actId="20577"/>
        <pc:sldMkLst>
          <pc:docMk/>
          <pc:sldMk cId="2735929879" sldId="2147377444"/>
        </pc:sldMkLst>
        <pc:spChg chg="mod">
          <ac:chgData name="Pat Chang" userId="66bf8e14-25f7-4337-92bb-3d6bd43785cb" providerId="ADAL" clId="{A23B7F98-5C86-4C86-AD33-722562FBF114}" dt="2026-07-07T06:18:17.715" v="1965" actId="20577"/>
          <ac:spMkLst>
            <pc:docMk/>
            <pc:sldMk cId="2735929879" sldId="2147377444"/>
            <ac:spMk id="2" creationId="{10E87362-AD29-50D2-9963-03315850BD59}"/>
          </ac:spMkLst>
        </pc:spChg>
        <pc:spChg chg="add del mod">
          <ac:chgData name="Pat Chang" userId="66bf8e14-25f7-4337-92bb-3d6bd43785cb" providerId="ADAL" clId="{A23B7F98-5C86-4C86-AD33-722562FBF114}" dt="2026-07-07T06:18:11.503" v="1945" actId="478"/>
          <ac:spMkLst>
            <pc:docMk/>
            <pc:sldMk cId="2735929879" sldId="2147377444"/>
            <ac:spMk id="5" creationId="{05BBF30A-0A00-10AE-E04C-7C77B5BC68C4}"/>
          </ac:spMkLst>
        </pc:spChg>
        <pc:spChg chg="add">
          <ac:chgData name="Pat Chang" userId="66bf8e14-25f7-4337-92bb-3d6bd43785cb" providerId="ADAL" clId="{A23B7F98-5C86-4C86-AD33-722562FBF114}" dt="2026-07-07T06:18:11.791" v="1946" actId="22"/>
          <ac:spMkLst>
            <pc:docMk/>
            <pc:sldMk cId="2735929879" sldId="2147377444"/>
            <ac:spMk id="6" creationId="{E05B16E1-2E58-F8F2-A3FE-F93994CB4C5D}"/>
          </ac:spMkLst>
        </pc:spChg>
        <pc:spChg chg="add mod">
          <ac:chgData name="Pat Chang" userId="66bf8e14-25f7-4337-92bb-3d6bd43785cb" providerId="ADAL" clId="{A23B7F98-5C86-4C86-AD33-722562FBF114}" dt="2026-07-07T06:18:29.627" v="1967" actId="108"/>
          <ac:spMkLst>
            <pc:docMk/>
            <pc:sldMk cId="2735929879" sldId="2147377444"/>
            <ac:spMk id="8" creationId="{A5A60516-181A-6CED-35FA-B748BE6F40ED}"/>
          </ac:spMkLst>
        </pc:spChg>
        <pc:spChg chg="mod">
          <ac:chgData name="Pat Chang" userId="66bf8e14-25f7-4337-92bb-3d6bd43785cb" providerId="ADAL" clId="{A23B7F98-5C86-4C86-AD33-722562FBF114}" dt="2026-07-07T06:23:25.031" v="2185" actId="20577"/>
          <ac:spMkLst>
            <pc:docMk/>
            <pc:sldMk cId="2735929879" sldId="2147377444"/>
            <ac:spMk id="23" creationId="{CE154AAB-20AB-E039-5335-ACE14DC11942}"/>
          </ac:spMkLst>
        </pc:spChg>
        <pc:spChg chg="mod">
          <ac:chgData name="Pat Chang" userId="66bf8e14-25f7-4337-92bb-3d6bd43785cb" providerId="ADAL" clId="{A23B7F98-5C86-4C86-AD33-722562FBF114}" dt="2026-07-07T07:21:16.414" v="3799" actId="20577"/>
          <ac:spMkLst>
            <pc:docMk/>
            <pc:sldMk cId="2735929879" sldId="2147377444"/>
            <ac:spMk id="24" creationId="{2F55C790-1038-2E81-07E3-6730C6F4DD23}"/>
          </ac:spMkLst>
        </pc:spChg>
        <pc:spChg chg="mod">
          <ac:chgData name="Pat Chang" userId="66bf8e14-25f7-4337-92bb-3d6bd43785cb" providerId="ADAL" clId="{A23B7F98-5C86-4C86-AD33-722562FBF114}" dt="2026-07-07T06:22:19.900" v="2105" actId="1036"/>
          <ac:spMkLst>
            <pc:docMk/>
            <pc:sldMk cId="2735929879" sldId="2147377444"/>
            <ac:spMk id="25" creationId="{855F9D48-0F1D-ACED-16CB-2B84BBD6435F}"/>
          </ac:spMkLst>
        </pc:spChg>
        <pc:spChg chg="mod">
          <ac:chgData name="Pat Chang" userId="66bf8e14-25f7-4337-92bb-3d6bd43785cb" providerId="ADAL" clId="{A23B7F98-5C86-4C86-AD33-722562FBF114}" dt="2026-07-07T07:21:31.869" v="3826" actId="20577"/>
          <ac:spMkLst>
            <pc:docMk/>
            <pc:sldMk cId="2735929879" sldId="2147377444"/>
            <ac:spMk id="26" creationId="{D9F867B1-02D9-6A67-ED1B-46534623D123}"/>
          </ac:spMkLst>
        </pc:spChg>
        <pc:spChg chg="mod">
          <ac:chgData name="Pat Chang" userId="66bf8e14-25f7-4337-92bb-3d6bd43785cb" providerId="ADAL" clId="{A23B7F98-5C86-4C86-AD33-722562FBF114}" dt="2026-07-07T07:21:44.271" v="3840" actId="20577"/>
          <ac:spMkLst>
            <pc:docMk/>
            <pc:sldMk cId="2735929879" sldId="2147377444"/>
            <ac:spMk id="27" creationId="{B0E5DEC3-E166-6EE4-0937-AD8B7A6AF0C3}"/>
          </ac:spMkLst>
        </pc:spChg>
      </pc:sldChg>
      <pc:sldChg chg="addSp delSp modSp new mod">
        <pc:chgData name="Pat Chang" userId="66bf8e14-25f7-4337-92bb-3d6bd43785cb" providerId="ADAL" clId="{A23B7F98-5C86-4C86-AD33-722562FBF114}" dt="2026-07-07T07:53:36.969" v="4349" actId="1076"/>
        <pc:sldMkLst>
          <pc:docMk/>
          <pc:sldMk cId="2221556733" sldId="2147377445"/>
        </pc:sldMkLst>
        <pc:spChg chg="del mod">
          <ac:chgData name="Pat Chang" userId="66bf8e14-25f7-4337-92bb-3d6bd43785cb" providerId="ADAL" clId="{A23B7F98-5C86-4C86-AD33-722562FBF114}" dt="2026-07-07T02:43:46.213" v="171" actId="478"/>
          <ac:spMkLst>
            <pc:docMk/>
            <pc:sldMk cId="2221556733" sldId="2147377445"/>
            <ac:spMk id="2" creationId="{1C71399D-3BB7-1DA9-0A23-D6650D5F00D7}"/>
          </ac:spMkLst>
        </pc:spChg>
        <pc:spChg chg="del">
          <ac:chgData name="Pat Chang" userId="66bf8e14-25f7-4337-92bb-3d6bd43785cb" providerId="ADAL" clId="{A23B7F98-5C86-4C86-AD33-722562FBF114}" dt="2026-07-07T02:45:43.506" v="197" actId="478"/>
          <ac:spMkLst>
            <pc:docMk/>
            <pc:sldMk cId="2221556733" sldId="2147377445"/>
            <ac:spMk id="3" creationId="{A6675505-03DF-AD35-5497-6C4EE8250431}"/>
          </ac:spMkLst>
        </pc:spChg>
        <pc:spChg chg="add">
          <ac:chgData name="Pat Chang" userId="66bf8e14-25f7-4337-92bb-3d6bd43785cb" providerId="ADAL" clId="{A23B7F98-5C86-4C86-AD33-722562FBF114}" dt="2026-07-07T07:00:12.008" v="3372" actId="22"/>
          <ac:spMkLst>
            <pc:docMk/>
            <pc:sldMk cId="2221556733" sldId="2147377445"/>
            <ac:spMk id="3" creationId="{F06E73CB-B6E1-ECE4-DCA1-73B0176B9872}"/>
          </ac:spMkLst>
        </pc:spChg>
        <pc:spChg chg="mod">
          <ac:chgData name="Pat Chang" userId="66bf8e14-25f7-4337-92bb-3d6bd43785cb" providerId="ADAL" clId="{A23B7F98-5C86-4C86-AD33-722562FBF114}" dt="2026-07-07T04:05:06.154" v="1134" actId="34135"/>
          <ac:spMkLst>
            <pc:docMk/>
            <pc:sldMk cId="2221556733" sldId="2147377445"/>
            <ac:spMk id="4" creationId="{C3F1A097-01CC-2726-059D-B60A31B4730C}"/>
          </ac:spMkLst>
        </pc:spChg>
        <pc:spChg chg="add">
          <ac:chgData name="Pat Chang" userId="66bf8e14-25f7-4337-92bb-3d6bd43785cb" providerId="ADAL" clId="{A23B7F98-5C86-4C86-AD33-722562FBF114}" dt="2026-07-07T07:00:12.008" v="3372" actId="22"/>
          <ac:spMkLst>
            <pc:docMk/>
            <pc:sldMk cId="2221556733" sldId="2147377445"/>
            <ac:spMk id="6" creationId="{80E83EF2-EAB4-AA45-E821-3DB6BA4005D4}"/>
          </ac:spMkLst>
        </pc:spChg>
        <pc:spChg chg="add del mod">
          <ac:chgData name="Pat Chang" userId="66bf8e14-25f7-4337-92bb-3d6bd43785cb" providerId="ADAL" clId="{A23B7F98-5C86-4C86-AD33-722562FBF114}" dt="2026-07-07T02:43:48.686" v="174" actId="478"/>
          <ac:spMkLst>
            <pc:docMk/>
            <pc:sldMk cId="2221556733" sldId="2147377445"/>
            <ac:spMk id="6" creationId="{A2F5C8C1-D8E0-BB1C-78D2-9C9FDB8FE0B4}"/>
          </ac:spMkLst>
        </pc:spChg>
        <pc:spChg chg="add mod">
          <ac:chgData name="Pat Chang" userId="66bf8e14-25f7-4337-92bb-3d6bd43785cb" providerId="ADAL" clId="{A23B7F98-5C86-4C86-AD33-722562FBF114}" dt="2026-07-07T02:43:47.507" v="173"/>
          <ac:spMkLst>
            <pc:docMk/>
            <pc:sldMk cId="2221556733" sldId="2147377445"/>
            <ac:spMk id="7" creationId="{62B5D511-9BB6-3961-87C8-315E08113EE5}"/>
          </ac:spMkLst>
        </pc:spChg>
        <pc:spChg chg="add mod">
          <ac:chgData name="Pat Chang" userId="66bf8e14-25f7-4337-92bb-3d6bd43785cb" providerId="ADAL" clId="{A23B7F98-5C86-4C86-AD33-722562FBF114}" dt="2026-07-07T07:17:47.501" v="3744" actId="20577"/>
          <ac:spMkLst>
            <pc:docMk/>
            <pc:sldMk cId="2221556733" sldId="2147377445"/>
            <ac:spMk id="8" creationId="{6F032BE3-1736-77FE-9B8D-623FE45DE494}"/>
          </ac:spMkLst>
        </pc:spChg>
        <pc:spChg chg="add">
          <ac:chgData name="Pat Chang" userId="66bf8e14-25f7-4337-92bb-3d6bd43785cb" providerId="ADAL" clId="{A23B7F98-5C86-4C86-AD33-722562FBF114}" dt="2026-07-07T07:00:12.008" v="3372" actId="22"/>
          <ac:spMkLst>
            <pc:docMk/>
            <pc:sldMk cId="2221556733" sldId="2147377445"/>
            <ac:spMk id="9" creationId="{8B88EB3E-48A4-8724-AB11-EBAA31752FEC}"/>
          </ac:spMkLst>
        </pc:spChg>
        <pc:spChg chg="add mod">
          <ac:chgData name="Pat Chang" userId="66bf8e14-25f7-4337-92bb-3d6bd43785cb" providerId="ADAL" clId="{A23B7F98-5C86-4C86-AD33-722562FBF114}" dt="2026-07-07T04:31:03.936" v="1451" actId="20577"/>
          <ac:spMkLst>
            <pc:docMk/>
            <pc:sldMk cId="2221556733" sldId="2147377445"/>
            <ac:spMk id="10" creationId="{F67A5B02-D511-C8ED-8A74-0887F87FF3C8}"/>
          </ac:spMkLst>
        </pc:spChg>
        <pc:spChg chg="add mod">
          <ac:chgData name="Pat Chang" userId="66bf8e14-25f7-4337-92bb-3d6bd43785cb" providerId="ADAL" clId="{A23B7F98-5C86-4C86-AD33-722562FBF114}" dt="2026-07-07T07:41:41.548" v="4307" actId="108"/>
          <ac:spMkLst>
            <pc:docMk/>
            <pc:sldMk cId="2221556733" sldId="2147377445"/>
            <ac:spMk id="12" creationId="{1A4A1EEB-B026-0623-856A-4962A118C264}"/>
          </ac:spMkLst>
        </pc:spChg>
        <pc:spChg chg="add">
          <ac:chgData name="Pat Chang" userId="66bf8e14-25f7-4337-92bb-3d6bd43785cb" providerId="ADAL" clId="{A23B7F98-5C86-4C86-AD33-722562FBF114}" dt="2026-07-07T07:00:12.008" v="3372" actId="22"/>
          <ac:spMkLst>
            <pc:docMk/>
            <pc:sldMk cId="2221556733" sldId="2147377445"/>
            <ac:spMk id="13" creationId="{A4846583-ED5D-E599-754D-4A1A56AA0B1A}"/>
          </ac:spMkLst>
        </pc:spChg>
        <pc:spChg chg="add del mod">
          <ac:chgData name="Pat Chang" userId="66bf8e14-25f7-4337-92bb-3d6bd43785cb" providerId="ADAL" clId="{A23B7F98-5C86-4C86-AD33-722562FBF114}" dt="2026-07-07T02:51:10.083" v="300" actId="478"/>
          <ac:spMkLst>
            <pc:docMk/>
            <pc:sldMk cId="2221556733" sldId="2147377445"/>
            <ac:spMk id="14" creationId="{1F6D0647-A316-25A2-AF6B-8C1E927162C9}"/>
          </ac:spMkLst>
        </pc:spChg>
        <pc:spChg chg="add">
          <ac:chgData name="Pat Chang" userId="66bf8e14-25f7-4337-92bb-3d6bd43785cb" providerId="ADAL" clId="{A23B7F98-5C86-4C86-AD33-722562FBF114}" dt="2026-07-07T07:00:12.008" v="3372" actId="22"/>
          <ac:spMkLst>
            <pc:docMk/>
            <pc:sldMk cId="2221556733" sldId="2147377445"/>
            <ac:spMk id="15" creationId="{8387A0F7-931C-BE45-88D3-654F4790BF98}"/>
          </ac:spMkLst>
        </pc:spChg>
        <pc:spChg chg="add mod topLvl">
          <ac:chgData name="Pat Chang" userId="66bf8e14-25f7-4337-92bb-3d6bd43785cb" providerId="ADAL" clId="{A23B7F98-5C86-4C86-AD33-722562FBF114}" dt="2026-07-07T07:32:13.261" v="4099" actId="20577"/>
          <ac:spMkLst>
            <pc:docMk/>
            <pc:sldMk cId="2221556733" sldId="2147377445"/>
            <ac:spMk id="16" creationId="{77F0B3B1-2108-AD34-F380-35BC8FAA91F8}"/>
          </ac:spMkLst>
        </pc:spChg>
        <pc:spChg chg="add mod">
          <ac:chgData name="Pat Chang" userId="66bf8e14-25f7-4337-92bb-3d6bd43785cb" providerId="ADAL" clId="{A23B7F98-5C86-4C86-AD33-722562FBF114}" dt="2026-07-07T04:21:50.006" v="1290" actId="20577"/>
          <ac:spMkLst>
            <pc:docMk/>
            <pc:sldMk cId="2221556733" sldId="2147377445"/>
            <ac:spMk id="18" creationId="{9796E4E9-77B7-A036-38F3-0357B227C75E}"/>
          </ac:spMkLst>
        </pc:spChg>
        <pc:spChg chg="add">
          <ac:chgData name="Pat Chang" userId="66bf8e14-25f7-4337-92bb-3d6bd43785cb" providerId="ADAL" clId="{A23B7F98-5C86-4C86-AD33-722562FBF114}" dt="2026-07-07T07:00:12.008" v="3372" actId="22"/>
          <ac:spMkLst>
            <pc:docMk/>
            <pc:sldMk cId="2221556733" sldId="2147377445"/>
            <ac:spMk id="19" creationId="{BC65E85A-E08E-6869-C8F8-DFE0A78E4A7F}"/>
          </ac:spMkLst>
        </pc:spChg>
        <pc:spChg chg="add mod">
          <ac:chgData name="Pat Chang" userId="66bf8e14-25f7-4337-92bb-3d6bd43785cb" providerId="ADAL" clId="{A23B7F98-5C86-4C86-AD33-722562FBF114}" dt="2026-07-07T04:03:04.028" v="1111" actId="21"/>
          <ac:spMkLst>
            <pc:docMk/>
            <pc:sldMk cId="2221556733" sldId="2147377445"/>
            <ac:spMk id="20" creationId="{E34E212D-D2A2-6702-4905-82C3069367D3}"/>
          </ac:spMkLst>
        </pc:spChg>
        <pc:spChg chg="add mod">
          <ac:chgData name="Pat Chang" userId="66bf8e14-25f7-4337-92bb-3d6bd43785cb" providerId="ADAL" clId="{A23B7F98-5C86-4C86-AD33-722562FBF114}" dt="2026-07-07T07:41:12.143" v="4270" actId="1038"/>
          <ac:spMkLst>
            <pc:docMk/>
            <pc:sldMk cId="2221556733" sldId="2147377445"/>
            <ac:spMk id="22" creationId="{3C5FC9B9-D5B5-B43A-2D98-665819599457}"/>
          </ac:spMkLst>
        </pc:spChg>
        <pc:spChg chg="add mod">
          <ac:chgData name="Pat Chang" userId="66bf8e14-25f7-4337-92bb-3d6bd43785cb" providerId="ADAL" clId="{A23B7F98-5C86-4C86-AD33-722562FBF114}" dt="2026-07-07T07:12:46.613" v="3697" actId="20577"/>
          <ac:spMkLst>
            <pc:docMk/>
            <pc:sldMk cId="2221556733" sldId="2147377445"/>
            <ac:spMk id="23" creationId="{61DFF35F-AA90-4A02-C87B-43BC5E081174}"/>
          </ac:spMkLst>
        </pc:spChg>
        <pc:spChg chg="add mod">
          <ac:chgData name="Pat Chang" userId="66bf8e14-25f7-4337-92bb-3d6bd43785cb" providerId="ADAL" clId="{A23B7F98-5C86-4C86-AD33-722562FBF114}" dt="2026-07-07T07:41:12.143" v="4270" actId="1038"/>
          <ac:spMkLst>
            <pc:docMk/>
            <pc:sldMk cId="2221556733" sldId="2147377445"/>
            <ac:spMk id="24" creationId="{4330E73F-CC6D-6CF7-4A4D-DE237D58985C}"/>
          </ac:spMkLst>
        </pc:spChg>
        <pc:spChg chg="add mod">
          <ac:chgData name="Pat Chang" userId="66bf8e14-25f7-4337-92bb-3d6bd43785cb" providerId="ADAL" clId="{A23B7F98-5C86-4C86-AD33-722562FBF114}" dt="2026-07-07T07:13:47.411" v="3734" actId="207"/>
          <ac:spMkLst>
            <pc:docMk/>
            <pc:sldMk cId="2221556733" sldId="2147377445"/>
            <ac:spMk id="26" creationId="{A533AA7E-2270-8B95-7904-33FB38A582B1}"/>
          </ac:spMkLst>
        </pc:spChg>
        <pc:spChg chg="add mod topLvl">
          <ac:chgData name="Pat Chang" userId="66bf8e14-25f7-4337-92bb-3d6bd43785cb" providerId="ADAL" clId="{A23B7F98-5C86-4C86-AD33-722562FBF114}" dt="2026-07-07T07:50:44.292" v="4336" actId="20577"/>
          <ac:spMkLst>
            <pc:docMk/>
            <pc:sldMk cId="2221556733" sldId="2147377445"/>
            <ac:spMk id="28" creationId="{E504A0D6-4CE4-7EE7-0F8B-B5F9F6DA239E}"/>
          </ac:spMkLst>
        </pc:spChg>
        <pc:spChg chg="add mod">
          <ac:chgData name="Pat Chang" userId="66bf8e14-25f7-4337-92bb-3d6bd43785cb" providerId="ADAL" clId="{A23B7F98-5C86-4C86-AD33-722562FBF114}" dt="2026-07-07T07:03:20.605" v="3489" actId="108"/>
          <ac:spMkLst>
            <pc:docMk/>
            <pc:sldMk cId="2221556733" sldId="2147377445"/>
            <ac:spMk id="29" creationId="{9BAE761F-0E9F-1AEE-3CDA-8BB7EECDE3FD}"/>
          </ac:spMkLst>
        </pc:spChg>
        <pc:spChg chg="add del">
          <ac:chgData name="Pat Chang" userId="66bf8e14-25f7-4337-92bb-3d6bd43785cb" providerId="ADAL" clId="{A23B7F98-5C86-4C86-AD33-722562FBF114}" dt="2026-07-07T03:08:48.798" v="724" actId="22"/>
          <ac:spMkLst>
            <pc:docMk/>
            <pc:sldMk cId="2221556733" sldId="2147377445"/>
            <ac:spMk id="30" creationId="{99F45B74-C967-0483-DF0E-B29DA1E3B3EC}"/>
          </ac:spMkLst>
        </pc:spChg>
        <pc:spChg chg="add mod">
          <ac:chgData name="Pat Chang" userId="66bf8e14-25f7-4337-92bb-3d6bd43785cb" providerId="ADAL" clId="{A23B7F98-5C86-4C86-AD33-722562FBF114}" dt="2026-07-07T07:53:08.351" v="4347" actId="1076"/>
          <ac:spMkLst>
            <pc:docMk/>
            <pc:sldMk cId="2221556733" sldId="2147377445"/>
            <ac:spMk id="31" creationId="{1AA6150E-668A-8733-9A77-13C90D7B3FAB}"/>
          </ac:spMkLst>
        </pc:spChg>
        <pc:spChg chg="add del">
          <ac:chgData name="Pat Chang" userId="66bf8e14-25f7-4337-92bb-3d6bd43785cb" providerId="ADAL" clId="{A23B7F98-5C86-4C86-AD33-722562FBF114}" dt="2026-07-07T03:08:51.161" v="726" actId="22"/>
          <ac:spMkLst>
            <pc:docMk/>
            <pc:sldMk cId="2221556733" sldId="2147377445"/>
            <ac:spMk id="32" creationId="{E6C39CF2-E28F-1DF2-576D-5AFE97679600}"/>
          </ac:spMkLst>
        </pc:spChg>
        <pc:spChg chg="add del">
          <ac:chgData name="Pat Chang" userId="66bf8e14-25f7-4337-92bb-3d6bd43785cb" providerId="ADAL" clId="{A23B7F98-5C86-4C86-AD33-722562FBF114}" dt="2026-07-07T03:08:55.162" v="728" actId="22"/>
          <ac:spMkLst>
            <pc:docMk/>
            <pc:sldMk cId="2221556733" sldId="2147377445"/>
            <ac:spMk id="34" creationId="{5F2E4C91-8DD8-E8DE-2502-1B43A81E0A19}"/>
          </ac:spMkLst>
        </pc:spChg>
        <pc:spChg chg="add mod topLvl">
          <ac:chgData name="Pat Chang" userId="66bf8e14-25f7-4337-92bb-3d6bd43785cb" providerId="ADAL" clId="{A23B7F98-5C86-4C86-AD33-722562FBF114}" dt="2026-07-07T07:27:49.311" v="3904"/>
          <ac:spMkLst>
            <pc:docMk/>
            <pc:sldMk cId="2221556733" sldId="2147377445"/>
            <ac:spMk id="36" creationId="{96DD1738-1ABC-5B7C-089A-0B16872986FE}"/>
          </ac:spMkLst>
        </pc:spChg>
        <pc:spChg chg="add mod topLvl">
          <ac:chgData name="Pat Chang" userId="66bf8e14-25f7-4337-92bb-3d6bd43785cb" providerId="ADAL" clId="{A23B7F98-5C86-4C86-AD33-722562FBF114}" dt="2026-07-07T07:27:52.178" v="3906"/>
          <ac:spMkLst>
            <pc:docMk/>
            <pc:sldMk cId="2221556733" sldId="2147377445"/>
            <ac:spMk id="38" creationId="{21DDCE76-681E-F7B3-22EA-91BD66EB1097}"/>
          </ac:spMkLst>
        </pc:spChg>
        <pc:spChg chg="add mod">
          <ac:chgData name="Pat Chang" userId="66bf8e14-25f7-4337-92bb-3d6bd43785cb" providerId="ADAL" clId="{A23B7F98-5C86-4C86-AD33-722562FBF114}" dt="2026-07-07T07:52:35.173" v="4338" actId="1076"/>
          <ac:spMkLst>
            <pc:docMk/>
            <pc:sldMk cId="2221556733" sldId="2147377445"/>
            <ac:spMk id="39" creationId="{D740D8B2-689C-88A8-DFA6-B8A5A24D7BB2}"/>
          </ac:spMkLst>
        </pc:spChg>
        <pc:spChg chg="add mod">
          <ac:chgData name="Pat Chang" userId="66bf8e14-25f7-4337-92bb-3d6bd43785cb" providerId="ADAL" clId="{A23B7F98-5C86-4C86-AD33-722562FBF114}" dt="2026-07-07T07:52:40.182" v="4339" actId="1076"/>
          <ac:spMkLst>
            <pc:docMk/>
            <pc:sldMk cId="2221556733" sldId="2147377445"/>
            <ac:spMk id="41" creationId="{BBDA3F55-03BE-6C6D-9F1C-8EB104365B22}"/>
          </ac:spMkLst>
        </pc:spChg>
        <pc:spChg chg="add mod">
          <ac:chgData name="Pat Chang" userId="66bf8e14-25f7-4337-92bb-3d6bd43785cb" providerId="ADAL" clId="{A23B7F98-5C86-4C86-AD33-722562FBF114}" dt="2026-07-07T07:53:36.969" v="4349" actId="1076"/>
          <ac:spMkLst>
            <pc:docMk/>
            <pc:sldMk cId="2221556733" sldId="2147377445"/>
            <ac:spMk id="43" creationId="{E16F6F53-CBED-0055-13E2-982BDFF20C1C}"/>
          </ac:spMkLst>
        </pc:spChg>
        <pc:spChg chg="add mod">
          <ac:chgData name="Pat Chang" userId="66bf8e14-25f7-4337-92bb-3d6bd43785cb" providerId="ADAL" clId="{A23B7F98-5C86-4C86-AD33-722562FBF114}" dt="2026-07-07T03:27:58.265" v="1058" actId="1076"/>
          <ac:spMkLst>
            <pc:docMk/>
            <pc:sldMk cId="2221556733" sldId="2147377445"/>
            <ac:spMk id="44" creationId="{E94E305C-3347-C136-8B86-7D162C89D6CF}"/>
          </ac:spMkLst>
        </pc:spChg>
        <pc:spChg chg="add mod">
          <ac:chgData name="Pat Chang" userId="66bf8e14-25f7-4337-92bb-3d6bd43785cb" providerId="ADAL" clId="{A23B7F98-5C86-4C86-AD33-722562FBF114}" dt="2026-07-07T03:28:06.841" v="1060" actId="1076"/>
          <ac:spMkLst>
            <pc:docMk/>
            <pc:sldMk cId="2221556733" sldId="2147377445"/>
            <ac:spMk id="46" creationId="{5165A3F5-95BA-505F-E6E9-66F02031E6D5}"/>
          </ac:spMkLst>
        </pc:spChg>
        <pc:spChg chg="add mod">
          <ac:chgData name="Pat Chang" userId="66bf8e14-25f7-4337-92bb-3d6bd43785cb" providerId="ADAL" clId="{A23B7F98-5C86-4C86-AD33-722562FBF114}" dt="2026-07-07T03:28:46.778" v="1073" actId="1038"/>
          <ac:spMkLst>
            <pc:docMk/>
            <pc:sldMk cId="2221556733" sldId="2147377445"/>
            <ac:spMk id="48" creationId="{5F4421F3-FA48-E848-933C-25A7EC593056}"/>
          </ac:spMkLst>
        </pc:spChg>
        <pc:spChg chg="add mod">
          <ac:chgData name="Pat Chang" userId="66bf8e14-25f7-4337-92bb-3d6bd43785cb" providerId="ADAL" clId="{A23B7F98-5C86-4C86-AD33-722562FBF114}" dt="2026-07-07T07:41:37.829" v="4304" actId="20577"/>
          <ac:spMkLst>
            <pc:docMk/>
            <pc:sldMk cId="2221556733" sldId="2147377445"/>
            <ac:spMk id="49" creationId="{095F012C-5297-CDDA-0A4F-340806FF8302}"/>
          </ac:spMkLst>
        </pc:spChg>
        <pc:spChg chg="add mod">
          <ac:chgData name="Pat Chang" userId="66bf8e14-25f7-4337-92bb-3d6bd43785cb" providerId="ADAL" clId="{A23B7F98-5C86-4C86-AD33-722562FBF114}" dt="2026-07-07T04:22:09.177" v="1299" actId="20577"/>
          <ac:spMkLst>
            <pc:docMk/>
            <pc:sldMk cId="2221556733" sldId="2147377445"/>
            <ac:spMk id="50" creationId="{70C1B9C5-0B33-78BE-E99B-997FAF8C150E}"/>
          </ac:spMkLst>
        </pc:spChg>
        <pc:spChg chg="add mod">
          <ac:chgData name="Pat Chang" userId="66bf8e14-25f7-4337-92bb-3d6bd43785cb" providerId="ADAL" clId="{A23B7F98-5C86-4C86-AD33-722562FBF114}" dt="2026-07-07T04:04:07.602" v="1128" actId="20577"/>
          <ac:spMkLst>
            <pc:docMk/>
            <pc:sldMk cId="2221556733" sldId="2147377445"/>
            <ac:spMk id="52" creationId="{0B4AB676-C484-17B0-FCBB-1E3139E9DEB4}"/>
          </ac:spMkLst>
        </pc:spChg>
        <pc:spChg chg="add del mod ord">
          <ac:chgData name="Pat Chang" userId="66bf8e14-25f7-4337-92bb-3d6bd43785cb" providerId="ADAL" clId="{A23B7F98-5C86-4C86-AD33-722562FBF114}" dt="2026-07-07T04:21:29.558" v="1286" actId="693"/>
          <ac:spMkLst>
            <pc:docMk/>
            <pc:sldMk cId="2221556733" sldId="2147377445"/>
            <ac:spMk id="61" creationId="{20528CAE-6266-58B9-D100-4949F9C7211E}"/>
          </ac:spMkLst>
        </pc:spChg>
        <pc:spChg chg="add mod topLvl">
          <ac:chgData name="Pat Chang" userId="66bf8e14-25f7-4337-92bb-3d6bd43785cb" providerId="ADAL" clId="{A23B7F98-5C86-4C86-AD33-722562FBF114}" dt="2026-07-07T04:20:32.376" v="1283" actId="693"/>
          <ac:spMkLst>
            <pc:docMk/>
            <pc:sldMk cId="2221556733" sldId="2147377445"/>
            <ac:spMk id="63" creationId="{7144EE09-CA63-52A2-5060-F30F71C9A84B}"/>
          </ac:spMkLst>
        </pc:spChg>
        <pc:spChg chg="add del">
          <ac:chgData name="Pat Chang" userId="66bf8e14-25f7-4337-92bb-3d6bd43785cb" providerId="ADAL" clId="{A23B7F98-5C86-4C86-AD33-722562FBF114}" dt="2026-07-07T06:58:33.237" v="3359" actId="478"/>
          <ac:spMkLst>
            <pc:docMk/>
            <pc:sldMk cId="2221556733" sldId="2147377445"/>
            <ac:spMk id="87" creationId="{6324EA72-295A-7DB4-B3D0-1D6A2DC78B61}"/>
          </ac:spMkLst>
        </pc:spChg>
        <pc:spChg chg="add del">
          <ac:chgData name="Pat Chang" userId="66bf8e14-25f7-4337-92bb-3d6bd43785cb" providerId="ADAL" clId="{A23B7F98-5C86-4C86-AD33-722562FBF114}" dt="2026-07-07T06:58:33.237" v="3359" actId="478"/>
          <ac:spMkLst>
            <pc:docMk/>
            <pc:sldMk cId="2221556733" sldId="2147377445"/>
            <ac:spMk id="89" creationId="{7B4FAD8C-F98C-18D9-A0B9-46B8E390EE90}"/>
          </ac:spMkLst>
        </pc:spChg>
        <pc:spChg chg="add del">
          <ac:chgData name="Pat Chang" userId="66bf8e14-25f7-4337-92bb-3d6bd43785cb" providerId="ADAL" clId="{A23B7F98-5C86-4C86-AD33-722562FBF114}" dt="2026-07-07T06:58:33.237" v="3359" actId="478"/>
          <ac:spMkLst>
            <pc:docMk/>
            <pc:sldMk cId="2221556733" sldId="2147377445"/>
            <ac:spMk id="91" creationId="{D54A4947-1C59-BEBD-7EAF-EFCEAEB6147C}"/>
          </ac:spMkLst>
        </pc:spChg>
        <pc:spChg chg="add del">
          <ac:chgData name="Pat Chang" userId="66bf8e14-25f7-4337-92bb-3d6bd43785cb" providerId="ADAL" clId="{A23B7F98-5C86-4C86-AD33-722562FBF114}" dt="2026-07-07T06:58:33.237" v="3359" actId="478"/>
          <ac:spMkLst>
            <pc:docMk/>
            <pc:sldMk cId="2221556733" sldId="2147377445"/>
            <ac:spMk id="93" creationId="{85E034EA-CBB8-EC16-26B0-16937DC047E8}"/>
          </ac:spMkLst>
        </pc:spChg>
        <pc:spChg chg="add del">
          <ac:chgData name="Pat Chang" userId="66bf8e14-25f7-4337-92bb-3d6bd43785cb" providerId="ADAL" clId="{A23B7F98-5C86-4C86-AD33-722562FBF114}" dt="2026-07-07T06:58:33.237" v="3359" actId="478"/>
          <ac:spMkLst>
            <pc:docMk/>
            <pc:sldMk cId="2221556733" sldId="2147377445"/>
            <ac:spMk id="95" creationId="{23A5115F-ECE7-70BA-DE62-82A918F04E6F}"/>
          </ac:spMkLst>
        </pc:spChg>
        <pc:spChg chg="add del mod">
          <ac:chgData name="Pat Chang" userId="66bf8e14-25f7-4337-92bb-3d6bd43785cb" providerId="ADAL" clId="{A23B7F98-5C86-4C86-AD33-722562FBF114}" dt="2026-07-07T06:58:33.237" v="3359" actId="478"/>
          <ac:spMkLst>
            <pc:docMk/>
            <pc:sldMk cId="2221556733" sldId="2147377445"/>
            <ac:spMk id="97" creationId="{E6A7EE4D-097C-435C-FCAA-CAC5942CD155}"/>
          </ac:spMkLst>
        </pc:spChg>
        <pc:spChg chg="add del mod">
          <ac:chgData name="Pat Chang" userId="66bf8e14-25f7-4337-92bb-3d6bd43785cb" providerId="ADAL" clId="{A23B7F98-5C86-4C86-AD33-722562FBF114}" dt="2026-07-07T06:58:33.237" v="3359" actId="478"/>
          <ac:spMkLst>
            <pc:docMk/>
            <pc:sldMk cId="2221556733" sldId="2147377445"/>
            <ac:spMk id="99" creationId="{DC583EE6-F200-A857-B483-CFEDCFF3FFB2}"/>
          </ac:spMkLst>
        </pc:spChg>
        <pc:spChg chg="add del">
          <ac:chgData name="Pat Chang" userId="66bf8e14-25f7-4337-92bb-3d6bd43785cb" providerId="ADAL" clId="{A23B7F98-5C86-4C86-AD33-722562FBF114}" dt="2026-07-07T06:58:33.237" v="3359" actId="478"/>
          <ac:spMkLst>
            <pc:docMk/>
            <pc:sldMk cId="2221556733" sldId="2147377445"/>
            <ac:spMk id="101" creationId="{8D23A353-B7E8-9375-9269-EB84CB211868}"/>
          </ac:spMkLst>
        </pc:spChg>
        <pc:grpChg chg="add del mod">
          <ac:chgData name="Pat Chang" userId="66bf8e14-25f7-4337-92bb-3d6bd43785cb" providerId="ADAL" clId="{A23B7F98-5C86-4C86-AD33-722562FBF114}" dt="2026-07-07T03:29:08.695" v="1076" actId="165"/>
          <ac:grpSpMkLst>
            <pc:docMk/>
            <pc:sldMk cId="2221556733" sldId="2147377445"/>
            <ac:grpSpMk id="39" creationId="{8926E90B-D018-3DFF-2326-BC9C84807DBE}"/>
          </ac:grpSpMkLst>
        </pc:grpChg>
        <pc:grpChg chg="add del mod">
          <ac:chgData name="Pat Chang" userId="66bf8e14-25f7-4337-92bb-3d6bd43785cb" providerId="ADAL" clId="{A23B7F98-5C86-4C86-AD33-722562FBF114}" dt="2026-07-07T04:16:07.646" v="1213" actId="478"/>
          <ac:grpSpMkLst>
            <pc:docMk/>
            <pc:sldMk cId="2221556733" sldId="2147377445"/>
            <ac:grpSpMk id="67" creationId="{0EF746FD-99DC-21EA-27AA-86BA7DB6749D}"/>
          </ac:grpSpMkLst>
        </pc:grpChg>
        <pc:picChg chg="add del mod">
          <ac:chgData name="Pat Chang" userId="66bf8e14-25f7-4337-92bb-3d6bd43785cb" providerId="ADAL" clId="{A23B7F98-5C86-4C86-AD33-722562FBF114}" dt="2026-07-07T03:06:27.580" v="661" actId="931"/>
          <ac:picMkLst>
            <pc:docMk/>
            <pc:sldMk cId="2221556733" sldId="2147377445"/>
            <ac:picMk id="26" creationId="{A44CAF8B-2FA5-6F9F-EB1E-2BBF524BCB97}"/>
          </ac:picMkLst>
        </pc:picChg>
        <pc:picChg chg="add mod">
          <ac:chgData name="Pat Chang" userId="66bf8e14-25f7-4337-92bb-3d6bd43785cb" providerId="ADAL" clId="{A23B7F98-5C86-4C86-AD33-722562FBF114}" dt="2026-07-07T04:12:39.060" v="1175" actId="1076"/>
          <ac:picMkLst>
            <pc:docMk/>
            <pc:sldMk cId="2221556733" sldId="2147377445"/>
            <ac:picMk id="54" creationId="{72E42666-7C0B-C642-02EF-F373254473EA}"/>
          </ac:picMkLst>
        </pc:picChg>
        <pc:picChg chg="add del mod">
          <ac:chgData name="Pat Chang" userId="66bf8e14-25f7-4337-92bb-3d6bd43785cb" providerId="ADAL" clId="{A23B7F98-5C86-4C86-AD33-722562FBF114}" dt="2026-07-07T04:10:54.429" v="1155" actId="478"/>
          <ac:picMkLst>
            <pc:docMk/>
            <pc:sldMk cId="2221556733" sldId="2147377445"/>
            <ac:picMk id="56" creationId="{836D2008-8928-201C-4414-2AFA5FFD0C0B}"/>
          </ac:picMkLst>
        </pc:picChg>
        <pc:picChg chg="add del mod">
          <ac:chgData name="Pat Chang" userId="66bf8e14-25f7-4337-92bb-3d6bd43785cb" providerId="ADAL" clId="{A23B7F98-5C86-4C86-AD33-722562FBF114}" dt="2026-07-07T04:10:33.308" v="1150" actId="478"/>
          <ac:picMkLst>
            <pc:docMk/>
            <pc:sldMk cId="2221556733" sldId="2147377445"/>
            <ac:picMk id="58" creationId="{8BE22273-7D5B-F47F-20F7-D1095BF0A473}"/>
          </ac:picMkLst>
        </pc:picChg>
        <pc:picChg chg="add del mod">
          <ac:chgData name="Pat Chang" userId="66bf8e14-25f7-4337-92bb-3d6bd43785cb" providerId="ADAL" clId="{A23B7F98-5C86-4C86-AD33-722562FBF114}" dt="2026-07-07T04:15:06.960" v="1196" actId="478"/>
          <ac:picMkLst>
            <pc:docMk/>
            <pc:sldMk cId="2221556733" sldId="2147377445"/>
            <ac:picMk id="60" creationId="{598B1A94-36E8-5B94-8E73-B89FDBF2DFD5}"/>
          </ac:picMkLst>
        </pc:picChg>
        <pc:picChg chg="add del mod">
          <ac:chgData name="Pat Chang" userId="66bf8e14-25f7-4337-92bb-3d6bd43785cb" providerId="ADAL" clId="{A23B7F98-5C86-4C86-AD33-722562FBF114}" dt="2026-07-07T04:13:55.009" v="1184" actId="478"/>
          <ac:picMkLst>
            <pc:docMk/>
            <pc:sldMk cId="2221556733" sldId="2147377445"/>
            <ac:picMk id="65" creationId="{295AD661-B899-6D7A-97F9-6E93B0B00278}"/>
          </ac:picMkLst>
        </pc:picChg>
        <pc:picChg chg="add del mod topLvl">
          <ac:chgData name="Pat Chang" userId="66bf8e14-25f7-4337-92bb-3d6bd43785cb" providerId="ADAL" clId="{A23B7F98-5C86-4C86-AD33-722562FBF114}" dt="2026-07-07T04:16:07.646" v="1213" actId="478"/>
          <ac:picMkLst>
            <pc:docMk/>
            <pc:sldMk cId="2221556733" sldId="2147377445"/>
            <ac:picMk id="66" creationId="{759ED44B-8752-4A49-B6CA-5203C29428D1}"/>
          </ac:picMkLst>
        </pc:picChg>
        <pc:picChg chg="add del mod">
          <ac:chgData name="Pat Chang" userId="66bf8e14-25f7-4337-92bb-3d6bd43785cb" providerId="ADAL" clId="{A23B7F98-5C86-4C86-AD33-722562FBF114}" dt="2026-07-07T04:15:20.152" v="1201" actId="478"/>
          <ac:picMkLst>
            <pc:docMk/>
            <pc:sldMk cId="2221556733" sldId="2147377445"/>
            <ac:picMk id="69" creationId="{B558FF97-0ECD-A64C-6275-997B4BCF7D00}"/>
          </ac:picMkLst>
        </pc:picChg>
        <pc:picChg chg="add mod">
          <ac:chgData name="Pat Chang" userId="66bf8e14-25f7-4337-92bb-3d6bd43785cb" providerId="ADAL" clId="{A23B7F98-5C86-4C86-AD33-722562FBF114}" dt="2026-07-07T04:15:33.302" v="1205" actId="1076"/>
          <ac:picMkLst>
            <pc:docMk/>
            <pc:sldMk cId="2221556733" sldId="2147377445"/>
            <ac:picMk id="71" creationId="{A8F3AE56-7349-D578-374B-F0D4CEA61619}"/>
          </ac:picMkLst>
        </pc:picChg>
        <pc:picChg chg="add del mod">
          <ac:chgData name="Pat Chang" userId="66bf8e14-25f7-4337-92bb-3d6bd43785cb" providerId="ADAL" clId="{A23B7F98-5C86-4C86-AD33-722562FBF114}" dt="2026-07-07T04:16:03.539" v="1211" actId="931"/>
          <ac:picMkLst>
            <pc:docMk/>
            <pc:sldMk cId="2221556733" sldId="2147377445"/>
            <ac:picMk id="73" creationId="{AB13704A-D403-0DC3-CAD0-650DC3B7E718}"/>
          </ac:picMkLst>
        </pc:picChg>
        <pc:picChg chg="add mod">
          <ac:chgData name="Pat Chang" userId="66bf8e14-25f7-4337-92bb-3d6bd43785cb" providerId="ADAL" clId="{A23B7F98-5C86-4C86-AD33-722562FBF114}" dt="2026-07-07T04:16:11.633" v="1216" actId="1076"/>
          <ac:picMkLst>
            <pc:docMk/>
            <pc:sldMk cId="2221556733" sldId="2147377445"/>
            <ac:picMk id="75" creationId="{39BB6943-4ED2-D3B3-30CF-3CFD9164EDA9}"/>
          </ac:picMkLst>
        </pc:picChg>
        <pc:picChg chg="add mod">
          <ac:chgData name="Pat Chang" userId="66bf8e14-25f7-4337-92bb-3d6bd43785cb" providerId="ADAL" clId="{A23B7F98-5C86-4C86-AD33-722562FBF114}" dt="2026-07-07T04:16:37.815" v="1220" actId="1076"/>
          <ac:picMkLst>
            <pc:docMk/>
            <pc:sldMk cId="2221556733" sldId="2147377445"/>
            <ac:picMk id="77" creationId="{F3F0CE32-2D12-0AF1-BE8A-BF1C5303CDCD}"/>
          </ac:picMkLst>
        </pc:picChg>
        <pc:cxnChg chg="add mod">
          <ac:chgData name="Pat Chang" userId="66bf8e14-25f7-4337-92bb-3d6bd43785cb" providerId="ADAL" clId="{A23B7F98-5C86-4C86-AD33-722562FBF114}" dt="2026-07-07T07:28:59.495" v="3986"/>
          <ac:cxnSpMkLst>
            <pc:docMk/>
            <pc:sldMk cId="2221556733" sldId="2147377445"/>
            <ac:cxnSpMk id="32" creationId="{D82AC9C4-50C5-F010-68A6-9F15EEB59CC4}"/>
          </ac:cxnSpMkLst>
        </pc:cxnChg>
        <pc:cxnChg chg="add mod">
          <ac:chgData name="Pat Chang" userId="66bf8e14-25f7-4337-92bb-3d6bd43785cb" providerId="ADAL" clId="{A23B7F98-5C86-4C86-AD33-722562FBF114}" dt="2026-07-07T07:53:08.351" v="4347" actId="1076"/>
          <ac:cxnSpMkLst>
            <pc:docMk/>
            <pc:sldMk cId="2221556733" sldId="2147377445"/>
            <ac:cxnSpMk id="33" creationId="{1A0B4071-7507-C2F6-84FC-7174AED2630F}"/>
          </ac:cxnSpMkLst>
        </pc:cxnChg>
        <pc:cxnChg chg="add mod">
          <ac:chgData name="Pat Chang" userId="66bf8e14-25f7-4337-92bb-3d6bd43785cb" providerId="ADAL" clId="{A23B7F98-5C86-4C86-AD33-722562FBF114}" dt="2026-07-07T07:52:35.173" v="4338" actId="1076"/>
          <ac:cxnSpMkLst>
            <pc:docMk/>
            <pc:sldMk cId="2221556733" sldId="2147377445"/>
            <ac:cxnSpMk id="40" creationId="{D6D2B1E9-9F10-F60C-86B9-5094B3B3A48A}"/>
          </ac:cxnSpMkLst>
        </pc:cxnChg>
        <pc:cxnChg chg="add mod">
          <ac:chgData name="Pat Chang" userId="66bf8e14-25f7-4337-92bb-3d6bd43785cb" providerId="ADAL" clId="{A23B7F98-5C86-4C86-AD33-722562FBF114}" dt="2026-07-07T07:52:40.182" v="4339" actId="1076"/>
          <ac:cxnSpMkLst>
            <pc:docMk/>
            <pc:sldMk cId="2221556733" sldId="2147377445"/>
            <ac:cxnSpMk id="79" creationId="{B93E4821-E13C-D603-517B-D5411FCB29B7}"/>
          </ac:cxnSpMkLst>
        </pc:cxnChg>
        <pc:cxnChg chg="add mod">
          <ac:chgData name="Pat Chang" userId="66bf8e14-25f7-4337-92bb-3d6bd43785cb" providerId="ADAL" clId="{A23B7F98-5C86-4C86-AD33-722562FBF114}" dt="2026-07-07T07:53:36.969" v="4349" actId="1076"/>
          <ac:cxnSpMkLst>
            <pc:docMk/>
            <pc:sldMk cId="2221556733" sldId="2147377445"/>
            <ac:cxnSpMk id="80" creationId="{1C67FE27-7958-5CC0-7DDD-3E168479B006}"/>
          </ac:cxnSpMkLst>
        </pc:cxnChg>
      </pc:sldChg>
      <pc:sldChg chg="addSp delSp modSp add mod">
        <pc:chgData name="Pat Chang" userId="66bf8e14-25f7-4337-92bb-3d6bd43785cb" providerId="ADAL" clId="{A23B7F98-5C86-4C86-AD33-722562FBF114}" dt="2026-07-07T06:54:37.556" v="3330" actId="1076"/>
        <pc:sldMkLst>
          <pc:docMk/>
          <pc:sldMk cId="997031005" sldId="2147377446"/>
        </pc:sldMkLst>
        <pc:spChg chg="mod">
          <ac:chgData name="Pat Chang" userId="66bf8e14-25f7-4337-92bb-3d6bd43785cb" providerId="ADAL" clId="{A23B7F98-5C86-4C86-AD33-722562FBF114}" dt="2026-07-07T06:19:42.236" v="2037" actId="20577"/>
          <ac:spMkLst>
            <pc:docMk/>
            <pc:sldMk cId="997031005" sldId="2147377446"/>
            <ac:spMk id="2" creationId="{836EA9CB-36E5-B478-5D64-FDD5297C2FAC}"/>
          </ac:spMkLst>
        </pc:spChg>
        <pc:spChg chg="del">
          <ac:chgData name="Pat Chang" userId="66bf8e14-25f7-4337-92bb-3d6bd43785cb" providerId="ADAL" clId="{A23B7F98-5C86-4C86-AD33-722562FBF114}" dt="2026-07-07T06:19:44.721" v="2038" actId="478"/>
          <ac:spMkLst>
            <pc:docMk/>
            <pc:sldMk cId="997031005" sldId="2147377446"/>
            <ac:spMk id="5" creationId="{E5C79E88-B3C2-B86E-76E8-D02F094AD0DE}"/>
          </ac:spMkLst>
        </pc:spChg>
        <pc:spChg chg="mod">
          <ac:chgData name="Pat Chang" userId="66bf8e14-25f7-4337-92bb-3d6bd43785cb" providerId="ADAL" clId="{A23B7F98-5C86-4C86-AD33-722562FBF114}" dt="2026-07-07T06:19:12.167" v="2019" actId="108"/>
          <ac:spMkLst>
            <pc:docMk/>
            <pc:sldMk cId="997031005" sldId="2147377446"/>
            <ac:spMk id="6" creationId="{A5FD5553-9307-0625-8E47-2768B7853A01}"/>
          </ac:spMkLst>
        </pc:spChg>
        <pc:spChg chg="add mod">
          <ac:chgData name="Pat Chang" userId="66bf8e14-25f7-4337-92bb-3d6bd43785cb" providerId="ADAL" clId="{A23B7F98-5C86-4C86-AD33-722562FBF114}" dt="2026-07-07T06:54:37.556" v="3330" actId="1076"/>
          <ac:spMkLst>
            <pc:docMk/>
            <pc:sldMk cId="997031005" sldId="2147377446"/>
            <ac:spMk id="7" creationId="{4B00658E-E49E-C928-911D-4481F9F93228}"/>
          </ac:spMkLst>
        </pc:spChg>
        <pc:spChg chg="mod">
          <ac:chgData name="Pat Chang" userId="66bf8e14-25f7-4337-92bb-3d6bd43785cb" providerId="ADAL" clId="{A23B7F98-5C86-4C86-AD33-722562FBF114}" dt="2026-07-07T06:19:15.225" v="2020" actId="108"/>
          <ac:spMkLst>
            <pc:docMk/>
            <pc:sldMk cId="997031005" sldId="2147377446"/>
            <ac:spMk id="8" creationId="{CD86C588-1241-51E0-50B4-6309FBA822C4}"/>
          </ac:spMkLst>
        </pc:spChg>
        <pc:spChg chg="mod">
          <ac:chgData name="Pat Chang" userId="66bf8e14-25f7-4337-92bb-3d6bd43785cb" providerId="ADAL" clId="{A23B7F98-5C86-4C86-AD33-722562FBF114}" dt="2026-07-07T06:49:49.533" v="3080" actId="14100"/>
          <ac:spMkLst>
            <pc:docMk/>
            <pc:sldMk cId="997031005" sldId="2147377446"/>
            <ac:spMk id="9" creationId="{B0329105-BD58-3496-668A-9013F8082845}"/>
          </ac:spMkLst>
        </pc:spChg>
        <pc:spChg chg="mod">
          <ac:chgData name="Pat Chang" userId="66bf8e14-25f7-4337-92bb-3d6bd43785cb" providerId="ADAL" clId="{A23B7F98-5C86-4C86-AD33-722562FBF114}" dt="2026-07-07T06:49:55.295" v="3084" actId="404"/>
          <ac:spMkLst>
            <pc:docMk/>
            <pc:sldMk cId="997031005" sldId="2147377446"/>
            <ac:spMk id="11" creationId="{22CC82EB-575D-CD01-9A76-CBC45D9C7209}"/>
          </ac:spMkLst>
        </pc:spChg>
        <pc:spChg chg="mod">
          <ac:chgData name="Pat Chang" userId="66bf8e14-25f7-4337-92bb-3d6bd43785cb" providerId="ADAL" clId="{A23B7F98-5C86-4C86-AD33-722562FBF114}" dt="2026-07-07T06:49:55.295" v="3084" actId="404"/>
          <ac:spMkLst>
            <pc:docMk/>
            <pc:sldMk cId="997031005" sldId="2147377446"/>
            <ac:spMk id="21" creationId="{54E72FF3-DCF9-70E6-5D63-6B844A40D55F}"/>
          </ac:spMkLst>
        </pc:spChg>
        <pc:spChg chg="del">
          <ac:chgData name="Pat Chang" userId="66bf8e14-25f7-4337-92bb-3d6bd43785cb" providerId="ADAL" clId="{A23B7F98-5C86-4C86-AD33-722562FBF114}" dt="2026-07-07T06:19:22.897" v="2022" actId="478"/>
          <ac:spMkLst>
            <pc:docMk/>
            <pc:sldMk cId="997031005" sldId="2147377446"/>
            <ac:spMk id="23" creationId="{12923C51-5A84-AE68-00F2-6975C0B44284}"/>
          </ac:spMkLst>
        </pc:spChg>
        <pc:spChg chg="del">
          <ac:chgData name="Pat Chang" userId="66bf8e14-25f7-4337-92bb-3d6bd43785cb" providerId="ADAL" clId="{A23B7F98-5C86-4C86-AD33-722562FBF114}" dt="2026-07-07T06:19:22.897" v="2022" actId="478"/>
          <ac:spMkLst>
            <pc:docMk/>
            <pc:sldMk cId="997031005" sldId="2147377446"/>
            <ac:spMk id="24" creationId="{E851D6BF-0DFD-7749-969B-558A15C8BC38}"/>
          </ac:spMkLst>
        </pc:spChg>
        <pc:spChg chg="del">
          <ac:chgData name="Pat Chang" userId="66bf8e14-25f7-4337-92bb-3d6bd43785cb" providerId="ADAL" clId="{A23B7F98-5C86-4C86-AD33-722562FBF114}" dt="2026-07-07T06:19:22.897" v="2022" actId="478"/>
          <ac:spMkLst>
            <pc:docMk/>
            <pc:sldMk cId="997031005" sldId="2147377446"/>
            <ac:spMk id="25" creationId="{FEE8C0F0-558D-2445-7FDE-6EEB8C705D59}"/>
          </ac:spMkLst>
        </pc:spChg>
        <pc:spChg chg="del">
          <ac:chgData name="Pat Chang" userId="66bf8e14-25f7-4337-92bb-3d6bd43785cb" providerId="ADAL" clId="{A23B7F98-5C86-4C86-AD33-722562FBF114}" dt="2026-07-07T06:19:22.897" v="2022" actId="478"/>
          <ac:spMkLst>
            <pc:docMk/>
            <pc:sldMk cId="997031005" sldId="2147377446"/>
            <ac:spMk id="26" creationId="{E5650B6C-D999-7E06-C674-C868D17D0BE4}"/>
          </ac:spMkLst>
        </pc:spChg>
        <pc:spChg chg="del">
          <ac:chgData name="Pat Chang" userId="66bf8e14-25f7-4337-92bb-3d6bd43785cb" providerId="ADAL" clId="{A23B7F98-5C86-4C86-AD33-722562FBF114}" dt="2026-07-07T06:19:22.897" v="2022" actId="478"/>
          <ac:spMkLst>
            <pc:docMk/>
            <pc:sldMk cId="997031005" sldId="2147377446"/>
            <ac:spMk id="27" creationId="{33729E1E-D2C3-C1C1-5069-7974B78C1A67}"/>
          </ac:spMkLst>
        </pc:spChg>
        <pc:spChg chg="mod">
          <ac:chgData name="Pat Chang" userId="66bf8e14-25f7-4337-92bb-3d6bd43785cb" providerId="ADAL" clId="{A23B7F98-5C86-4C86-AD33-722562FBF114}" dt="2026-07-07T06:49:55.295" v="3084" actId="404"/>
          <ac:spMkLst>
            <pc:docMk/>
            <pc:sldMk cId="997031005" sldId="2147377446"/>
            <ac:spMk id="29" creationId="{06DC74D6-EE5F-405E-EA9D-E5411B7A91FF}"/>
          </ac:spMkLst>
        </pc:spChg>
        <pc:spChg chg="add mod">
          <ac:chgData name="Pat Chang" userId="66bf8e14-25f7-4337-92bb-3d6bd43785cb" providerId="ADAL" clId="{A23B7F98-5C86-4C86-AD33-722562FBF114}" dt="2026-07-07T06:50:20.776" v="3096" actId="1076"/>
          <ac:spMkLst>
            <pc:docMk/>
            <pc:sldMk cId="997031005" sldId="2147377446"/>
            <ac:spMk id="31" creationId="{BF13A1AC-98CA-6906-9660-393BBEDEC8B0}"/>
          </ac:spMkLst>
        </pc:spChg>
        <pc:spChg chg="del">
          <ac:chgData name="Pat Chang" userId="66bf8e14-25f7-4337-92bb-3d6bd43785cb" providerId="ADAL" clId="{A23B7F98-5C86-4C86-AD33-722562FBF114}" dt="2026-07-07T06:49:11.996" v="3062" actId="478"/>
          <ac:spMkLst>
            <pc:docMk/>
            <pc:sldMk cId="997031005" sldId="2147377446"/>
            <ac:spMk id="33" creationId="{CAD3F369-B906-2598-C063-1F3956B2454E}"/>
          </ac:spMkLst>
        </pc:spChg>
        <pc:spChg chg="del mod">
          <ac:chgData name="Pat Chang" userId="66bf8e14-25f7-4337-92bb-3d6bd43785cb" providerId="ADAL" clId="{A23B7F98-5C86-4C86-AD33-722562FBF114}" dt="2026-07-07T06:49:34.781" v="3074" actId="478"/>
          <ac:spMkLst>
            <pc:docMk/>
            <pc:sldMk cId="997031005" sldId="2147377446"/>
            <ac:spMk id="35" creationId="{AE4B5586-0790-8B18-5F79-E899E4A4DCEF}"/>
          </ac:spMkLst>
        </pc:spChg>
        <pc:spChg chg="del">
          <ac:chgData name="Pat Chang" userId="66bf8e14-25f7-4337-92bb-3d6bd43785cb" providerId="ADAL" clId="{A23B7F98-5C86-4C86-AD33-722562FBF114}" dt="2026-07-07T06:49:35.650" v="3075" actId="478"/>
          <ac:spMkLst>
            <pc:docMk/>
            <pc:sldMk cId="997031005" sldId="2147377446"/>
            <ac:spMk id="37" creationId="{94C77027-24E1-8608-41B4-3492BB29CD76}"/>
          </ac:spMkLst>
        </pc:spChg>
        <pc:spChg chg="del mod">
          <ac:chgData name="Pat Chang" userId="66bf8e14-25f7-4337-92bb-3d6bd43785cb" providerId="ADAL" clId="{A23B7F98-5C86-4C86-AD33-722562FBF114}" dt="2026-07-07T06:20:29.258" v="2069" actId="478"/>
          <ac:spMkLst>
            <pc:docMk/>
            <pc:sldMk cId="997031005" sldId="2147377446"/>
            <ac:spMk id="39" creationId="{01E3A9DE-E72D-3675-7607-39DAB0272B60}"/>
          </ac:spMkLst>
        </pc:spChg>
        <pc:spChg chg="mod">
          <ac:chgData name="Pat Chang" userId="66bf8e14-25f7-4337-92bb-3d6bd43785cb" providerId="ADAL" clId="{A23B7F98-5C86-4C86-AD33-722562FBF114}" dt="2026-07-07T06:49:55.295" v="3084" actId="404"/>
          <ac:spMkLst>
            <pc:docMk/>
            <pc:sldMk cId="997031005" sldId="2147377446"/>
            <ac:spMk id="41" creationId="{EBB3DCCC-353E-421A-C164-E00EFD6840D9}"/>
          </ac:spMkLst>
        </pc:spChg>
        <pc:spChg chg="mod">
          <ac:chgData name="Pat Chang" userId="66bf8e14-25f7-4337-92bb-3d6bd43785cb" providerId="ADAL" clId="{A23B7F98-5C86-4C86-AD33-722562FBF114}" dt="2026-07-07T06:49:55.295" v="3084" actId="404"/>
          <ac:spMkLst>
            <pc:docMk/>
            <pc:sldMk cId="997031005" sldId="2147377446"/>
            <ac:spMk id="43" creationId="{06C54266-0846-D788-B765-74F8CCD3D8D5}"/>
          </ac:spMkLst>
        </pc:spChg>
        <pc:spChg chg="mod">
          <ac:chgData name="Pat Chang" userId="66bf8e14-25f7-4337-92bb-3d6bd43785cb" providerId="ADAL" clId="{A23B7F98-5C86-4C86-AD33-722562FBF114}" dt="2026-07-07T06:49:55.295" v="3084" actId="404"/>
          <ac:spMkLst>
            <pc:docMk/>
            <pc:sldMk cId="997031005" sldId="2147377446"/>
            <ac:spMk id="45" creationId="{15C86DEB-A77B-8C0B-313B-75064F180224}"/>
          </ac:spMkLst>
        </pc:spChg>
        <pc:spChg chg="mod">
          <ac:chgData name="Pat Chang" userId="66bf8e14-25f7-4337-92bb-3d6bd43785cb" providerId="ADAL" clId="{A23B7F98-5C86-4C86-AD33-722562FBF114}" dt="2026-07-07T06:50:24.474" v="3097" actId="1076"/>
          <ac:spMkLst>
            <pc:docMk/>
            <pc:sldMk cId="997031005" sldId="2147377446"/>
            <ac:spMk id="47" creationId="{F4BDAAE5-3521-E222-7873-44349EB12C28}"/>
          </ac:spMkLst>
        </pc:spChg>
        <pc:spChg chg="add mod">
          <ac:chgData name="Pat Chang" userId="66bf8e14-25f7-4337-92bb-3d6bd43785cb" providerId="ADAL" clId="{A23B7F98-5C86-4C86-AD33-722562FBF114}" dt="2026-07-07T06:47:55.009" v="3052" actId="242"/>
          <ac:spMkLst>
            <pc:docMk/>
            <pc:sldMk cId="997031005" sldId="2147377446"/>
            <ac:spMk id="51" creationId="{55C19B0F-C3D2-7198-E1AC-23CBA3EA8E51}"/>
          </ac:spMkLst>
        </pc:spChg>
        <pc:spChg chg="add">
          <ac:chgData name="Pat Chang" userId="66bf8e14-25f7-4337-92bb-3d6bd43785cb" providerId="ADAL" clId="{A23B7F98-5C86-4C86-AD33-722562FBF114}" dt="2026-07-07T06:19:34.670" v="2023" actId="22"/>
          <ac:spMkLst>
            <pc:docMk/>
            <pc:sldMk cId="997031005" sldId="2147377446"/>
            <ac:spMk id="57" creationId="{34D2DC3E-530A-6475-EF38-6A26B4C8E611}"/>
          </ac:spMkLst>
        </pc:spChg>
        <pc:spChg chg="add">
          <ac:chgData name="Pat Chang" userId="66bf8e14-25f7-4337-92bb-3d6bd43785cb" providerId="ADAL" clId="{A23B7F98-5C86-4C86-AD33-722562FBF114}" dt="2026-07-07T06:19:34.670" v="2023" actId="22"/>
          <ac:spMkLst>
            <pc:docMk/>
            <pc:sldMk cId="997031005" sldId="2147377446"/>
            <ac:spMk id="69" creationId="{65629F69-09E3-22EE-EAEE-0685964BC1F9}"/>
          </ac:spMkLst>
        </pc:spChg>
        <pc:spChg chg="add">
          <ac:chgData name="Pat Chang" userId="66bf8e14-25f7-4337-92bb-3d6bd43785cb" providerId="ADAL" clId="{A23B7F98-5C86-4C86-AD33-722562FBF114}" dt="2026-07-07T06:19:34.670" v="2023" actId="22"/>
          <ac:spMkLst>
            <pc:docMk/>
            <pc:sldMk cId="997031005" sldId="2147377446"/>
            <ac:spMk id="71" creationId="{4B978F99-4637-C642-8CBF-B5386B6D8976}"/>
          </ac:spMkLst>
        </pc:spChg>
        <pc:spChg chg="add">
          <ac:chgData name="Pat Chang" userId="66bf8e14-25f7-4337-92bb-3d6bd43785cb" providerId="ADAL" clId="{A23B7F98-5C86-4C86-AD33-722562FBF114}" dt="2026-07-07T06:19:34.670" v="2023" actId="22"/>
          <ac:spMkLst>
            <pc:docMk/>
            <pc:sldMk cId="997031005" sldId="2147377446"/>
            <ac:spMk id="89" creationId="{2AAB7EFC-115E-4D04-E490-E9741234E24B}"/>
          </ac:spMkLst>
        </pc:spChg>
        <pc:spChg chg="add">
          <ac:chgData name="Pat Chang" userId="66bf8e14-25f7-4337-92bb-3d6bd43785cb" providerId="ADAL" clId="{A23B7F98-5C86-4C86-AD33-722562FBF114}" dt="2026-07-07T06:19:34.670" v="2023" actId="22"/>
          <ac:spMkLst>
            <pc:docMk/>
            <pc:sldMk cId="997031005" sldId="2147377446"/>
            <ac:spMk id="91" creationId="{A60F5DE1-AA49-779C-079E-56BB55D18933}"/>
          </ac:spMkLst>
        </pc:spChg>
        <pc:spChg chg="mod">
          <ac:chgData name="Pat Chang" userId="66bf8e14-25f7-4337-92bb-3d6bd43785cb" providerId="ADAL" clId="{A23B7F98-5C86-4C86-AD33-722562FBF114}" dt="2026-07-07T06:51:28.307" v="3110" actId="1076"/>
          <ac:spMkLst>
            <pc:docMk/>
            <pc:sldMk cId="997031005" sldId="2147377446"/>
            <ac:spMk id="97" creationId="{6055CC4B-15AC-85F0-7976-831048485C5C}"/>
          </ac:spMkLst>
        </pc:spChg>
        <pc:spChg chg="mod">
          <ac:chgData name="Pat Chang" userId="66bf8e14-25f7-4337-92bb-3d6bd43785cb" providerId="ADAL" clId="{A23B7F98-5C86-4C86-AD33-722562FBF114}" dt="2026-07-07T06:51:36.187" v="3114" actId="404"/>
          <ac:spMkLst>
            <pc:docMk/>
            <pc:sldMk cId="997031005" sldId="2147377446"/>
            <ac:spMk id="99" creationId="{3F4D3397-B7B0-3FE1-3B86-E369436A263D}"/>
          </ac:spMkLst>
        </pc:spChg>
        <pc:spChg chg="del mod">
          <ac:chgData name="Pat Chang" userId="66bf8e14-25f7-4337-92bb-3d6bd43785cb" providerId="ADAL" clId="{A23B7F98-5C86-4C86-AD33-722562FBF114}" dt="2026-07-07T06:47:37.701" v="3045" actId="478"/>
          <ac:spMkLst>
            <pc:docMk/>
            <pc:sldMk cId="997031005" sldId="2147377446"/>
            <ac:spMk id="101" creationId="{A14BEC7D-5212-97E3-B907-90813D0DE6C4}"/>
          </ac:spMkLst>
        </pc:spChg>
        <pc:spChg chg="del">
          <ac:chgData name="Pat Chang" userId="66bf8e14-25f7-4337-92bb-3d6bd43785cb" providerId="ADAL" clId="{A23B7F98-5C86-4C86-AD33-722562FBF114}" dt="2026-07-07T06:47:39.445" v="3046" actId="478"/>
          <ac:spMkLst>
            <pc:docMk/>
            <pc:sldMk cId="997031005" sldId="2147377446"/>
            <ac:spMk id="103" creationId="{DB730F30-1618-76EE-0F9A-A74C0FC2AB04}"/>
          </ac:spMkLst>
        </pc:spChg>
        <pc:spChg chg="del">
          <ac:chgData name="Pat Chang" userId="66bf8e14-25f7-4337-92bb-3d6bd43785cb" providerId="ADAL" clId="{A23B7F98-5C86-4C86-AD33-722562FBF114}" dt="2026-07-07T06:47:41.500" v="3048" actId="478"/>
          <ac:spMkLst>
            <pc:docMk/>
            <pc:sldMk cId="997031005" sldId="2147377446"/>
            <ac:spMk id="105" creationId="{6DE1ADA1-7934-4D0F-873E-39048D2FDE83}"/>
          </ac:spMkLst>
        </pc:spChg>
        <pc:spChg chg="del mod">
          <ac:chgData name="Pat Chang" userId="66bf8e14-25f7-4337-92bb-3d6bd43785cb" providerId="ADAL" clId="{A23B7F98-5C86-4C86-AD33-722562FBF114}" dt="2026-07-07T06:47:40.691" v="3047" actId="478"/>
          <ac:spMkLst>
            <pc:docMk/>
            <pc:sldMk cId="997031005" sldId="2147377446"/>
            <ac:spMk id="107" creationId="{0440DEE0-69BE-7538-8B69-A60E138E833D}"/>
          </ac:spMkLst>
        </pc:spChg>
        <pc:spChg chg="mod">
          <ac:chgData name="Pat Chang" userId="66bf8e14-25f7-4337-92bb-3d6bd43785cb" providerId="ADAL" clId="{A23B7F98-5C86-4C86-AD33-722562FBF114}" dt="2026-07-07T06:52:05.317" v="3122" actId="403"/>
          <ac:spMkLst>
            <pc:docMk/>
            <pc:sldMk cId="997031005" sldId="2147377446"/>
            <ac:spMk id="109" creationId="{07A225E8-C5D8-8AB4-F059-85B94D06B04F}"/>
          </ac:spMkLst>
        </pc:spChg>
        <pc:spChg chg="mod">
          <ac:chgData name="Pat Chang" userId="66bf8e14-25f7-4337-92bb-3d6bd43785cb" providerId="ADAL" clId="{A23B7F98-5C86-4C86-AD33-722562FBF114}" dt="2026-07-07T06:52:05.317" v="3122" actId="403"/>
          <ac:spMkLst>
            <pc:docMk/>
            <pc:sldMk cId="997031005" sldId="2147377446"/>
            <ac:spMk id="111" creationId="{D229DE5F-ACF4-035C-6C42-5C447A88FE72}"/>
          </ac:spMkLst>
        </pc:spChg>
        <pc:spChg chg="mod">
          <ac:chgData name="Pat Chang" userId="66bf8e14-25f7-4337-92bb-3d6bd43785cb" providerId="ADAL" clId="{A23B7F98-5C86-4C86-AD33-722562FBF114}" dt="2026-07-07T06:52:05.317" v="3122" actId="403"/>
          <ac:spMkLst>
            <pc:docMk/>
            <pc:sldMk cId="997031005" sldId="2147377446"/>
            <ac:spMk id="115" creationId="{00B16F95-D6F5-B578-6EDB-954E38145A92}"/>
          </ac:spMkLst>
        </pc:spChg>
        <pc:spChg chg="add">
          <ac:chgData name="Pat Chang" userId="66bf8e14-25f7-4337-92bb-3d6bd43785cb" providerId="ADAL" clId="{A23B7F98-5C86-4C86-AD33-722562FBF114}" dt="2026-07-07T06:19:34.670" v="2023" actId="22"/>
          <ac:spMkLst>
            <pc:docMk/>
            <pc:sldMk cId="997031005" sldId="2147377446"/>
            <ac:spMk id="117" creationId="{1F08B260-5021-9EE9-5F42-A5E1C308013B}"/>
          </ac:spMkLst>
        </pc:spChg>
        <pc:spChg chg="mod">
          <ac:chgData name="Pat Chang" userId="66bf8e14-25f7-4337-92bb-3d6bd43785cb" providerId="ADAL" clId="{A23B7F98-5C86-4C86-AD33-722562FBF114}" dt="2026-07-07T06:52:05.317" v="3122" actId="403"/>
          <ac:spMkLst>
            <pc:docMk/>
            <pc:sldMk cId="997031005" sldId="2147377446"/>
            <ac:spMk id="119" creationId="{E359F089-2AFA-757B-8BE4-E070D64BB974}"/>
          </ac:spMkLst>
        </pc:spChg>
        <pc:spChg chg="mod">
          <ac:chgData name="Pat Chang" userId="66bf8e14-25f7-4337-92bb-3d6bd43785cb" providerId="ADAL" clId="{A23B7F98-5C86-4C86-AD33-722562FBF114}" dt="2026-07-07T06:48:06.364" v="3055" actId="14100"/>
          <ac:spMkLst>
            <pc:docMk/>
            <pc:sldMk cId="997031005" sldId="2147377446"/>
            <ac:spMk id="121" creationId="{6DE48D18-7E3E-C714-BFD4-CDCAAE828BFF}"/>
          </ac:spMkLst>
        </pc:spChg>
        <pc:spChg chg="mod">
          <ac:chgData name="Pat Chang" userId="66bf8e14-25f7-4337-92bb-3d6bd43785cb" providerId="ADAL" clId="{A23B7F98-5C86-4C86-AD33-722562FBF114}" dt="2026-07-07T06:52:05.317" v="3122" actId="403"/>
          <ac:spMkLst>
            <pc:docMk/>
            <pc:sldMk cId="997031005" sldId="2147377446"/>
            <ac:spMk id="123" creationId="{11D34FF8-4209-057B-9D57-F5E792AC4702}"/>
          </ac:spMkLst>
        </pc:spChg>
        <pc:spChg chg="mod">
          <ac:chgData name="Pat Chang" userId="66bf8e14-25f7-4337-92bb-3d6bd43785cb" providerId="ADAL" clId="{A23B7F98-5C86-4C86-AD33-722562FBF114}" dt="2026-07-07T06:52:05.317" v="3122" actId="403"/>
          <ac:spMkLst>
            <pc:docMk/>
            <pc:sldMk cId="997031005" sldId="2147377446"/>
            <ac:spMk id="125" creationId="{0A2EB2E1-BB1D-C63D-54BA-C9C0A890C30D}"/>
          </ac:spMkLst>
        </pc:spChg>
        <pc:spChg chg="mod">
          <ac:chgData name="Pat Chang" userId="66bf8e14-25f7-4337-92bb-3d6bd43785cb" providerId="ADAL" clId="{A23B7F98-5C86-4C86-AD33-722562FBF114}" dt="2026-07-07T06:52:05.317" v="3122" actId="403"/>
          <ac:spMkLst>
            <pc:docMk/>
            <pc:sldMk cId="997031005" sldId="2147377446"/>
            <ac:spMk id="129" creationId="{91CD44D8-1BA2-6345-0EA2-557B1743332A}"/>
          </ac:spMkLst>
        </pc:spChg>
        <pc:spChg chg="mod">
          <ac:chgData name="Pat Chang" userId="66bf8e14-25f7-4337-92bb-3d6bd43785cb" providerId="ADAL" clId="{A23B7F98-5C86-4C86-AD33-722562FBF114}" dt="2026-07-07T06:48:06.364" v="3055" actId="14100"/>
          <ac:spMkLst>
            <pc:docMk/>
            <pc:sldMk cId="997031005" sldId="2147377446"/>
            <ac:spMk id="131" creationId="{E44DE08B-0C03-705B-AB5B-E01A9D76C26F}"/>
          </ac:spMkLst>
        </pc:spChg>
        <pc:spChg chg="mod">
          <ac:chgData name="Pat Chang" userId="66bf8e14-25f7-4337-92bb-3d6bd43785cb" providerId="ADAL" clId="{A23B7F98-5C86-4C86-AD33-722562FBF114}" dt="2026-07-07T06:52:05.317" v="3122" actId="403"/>
          <ac:spMkLst>
            <pc:docMk/>
            <pc:sldMk cId="997031005" sldId="2147377446"/>
            <ac:spMk id="133" creationId="{78B572BE-F03E-618A-741F-A4355CB50711}"/>
          </ac:spMkLst>
        </pc:spChg>
        <pc:spChg chg="mod">
          <ac:chgData name="Pat Chang" userId="66bf8e14-25f7-4337-92bb-3d6bd43785cb" providerId="ADAL" clId="{A23B7F98-5C86-4C86-AD33-722562FBF114}" dt="2026-07-07T06:52:05.317" v="3122" actId="403"/>
          <ac:spMkLst>
            <pc:docMk/>
            <pc:sldMk cId="997031005" sldId="2147377446"/>
            <ac:spMk id="137" creationId="{F1FD5A22-92F4-9EA2-2623-62698F8E9B7C}"/>
          </ac:spMkLst>
        </pc:spChg>
        <pc:spChg chg="mod">
          <ac:chgData name="Pat Chang" userId="66bf8e14-25f7-4337-92bb-3d6bd43785cb" providerId="ADAL" clId="{A23B7F98-5C86-4C86-AD33-722562FBF114}" dt="2026-07-07T06:52:05.317" v="3122" actId="403"/>
          <ac:spMkLst>
            <pc:docMk/>
            <pc:sldMk cId="997031005" sldId="2147377446"/>
            <ac:spMk id="141" creationId="{5CF9F3C6-5A78-5C05-1AC8-2AE60729888A}"/>
          </ac:spMkLst>
        </pc:spChg>
        <pc:spChg chg="mod">
          <ac:chgData name="Pat Chang" userId="66bf8e14-25f7-4337-92bb-3d6bd43785cb" providerId="ADAL" clId="{A23B7F98-5C86-4C86-AD33-722562FBF114}" dt="2026-07-07T06:54:23.323" v="3327" actId="20577"/>
          <ac:spMkLst>
            <pc:docMk/>
            <pc:sldMk cId="997031005" sldId="2147377446"/>
            <ac:spMk id="143" creationId="{BDEFE38F-1F62-726E-68D0-FD1A554E1281}"/>
          </ac:spMkLst>
        </pc:spChg>
        <pc:spChg chg="add">
          <ac:chgData name="Pat Chang" userId="66bf8e14-25f7-4337-92bb-3d6bd43785cb" providerId="ADAL" clId="{A23B7F98-5C86-4C86-AD33-722562FBF114}" dt="2026-07-07T06:19:34.670" v="2023" actId="22"/>
          <ac:spMkLst>
            <pc:docMk/>
            <pc:sldMk cId="997031005" sldId="2147377446"/>
            <ac:spMk id="145" creationId="{1442AA93-732D-D342-F4C5-5E266B918F2C}"/>
          </ac:spMkLst>
        </pc:spChg>
        <pc:spChg chg="add mod">
          <ac:chgData name="Pat Chang" userId="66bf8e14-25f7-4337-92bb-3d6bd43785cb" providerId="ADAL" clId="{A23B7F98-5C86-4C86-AD33-722562FBF114}" dt="2026-07-07T06:54:30.951" v="3329" actId="6549"/>
          <ac:spMkLst>
            <pc:docMk/>
            <pc:sldMk cId="997031005" sldId="2147377446"/>
            <ac:spMk id="147" creationId="{35A7EA42-D958-CEC4-0299-54A299C039AB}"/>
          </ac:spMkLst>
        </pc:spChg>
        <pc:grpChg chg="mod">
          <ac:chgData name="Pat Chang" userId="66bf8e14-25f7-4337-92bb-3d6bd43785cb" providerId="ADAL" clId="{A23B7F98-5C86-4C86-AD33-722562FBF114}" dt="2026-07-07T06:50:37.604" v="3100" actId="1076"/>
          <ac:grpSpMkLst>
            <pc:docMk/>
            <pc:sldMk cId="997031005" sldId="2147377446"/>
            <ac:grpSpMk id="3" creationId="{BFC34FFE-14BC-506B-BA05-F024AB3298D6}"/>
          </ac:grpSpMkLst>
        </pc:grpChg>
        <pc:picChg chg="del">
          <ac:chgData name="Pat Chang" userId="66bf8e14-25f7-4337-92bb-3d6bd43785cb" providerId="ADAL" clId="{A23B7F98-5C86-4C86-AD33-722562FBF114}" dt="2026-07-07T06:19:19.207" v="2021" actId="478"/>
          <ac:picMkLst>
            <pc:docMk/>
            <pc:sldMk cId="997031005" sldId="2147377446"/>
            <ac:picMk id="22" creationId="{A4C9AFF7-CCAA-3C88-1011-FD3A192E6A6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B721A9-2065-4F8B-9727-BC5A25A0748B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8E1DBE-28C9-413B-81CB-483913CE47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297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49B81-164D-CEE9-6B1B-3B3383EDC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6F2A2BC-2AD1-9F03-7E7C-3561E9154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57B8FBE-86CB-E195-AADE-592A21471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6B5CCD-D526-D6B9-40B8-01A0EA459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E1DBE-28C9-413B-81CB-483913CE477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7645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E1DBE-28C9-413B-81CB-483913CE477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7376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E1DBE-28C9-413B-81CB-483913CE477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1229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AC3D4-76C6-C979-5D6B-37B941169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05B5649-DD10-0C01-88A6-9E099C75FD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9ABD95A-E92A-18D4-B6A3-5B49D6E14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9C4983-CBAF-2DC7-EDB3-B2B367CDF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E1DBE-28C9-413B-81CB-483913CE477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8678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E1DBE-28C9-413B-81CB-483913CE477C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1407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05288" y="1006860"/>
            <a:ext cx="9381423" cy="17074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05288" y="3236278"/>
            <a:ext cx="9307630" cy="10084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11D1-3E27-4F91-B2C0-8784262D1050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5381" y="6268482"/>
            <a:ext cx="2492372" cy="43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878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10590" cy="684698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47537" y="1787125"/>
            <a:ext cx="10006262" cy="4351338"/>
          </a:xfrm>
        </p:spPr>
        <p:txBody>
          <a:bodyPr/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053360" y="6356350"/>
            <a:ext cx="2743200" cy="365125"/>
          </a:xfrm>
        </p:spPr>
        <p:txBody>
          <a:bodyPr/>
          <a:lstStyle>
            <a:lvl1pPr>
              <a:defRPr sz="1400"/>
            </a:lvl1pPr>
          </a:lstStyle>
          <a:p>
            <a:fld id="{1F1CBCEC-EDD7-42DC-9748-7A4B88136F3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48119" y="6602939"/>
            <a:ext cx="596766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00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2025©</a:t>
            </a:r>
            <a:r>
              <a:rPr lang="zh-TW" altLang="en-US" sz="100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數位轉型研究院 </a:t>
            </a:r>
            <a:r>
              <a:rPr lang="en-US" altLang="zh-TW" sz="1000">
                <a:solidFill>
                  <a:schemeClr val="bg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Digital Transformation Research Institute</a:t>
            </a:r>
          </a:p>
        </p:txBody>
      </p:sp>
      <p:pic>
        <p:nvPicPr>
          <p:cNvPr id="9" name="圖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878" y="185738"/>
            <a:ext cx="1008946" cy="78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09549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611D1-3E27-4F91-B2C0-8784262D1050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字方塊 5"/>
          <p:cNvSpPr txBox="1"/>
          <p:nvPr userDrawn="1"/>
        </p:nvSpPr>
        <p:spPr>
          <a:xfrm>
            <a:off x="3561347" y="2733572"/>
            <a:ext cx="5020377" cy="1260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643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kumimoji="0" lang="en-US" altLang="zh-TW" sz="7593" b="0" i="0" u="none" strike="noStrike" kern="120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endParaRPr kumimoji="0" lang="zh-TW" altLang="en-US" sz="7593" b="0" i="0" u="none" strike="noStrike" kern="1200" cap="none" spc="0" normalizeH="0" baseline="0" noProof="0" err="1">
              <a:ln>
                <a:noFill/>
              </a:ln>
              <a:solidFill>
                <a:srgbClr val="A5A5A5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07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611D1-3E27-4F91-B2C0-8784262D1050}" type="datetimeFigureOut">
              <a:rPr lang="zh-TW" altLang="en-US" smtClean="0"/>
              <a:t>2026/7/7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CBCEC-EDD7-42DC-9748-7A4B88136F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07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697600" y="2402663"/>
            <a:ext cx="9309411" cy="1135955"/>
          </a:xfrm>
        </p:spPr>
        <p:txBody>
          <a:bodyPr anchor="ctr">
            <a:normAutofit/>
          </a:bodyPr>
          <a:lstStyle/>
          <a:p>
            <a:pPr algn="l"/>
            <a:r>
              <a:rPr lang="zh-TW" sz="4400" b="1" noProof="1">
                <a:solidFill>
                  <a:schemeClr val="accent6">
                    <a:lumMod val="50000"/>
                  </a:schemeClr>
                </a:solidFill>
              </a:rPr>
              <a:t>資服</a:t>
            </a:r>
            <a:r>
              <a:rPr lang="zh-TW" altLang="en-US" sz="4400" b="1" noProof="1">
                <a:solidFill>
                  <a:schemeClr val="accent6">
                    <a:lumMod val="50000"/>
                  </a:schemeClr>
                </a:solidFill>
              </a:rPr>
              <a:t>方案</a:t>
            </a:r>
            <a:r>
              <a:rPr lang="zh-TW" sz="4400" b="1" noProof="1">
                <a:solidFill>
                  <a:schemeClr val="accent6">
                    <a:lumMod val="50000"/>
                  </a:schemeClr>
                </a:solidFill>
              </a:rPr>
              <a:t>資料庫 執行進度</a:t>
            </a:r>
            <a:r>
              <a:rPr lang="zh-TW" altLang="en-US" sz="4400" b="1" noProof="1">
                <a:solidFill>
                  <a:schemeClr val="accent6">
                    <a:lumMod val="50000"/>
                  </a:schemeClr>
                </a:solidFill>
              </a:rPr>
              <a:t>報告</a:t>
            </a:r>
            <a:endParaRPr lang="zh-TW" sz="4400" b="1" noProof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F1FB69DB-50A2-2936-3B0C-88A81561F68C}"/>
              </a:ext>
            </a:extLst>
          </p:cNvPr>
          <p:cNvSpPr txBox="1">
            <a:spLocks/>
          </p:cNvSpPr>
          <p:nvPr/>
        </p:nvSpPr>
        <p:spPr>
          <a:xfrm>
            <a:off x="1697601" y="3415617"/>
            <a:ext cx="5155380" cy="564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TW" sz="2400" b="1" noProof="1"/>
              <a:t>資策會 數位轉型研究院      </a:t>
            </a:r>
            <a:endParaRPr lang="zh-TW" sz="2400" noProof="1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07234D-F8BE-6BCF-3E18-60E7A80A92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15848" y="3576663"/>
            <a:ext cx="2743200" cy="365125"/>
          </a:xfrm>
        </p:spPr>
        <p:txBody>
          <a:bodyPr/>
          <a:lstStyle/>
          <a:p>
            <a:fld id="{4CFE86E1-FD3C-4959-86C6-268E30F837A1}" type="datetime1">
              <a:rPr lang="en-US" altLang="zh-TW" sz="2400" noProof="1" smtClean="0">
                <a:solidFill>
                  <a:schemeClr val="tx1"/>
                </a:solidFill>
              </a:rPr>
              <a:t>7/7/2026</a:t>
            </a:fld>
            <a:endParaRPr lang="zh-TW" sz="2400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24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171C2-FAD2-A737-5044-B87A8AFE1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9D252920-F027-2EBA-7ED9-2E131D8D4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noProof="1"/>
              <a:t>總綱</a:t>
            </a:r>
            <a:endParaRPr lang="zh-TW" b="1" noProof="1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030CD3E3-753A-A120-FDEE-B353978F8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7537" y="1787125"/>
            <a:ext cx="10006262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現況概述、資料庫架構、發展目標</a:t>
            </a:r>
            <a:endParaRPr lang="en-US" altLang="ja-JP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建置：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建置成果、上線功能</a:t>
            </a:r>
            <a:endParaRPr lang="en-US" altLang="ja-JP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開發</a:t>
            </a:r>
            <a:r>
              <a: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3200" dirty="0">
                <a:latin typeface="微軟正黑體" panose="020B0604030504040204" pitchFamily="34" charset="-120"/>
              </a:rPr>
              <a:t>5</a:t>
            </a:r>
            <a:r>
              <a: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個階段・</a:t>
            </a:r>
            <a:r>
              <a:rPr lang="en-US" altLang="zh-TW" sz="3200" dirty="0">
                <a:latin typeface="微軟正黑體" panose="020B0604030504040204" pitchFamily="34" charset="-120"/>
              </a:rPr>
              <a:t>7</a:t>
            </a:r>
            <a:r>
              <a: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個軌道</a:t>
            </a:r>
            <a:endParaRPr lang="en-US" altLang="ja-JP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測試：</a:t>
            </a:r>
            <a:r>
              <a:rPr lang="ja-JP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自動化腳本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輪迭代 </a:t>
            </a:r>
            <a:r>
              <a:rPr lang="en-US" altLang="zh-TW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ja-JP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檢驗</a:t>
            </a:r>
            <a:r>
              <a: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資料評分・平台銜接</a:t>
            </a:r>
            <a:r>
              <a: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・</a:t>
            </a:r>
            <a:r>
              <a:rPr lang="zh-TW" altLang="en-US" sz="3200">
                <a:latin typeface="微軟正黑體" panose="020B0604030504040204" pitchFamily="34" charset="-120"/>
                <a:ea typeface="微軟正黑體" panose="020B0604030504040204" pitchFamily="34" charset="-120"/>
              </a:rPr>
              <a:t>自我檢視</a:t>
            </a:r>
            <a:endParaRPr lang="en-US" altLang="ja-JP" sz="22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附件</a:t>
            </a:r>
            <a:r>
              <a: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資料庫欄位說明</a:t>
            </a:r>
          </a:p>
        </p:txBody>
      </p:sp>
    </p:spTree>
    <p:extLst>
      <p:ext uri="{BB962C8B-B14F-4D97-AF65-F5344CB8AC3E}">
        <p14:creationId xmlns:p14="http://schemas.microsoft.com/office/powerpoint/2010/main" val="4254229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286FD-E470-A788-F986-624F56E04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68196E27-41ED-5A32-76D6-EF0E7DFE1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noProof="1"/>
              <a:t>現況概述</a:t>
            </a:r>
            <a:endParaRPr lang="zh-TW" b="1" noProof="1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DC763DC0-057F-8A50-BAE0-CAA4205E4020}"/>
              </a:ext>
            </a:extLst>
          </p:cNvPr>
          <p:cNvGrpSpPr/>
          <p:nvPr/>
        </p:nvGrpSpPr>
        <p:grpSpPr>
          <a:xfrm>
            <a:off x="6203482" y="1454150"/>
            <a:ext cx="5745477" cy="5267325"/>
            <a:chOff x="6203482" y="1454150"/>
            <a:chExt cx="5745477" cy="5267325"/>
          </a:xfrm>
        </p:grpSpPr>
        <p:sp>
          <p:nvSpPr>
            <p:cNvPr id="54" name="Shape 0">
              <a:extLst>
                <a:ext uri="{FF2B5EF4-FFF2-40B4-BE49-F238E27FC236}">
                  <a16:creationId xmlns:a16="http://schemas.microsoft.com/office/drawing/2014/main" id="{741C8DC4-4B3C-3DF4-D7A7-737D0C552271}"/>
                </a:ext>
              </a:extLst>
            </p:cNvPr>
            <p:cNvSpPr>
              <a:spLocks/>
            </p:cNvSpPr>
            <p:nvPr/>
          </p:nvSpPr>
          <p:spPr>
            <a:xfrm>
              <a:off x="6203482" y="1454150"/>
              <a:ext cx="5745477" cy="5054600"/>
            </a:xfrm>
            <a:prstGeom prst="rect">
              <a:avLst/>
            </a:prstGeom>
            <a:solidFill>
              <a:srgbClr val="F0F4FF"/>
            </a:solidFill>
            <a:ln w="12700">
              <a:solidFill>
                <a:srgbClr val="F0F4FF"/>
              </a:solidFill>
              <a:prstDash val="solid"/>
            </a:ln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4" name="投影片編號版面配置區 3">
              <a:extLst>
                <a:ext uri="{FF2B5EF4-FFF2-40B4-BE49-F238E27FC236}">
                  <a16:creationId xmlns:a16="http://schemas.microsoft.com/office/drawing/2014/main" id="{ADC33FE7-144B-A100-6B33-7C2CA15E65F2}"/>
                </a:ext>
              </a:extLst>
            </p:cNvPr>
            <p:cNvSpPr>
              <a:spLocks noGrp="1"/>
            </p:cNvSpPr>
            <p:nvPr>
              <p:ph type="sldNum" sz="quarter" idx="12"/>
            </p:nvPr>
          </p:nvSpPr>
          <p:spPr>
            <a:xfrm>
              <a:off x="9053360" y="6356350"/>
              <a:ext cx="2743200" cy="365125"/>
            </a:xfrm>
          </p:spPr>
          <p:txBody>
            <a:bodyPr/>
            <a:lstStyle/>
            <a:p>
              <a:fld id="{1F1CBCEC-EDD7-42DC-9748-7A4B88136F35}" type="slidenum">
                <a:rPr lang="en-US" altLang="zh-TW" noProof="1" smtClean="0"/>
                <a:pPr/>
                <a:t>2</a:t>
              </a:fld>
              <a:endParaRPr lang="zh-TW" noProof="1"/>
            </a:p>
          </p:txBody>
        </p:sp>
        <p:sp>
          <p:nvSpPr>
            <p:cNvPr id="20" name="Text 15">
              <a:extLst>
                <a:ext uri="{FF2B5EF4-FFF2-40B4-BE49-F238E27FC236}">
                  <a16:creationId xmlns:a16="http://schemas.microsoft.com/office/drawing/2014/main" id="{C44A7DD8-5F4C-3C07-8E6E-3C38CB344AC5}"/>
                </a:ext>
              </a:extLst>
            </p:cNvPr>
            <p:cNvSpPr>
              <a:spLocks/>
            </p:cNvSpPr>
            <p:nvPr/>
          </p:nvSpPr>
          <p:spPr>
            <a:xfrm>
              <a:off x="6462564" y="1670050"/>
              <a:ext cx="4114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zh-TW" altLang="en-US" sz="2000" b="1" noProof="1">
                  <a:solidFill>
                    <a:srgbClr val="1E2761"/>
                  </a:solidFill>
                </a:rPr>
                <a:t>成果</a:t>
              </a:r>
              <a:endParaRPr lang="zh-TW" sz="2000" noProof="1"/>
            </a:p>
          </p:txBody>
        </p:sp>
        <p:sp>
          <p:nvSpPr>
            <p:cNvPr id="21" name="Shape 16">
              <a:extLst>
                <a:ext uri="{FF2B5EF4-FFF2-40B4-BE49-F238E27FC236}">
                  <a16:creationId xmlns:a16="http://schemas.microsoft.com/office/drawing/2014/main" id="{84A05A80-7D7A-5E3D-C675-A60E0882E1D0}"/>
                </a:ext>
              </a:extLst>
            </p:cNvPr>
            <p:cNvSpPr>
              <a:spLocks/>
            </p:cNvSpPr>
            <p:nvPr/>
          </p:nvSpPr>
          <p:spPr>
            <a:xfrm>
              <a:off x="6325403" y="2230120"/>
              <a:ext cx="5229725" cy="822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4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pic>
          <p:nvPicPr>
            <p:cNvPr id="22" name="Image 0" descr="preencoded.png">
              <a:extLst>
                <a:ext uri="{FF2B5EF4-FFF2-40B4-BE49-F238E27FC236}">
                  <a16:creationId xmlns:a16="http://schemas.microsoft.com/office/drawing/2014/main" id="{4A167445-6F08-E92E-E4A0-F45FCDD8E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62564" y="2490002"/>
              <a:ext cx="320040" cy="320040"/>
            </a:xfrm>
            <a:prstGeom prst="rect">
              <a:avLst/>
            </a:prstGeom>
          </p:spPr>
        </p:pic>
        <p:sp>
          <p:nvSpPr>
            <p:cNvPr id="23" name="Text 17">
              <a:extLst>
                <a:ext uri="{FF2B5EF4-FFF2-40B4-BE49-F238E27FC236}">
                  <a16:creationId xmlns:a16="http://schemas.microsoft.com/office/drawing/2014/main" id="{55C4C9E5-1591-8025-1E1F-842D20E708FC}"/>
                </a:ext>
              </a:extLst>
            </p:cNvPr>
            <p:cNvSpPr>
              <a:spLocks/>
            </p:cNvSpPr>
            <p:nvPr/>
          </p:nvSpPr>
          <p:spPr>
            <a:xfrm>
              <a:off x="6874044" y="2409149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400" b="1" noProof="1">
                  <a:solidFill>
                    <a:srgbClr val="1A2340"/>
                  </a:solidFill>
                </a:rPr>
                <a:t>資料層（Airtable </a:t>
              </a:r>
              <a:r>
                <a:rPr lang="en-US" altLang="zh-TW" sz="1400" b="1" noProof="1">
                  <a:solidFill>
                    <a:srgbClr val="1A2340"/>
                  </a:solidFill>
                </a:rPr>
                <a:t>tables</a:t>
              </a:r>
              <a:r>
                <a:rPr lang="zh-TW" altLang="en-US" sz="1400" b="1" noProof="1">
                  <a:solidFill>
                    <a:srgbClr val="1A2340"/>
                  </a:solidFill>
                </a:rPr>
                <a:t> 為基礎，</a:t>
              </a:r>
              <a:r>
                <a:rPr lang="zh-TW" sz="1400" b="1" noProof="1">
                  <a:solidFill>
                    <a:srgbClr val="1A2340"/>
                  </a:solidFill>
                </a:rPr>
                <a:t>持續 ETL）</a:t>
              </a:r>
              <a:endParaRPr lang="zh-TW" sz="1400" noProof="1"/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0C4EADC0-8FBB-9EC9-DDC4-2C65F61F4C99}"/>
                </a:ext>
              </a:extLst>
            </p:cNvPr>
            <p:cNvSpPr>
              <a:spLocks/>
            </p:cNvSpPr>
            <p:nvPr/>
          </p:nvSpPr>
          <p:spPr>
            <a:xfrm>
              <a:off x="6874043" y="2623312"/>
              <a:ext cx="5074916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500" noProof="1">
                  <a:solidFill>
                    <a:srgbClr val="6B7A99"/>
                  </a:solidFill>
                </a:rPr>
                <a:t>2,340 筆方案 × 834 家業者</a:t>
              </a:r>
              <a:endParaRPr lang="zh-TW" sz="1500" b="1" noProof="1"/>
            </a:p>
          </p:txBody>
        </p:sp>
        <p:sp>
          <p:nvSpPr>
            <p:cNvPr id="25" name="Shape 19">
              <a:extLst>
                <a:ext uri="{FF2B5EF4-FFF2-40B4-BE49-F238E27FC236}">
                  <a16:creationId xmlns:a16="http://schemas.microsoft.com/office/drawing/2014/main" id="{08867B5D-0952-1A86-27A6-5BB052CC1E2E}"/>
                </a:ext>
              </a:extLst>
            </p:cNvPr>
            <p:cNvSpPr>
              <a:spLocks/>
            </p:cNvSpPr>
            <p:nvPr/>
          </p:nvSpPr>
          <p:spPr>
            <a:xfrm>
              <a:off x="6325403" y="3235960"/>
              <a:ext cx="5229725" cy="8229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rgbClr val="D8E4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pic>
          <p:nvPicPr>
            <p:cNvPr id="26" name="Image 1" descr="preencoded.png">
              <a:extLst>
                <a:ext uri="{FF2B5EF4-FFF2-40B4-BE49-F238E27FC236}">
                  <a16:creationId xmlns:a16="http://schemas.microsoft.com/office/drawing/2014/main" id="{B4DCFA37-75CA-5F57-C8EF-39CF23056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62564" y="3495842"/>
              <a:ext cx="320040" cy="320040"/>
            </a:xfrm>
            <a:prstGeom prst="rect">
              <a:avLst/>
            </a:prstGeom>
          </p:spPr>
        </p:pic>
        <p:sp>
          <p:nvSpPr>
            <p:cNvPr id="27" name="Text 20">
              <a:extLst>
                <a:ext uri="{FF2B5EF4-FFF2-40B4-BE49-F238E27FC236}">
                  <a16:creationId xmlns:a16="http://schemas.microsoft.com/office/drawing/2014/main" id="{D9A789E7-CAF1-7F11-7773-D400E790243A}"/>
                </a:ext>
              </a:extLst>
            </p:cNvPr>
            <p:cNvSpPr>
              <a:spLocks/>
            </p:cNvSpPr>
            <p:nvPr/>
          </p:nvSpPr>
          <p:spPr>
            <a:xfrm>
              <a:off x="6874044" y="3414989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400" b="1" noProof="1">
                  <a:solidFill>
                    <a:srgbClr val="1A2340"/>
                  </a:solidFill>
                </a:rPr>
                <a:t>應用層（MVP</a:t>
              </a:r>
              <a:r>
                <a:rPr lang="zh-TW" altLang="en-US" sz="1400" b="1" noProof="1">
                  <a:solidFill>
                    <a:srgbClr val="1A2340"/>
                  </a:solidFill>
                </a:rPr>
                <a:t> 完工，功能</a:t>
              </a:r>
              <a:r>
                <a:rPr lang="zh-TW" sz="1400" b="1" noProof="1">
                  <a:solidFill>
                    <a:srgbClr val="1A2340"/>
                  </a:solidFill>
                </a:rPr>
                <a:t>已上線）</a:t>
              </a:r>
              <a:endParaRPr lang="zh-TW" sz="1400" noProof="1"/>
            </a:p>
          </p:txBody>
        </p:sp>
        <p:sp>
          <p:nvSpPr>
            <p:cNvPr id="28" name="Text 21">
              <a:extLst>
                <a:ext uri="{FF2B5EF4-FFF2-40B4-BE49-F238E27FC236}">
                  <a16:creationId xmlns:a16="http://schemas.microsoft.com/office/drawing/2014/main" id="{E4111F50-FF1B-AAEF-FC68-90708D53E46E}"/>
                </a:ext>
              </a:extLst>
            </p:cNvPr>
            <p:cNvSpPr>
              <a:spLocks/>
            </p:cNvSpPr>
            <p:nvPr/>
          </p:nvSpPr>
          <p:spPr>
            <a:xfrm>
              <a:off x="6874043" y="3629152"/>
              <a:ext cx="4479755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500" noProof="1">
                  <a:solidFill>
                    <a:srgbClr val="6B7A99"/>
                  </a:solidFill>
                </a:rPr>
                <a:t>語意搜尋・方案比較・儀表板・診斷工具・方案探索</a:t>
              </a:r>
              <a:endParaRPr lang="zh-TW" sz="1500" noProof="1"/>
            </a:p>
          </p:txBody>
        </p:sp>
        <p:sp>
          <p:nvSpPr>
            <p:cNvPr id="29" name="Shape 22">
              <a:extLst>
                <a:ext uri="{FF2B5EF4-FFF2-40B4-BE49-F238E27FC236}">
                  <a16:creationId xmlns:a16="http://schemas.microsoft.com/office/drawing/2014/main" id="{4EE411E8-5971-A391-1336-91AA272D4DD9}"/>
                </a:ext>
              </a:extLst>
            </p:cNvPr>
            <p:cNvSpPr>
              <a:spLocks/>
            </p:cNvSpPr>
            <p:nvPr/>
          </p:nvSpPr>
          <p:spPr>
            <a:xfrm>
              <a:off x="6325403" y="4241800"/>
              <a:ext cx="5229725" cy="822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8E4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pic>
          <p:nvPicPr>
            <p:cNvPr id="30" name="Image 2" descr="preencoded.png">
              <a:extLst>
                <a:ext uri="{FF2B5EF4-FFF2-40B4-BE49-F238E27FC236}">
                  <a16:creationId xmlns:a16="http://schemas.microsoft.com/office/drawing/2014/main" id="{BF884466-7CB1-65DB-FFF7-7B2C2DB37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62564" y="4501682"/>
              <a:ext cx="320040" cy="320040"/>
            </a:xfrm>
            <a:prstGeom prst="rect">
              <a:avLst/>
            </a:prstGeom>
          </p:spPr>
        </p:pic>
        <p:sp>
          <p:nvSpPr>
            <p:cNvPr id="44" name="Text 23">
              <a:extLst>
                <a:ext uri="{FF2B5EF4-FFF2-40B4-BE49-F238E27FC236}">
                  <a16:creationId xmlns:a16="http://schemas.microsoft.com/office/drawing/2014/main" id="{E390D5F2-191A-1E10-89E3-808190844262}"/>
                </a:ext>
              </a:extLst>
            </p:cNvPr>
            <p:cNvSpPr>
              <a:spLocks/>
            </p:cNvSpPr>
            <p:nvPr/>
          </p:nvSpPr>
          <p:spPr>
            <a:xfrm>
              <a:off x="6874044" y="4420829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400" b="1" noProof="1"/>
                <a:t>品質驗證</a:t>
              </a:r>
            </a:p>
          </p:txBody>
        </p:sp>
        <p:sp>
          <p:nvSpPr>
            <p:cNvPr id="45" name="Text 24">
              <a:extLst>
                <a:ext uri="{FF2B5EF4-FFF2-40B4-BE49-F238E27FC236}">
                  <a16:creationId xmlns:a16="http://schemas.microsoft.com/office/drawing/2014/main" id="{546D9180-1D50-7667-06AE-3D640F5E5A5B}"/>
                </a:ext>
              </a:extLst>
            </p:cNvPr>
            <p:cNvSpPr>
              <a:spLocks/>
            </p:cNvSpPr>
            <p:nvPr/>
          </p:nvSpPr>
          <p:spPr>
            <a:xfrm>
              <a:off x="6874044" y="4625847"/>
              <a:ext cx="4479754" cy="4090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500" noProof="1">
                  <a:solidFill>
                    <a:srgbClr val="6B7A99"/>
                  </a:solidFill>
                </a:rPr>
                <a:t>7 輪</a:t>
              </a:r>
              <a:r>
                <a:rPr lang="zh-TW" altLang="en-US" sz="1500" noProof="1">
                  <a:solidFill>
                    <a:srgbClr val="6B7A99"/>
                  </a:solidFill>
                </a:rPr>
                <a:t>模擬測試</a:t>
              </a:r>
              <a:r>
                <a:rPr lang="zh-TW" sz="1500" noProof="1">
                  <a:solidFill>
                    <a:srgbClr val="6B7A99"/>
                  </a:solidFill>
                </a:rPr>
                <a:t>（100 情境自動腳本）驗證搜尋品質</a:t>
              </a:r>
              <a:endParaRPr lang="zh-TW" sz="1500" noProof="1"/>
            </a:p>
          </p:txBody>
        </p:sp>
        <p:sp>
          <p:nvSpPr>
            <p:cNvPr id="46" name="Shape 25">
              <a:extLst>
                <a:ext uri="{FF2B5EF4-FFF2-40B4-BE49-F238E27FC236}">
                  <a16:creationId xmlns:a16="http://schemas.microsoft.com/office/drawing/2014/main" id="{257D0D4E-14E9-C12F-BE26-9A962712E642}"/>
                </a:ext>
              </a:extLst>
            </p:cNvPr>
            <p:cNvSpPr>
              <a:spLocks/>
            </p:cNvSpPr>
            <p:nvPr/>
          </p:nvSpPr>
          <p:spPr>
            <a:xfrm>
              <a:off x="6325403" y="5247640"/>
              <a:ext cx="5229725" cy="8229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rgbClr val="D8E4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pic>
          <p:nvPicPr>
            <p:cNvPr id="47" name="Image 3" descr="preencoded.png">
              <a:extLst>
                <a:ext uri="{FF2B5EF4-FFF2-40B4-BE49-F238E27FC236}">
                  <a16:creationId xmlns:a16="http://schemas.microsoft.com/office/drawing/2014/main" id="{B4565D4C-7E77-2BB1-1203-515D44EFE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62564" y="5507522"/>
              <a:ext cx="320040" cy="320040"/>
            </a:xfrm>
            <a:prstGeom prst="rect">
              <a:avLst/>
            </a:prstGeom>
          </p:spPr>
        </p:pic>
        <p:sp>
          <p:nvSpPr>
            <p:cNvPr id="48" name="Text 26">
              <a:extLst>
                <a:ext uri="{FF2B5EF4-FFF2-40B4-BE49-F238E27FC236}">
                  <a16:creationId xmlns:a16="http://schemas.microsoft.com/office/drawing/2014/main" id="{A2E889D6-93A8-DBB7-AF45-82F00B0E5E3A}"/>
                </a:ext>
              </a:extLst>
            </p:cNvPr>
            <p:cNvSpPr>
              <a:spLocks/>
            </p:cNvSpPr>
            <p:nvPr/>
          </p:nvSpPr>
          <p:spPr>
            <a:xfrm>
              <a:off x="6874044" y="5426669"/>
              <a:ext cx="3474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400" b="1" noProof="1">
                  <a:solidFill>
                    <a:srgbClr val="1A2340"/>
                  </a:solidFill>
                </a:rPr>
                <a:t>持續運作</a:t>
              </a:r>
              <a:endParaRPr lang="zh-TW" sz="1400" noProof="1"/>
            </a:p>
          </p:txBody>
        </p:sp>
        <p:sp>
          <p:nvSpPr>
            <p:cNvPr id="49" name="Text 27">
              <a:extLst>
                <a:ext uri="{FF2B5EF4-FFF2-40B4-BE49-F238E27FC236}">
                  <a16:creationId xmlns:a16="http://schemas.microsoft.com/office/drawing/2014/main" id="{07FBBBC6-950E-360B-C48F-E7EAA09B2E61}"/>
                </a:ext>
              </a:extLst>
            </p:cNvPr>
            <p:cNvSpPr>
              <a:spLocks/>
            </p:cNvSpPr>
            <p:nvPr/>
          </p:nvSpPr>
          <p:spPr>
            <a:xfrm>
              <a:off x="6874044" y="5640832"/>
              <a:ext cx="456684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500" noProof="1">
                  <a:solidFill>
                    <a:srgbClr val="6B7A99"/>
                  </a:solidFill>
                </a:rPr>
                <a:t>7 大來源定期匯入・</a:t>
              </a:r>
              <a:r>
                <a:rPr lang="zh-TW" altLang="en-US" sz="1500" noProof="1">
                  <a:solidFill>
                    <a:srgbClr val="6B7A99"/>
                  </a:solidFill>
                </a:rPr>
                <a:t>資料</a:t>
              </a:r>
              <a:r>
                <a:rPr lang="zh-TW" sz="1500" noProof="1">
                  <a:solidFill>
                    <a:srgbClr val="6B7A99"/>
                  </a:solidFill>
                </a:rPr>
                <a:t>爬蟲＋人工＋AI Search</a:t>
              </a:r>
              <a:endParaRPr lang="zh-TW" sz="1500" noProof="1"/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8309E9C3-31CB-8207-CD3D-81F9E29C8B90}"/>
              </a:ext>
            </a:extLst>
          </p:cNvPr>
          <p:cNvGrpSpPr/>
          <p:nvPr/>
        </p:nvGrpSpPr>
        <p:grpSpPr>
          <a:xfrm>
            <a:off x="249461" y="1454150"/>
            <a:ext cx="5745477" cy="5054600"/>
            <a:chOff x="249461" y="1454150"/>
            <a:chExt cx="5745477" cy="5054600"/>
          </a:xfrm>
        </p:grpSpPr>
        <p:sp>
          <p:nvSpPr>
            <p:cNvPr id="7" name="Shape 0">
              <a:extLst>
                <a:ext uri="{FF2B5EF4-FFF2-40B4-BE49-F238E27FC236}">
                  <a16:creationId xmlns:a16="http://schemas.microsoft.com/office/drawing/2014/main" id="{3E798743-594E-EAC0-4714-35B73E4BEC91}"/>
                </a:ext>
              </a:extLst>
            </p:cNvPr>
            <p:cNvSpPr/>
            <p:nvPr/>
          </p:nvSpPr>
          <p:spPr>
            <a:xfrm>
              <a:off x="249461" y="1454150"/>
              <a:ext cx="5745477" cy="50546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rgbClr val="F0F4FF"/>
              </a:solidFill>
              <a:prstDash val="solid"/>
            </a:ln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3" name="Shape 16">
              <a:extLst>
                <a:ext uri="{FF2B5EF4-FFF2-40B4-BE49-F238E27FC236}">
                  <a16:creationId xmlns:a16="http://schemas.microsoft.com/office/drawing/2014/main" id="{1C5AF511-A8D5-0570-8786-3320C8C74779}"/>
                </a:ext>
              </a:extLst>
            </p:cNvPr>
            <p:cNvSpPr/>
            <p:nvPr/>
          </p:nvSpPr>
          <p:spPr>
            <a:xfrm>
              <a:off x="507336" y="1670051"/>
              <a:ext cx="5229725" cy="465457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D8E4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04AD741A-9DF2-9053-4478-7C09E24E7D63}"/>
                </a:ext>
              </a:extLst>
            </p:cNvPr>
            <p:cNvSpPr/>
            <p:nvPr/>
          </p:nvSpPr>
          <p:spPr>
            <a:xfrm>
              <a:off x="636872" y="2063477"/>
              <a:ext cx="4912236" cy="3604065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zh-TW" sz="2400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動機</a:t>
              </a: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產業資料用過就封存，</a:t>
              </a:r>
              <a:r>
                <a:rPr lang="zh-TW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缺乏永續利用</a:t>
              </a: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純人力維護資料但</a:t>
              </a:r>
              <a:r>
                <a:rPr lang="zh-TW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維護成本高難以持久</a:t>
              </a: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資料雜亂缺乏整理，</a:t>
              </a:r>
              <a:r>
                <a:rPr lang="zh-TW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散落</a:t>
              </a:r>
              <a:r>
                <a:rPr lang="zh-TW" altLang="en-US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缺乏整合共享</a:t>
              </a:r>
              <a:endParaRPr lang="zh-TW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zh-TW" sz="2400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目的</a:t>
              </a: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成為本中心顧問後援，</a:t>
              </a:r>
              <a:r>
                <a:rPr lang="zh-TW" b="1" u="sng" noProof="1">
                  <a:latin typeface="Calibri" pitchFamily="34" charset="0"/>
                  <a:cs typeface="Calibri" pitchFamily="34" charset="-120"/>
                </a:rPr>
                <a:t>特有資產護城河</a:t>
              </a:r>
              <a:endParaRPr lang="zh-TW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noProof="1">
                  <a:latin typeface="Calibri" pitchFamily="34" charset="0"/>
                  <a:cs typeface="Calibri" pitchFamily="34" charset="-120"/>
                </a:rPr>
                <a:t>滿足各界</a:t>
              </a:r>
              <a:r>
                <a:rPr lang="zh-TW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「茶來伸手」的資料索取需求</a:t>
              </a: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未來各項政府提案的</a:t>
              </a:r>
              <a:r>
                <a:rPr lang="zh-TW" b="1" u="sng" noProof="1">
                  <a:latin typeface="Calibri" pitchFamily="34" charset="0"/>
                  <a:cs typeface="Calibri" pitchFamily="34" charset="-120"/>
                </a:rPr>
                <a:t>重要切入價值</a:t>
              </a:r>
              <a:endParaRPr lang="zh-TW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sp>
        <p:nvSpPr>
          <p:cNvPr id="13" name="Rectangle 51">
            <a:extLst>
              <a:ext uri="{FF2B5EF4-FFF2-40B4-BE49-F238E27FC236}">
                <a16:creationId xmlns:a16="http://schemas.microsoft.com/office/drawing/2014/main" id="{B935FDAD-6E37-EF99-F142-F32F246A5876}"/>
              </a:ext>
            </a:extLst>
          </p:cNvPr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15" name="Rectangle 52">
            <a:extLst>
              <a:ext uri="{FF2B5EF4-FFF2-40B4-BE49-F238E27FC236}">
                <a16:creationId xmlns:a16="http://schemas.microsoft.com/office/drawing/2014/main" id="{8FB50EFB-4998-1046-F12B-87FB2F4E7153}"/>
              </a:ext>
            </a:extLst>
          </p:cNvPr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17" name="Rectangle 53">
            <a:extLst>
              <a:ext uri="{FF2B5EF4-FFF2-40B4-BE49-F238E27FC236}">
                <a16:creationId xmlns:a16="http://schemas.microsoft.com/office/drawing/2014/main" id="{76274672-1366-30DC-88D1-5847D98ACB90}"/>
              </a:ext>
            </a:extLst>
          </p:cNvPr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19" name="Rectangle 54">
            <a:extLst>
              <a:ext uri="{FF2B5EF4-FFF2-40B4-BE49-F238E27FC236}">
                <a16:creationId xmlns:a16="http://schemas.microsoft.com/office/drawing/2014/main" id="{00E1F848-61E4-6D9E-8774-FEEE166A6696}"/>
              </a:ext>
            </a:extLst>
          </p:cNvPr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32" name="Rectangle 55">
            <a:extLst>
              <a:ext uri="{FF2B5EF4-FFF2-40B4-BE49-F238E27FC236}">
                <a16:creationId xmlns:a16="http://schemas.microsoft.com/office/drawing/2014/main" id="{D5FAA152-5DE8-CDB5-36B1-29AAFD38B9E7}"/>
              </a:ext>
            </a:extLst>
          </p:cNvPr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38" name="Rectangle 78">
            <a:extLst>
              <a:ext uri="{FF2B5EF4-FFF2-40B4-BE49-F238E27FC236}">
                <a16:creationId xmlns:a16="http://schemas.microsoft.com/office/drawing/2014/main" id="{BA2FAFA2-47B4-6D3D-C3F1-4307B5A60A3B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40" name="Rectangle 55">
            <a:extLst>
              <a:ext uri="{FF2B5EF4-FFF2-40B4-BE49-F238E27FC236}">
                <a16:creationId xmlns:a16="http://schemas.microsoft.com/office/drawing/2014/main" id="{2F2A454A-5618-6B6B-7AC3-5E66883182D7}"/>
              </a:ext>
            </a:extLst>
          </p:cNvPr>
          <p:cNvSpPr/>
          <p:nvPr/>
        </p:nvSpPr>
        <p:spPr>
          <a:xfrm>
            <a:off x="249461" y="285018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rgbClr val="FFFFFF"/>
                </a:solidFill>
                <a:latin typeface="Microsoft JhengHei"/>
              </a:rPr>
              <a:t>現況概述</a:t>
            </a:r>
            <a:endParaRPr sz="850" b="1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42" name="Rectangle 55">
            <a:extLst>
              <a:ext uri="{FF2B5EF4-FFF2-40B4-BE49-F238E27FC236}">
                <a16:creationId xmlns:a16="http://schemas.microsoft.com/office/drawing/2014/main" id="{5F054673-06F1-C4AD-068B-C40B1E4EB065}"/>
              </a:ext>
            </a:extLst>
          </p:cNvPr>
          <p:cNvSpPr/>
          <p:nvPr/>
        </p:nvSpPr>
        <p:spPr>
          <a:xfrm>
            <a:off x="1207318" y="282688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資料庫架構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50" name="Rectangle 55">
            <a:extLst>
              <a:ext uri="{FF2B5EF4-FFF2-40B4-BE49-F238E27FC236}">
                <a16:creationId xmlns:a16="http://schemas.microsoft.com/office/drawing/2014/main" id="{92A1E751-9E7B-068D-3C34-D9E1411ECAF0}"/>
              </a:ext>
            </a:extLst>
          </p:cNvPr>
          <p:cNvSpPr/>
          <p:nvPr/>
        </p:nvSpPr>
        <p:spPr>
          <a:xfrm>
            <a:off x="1207318" y="508974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rgbClr val="8A969E"/>
                </a:solidFill>
                <a:latin typeface="Microsoft JhengHei"/>
              </a:rPr>
              <a:t>發展目標</a:t>
            </a:r>
            <a:endParaRPr sz="85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947758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圖說文字: 直線加上框線和強調線 60">
            <a:extLst>
              <a:ext uri="{FF2B5EF4-FFF2-40B4-BE49-F238E27FC236}">
                <a16:creationId xmlns:a16="http://schemas.microsoft.com/office/drawing/2014/main" id="{20528CAE-6266-58B9-D100-4949F9C7211E}"/>
              </a:ext>
            </a:extLst>
          </p:cNvPr>
          <p:cNvSpPr/>
          <p:nvPr/>
        </p:nvSpPr>
        <p:spPr>
          <a:xfrm flipH="1">
            <a:off x="569611" y="2106464"/>
            <a:ext cx="1946797" cy="2775682"/>
          </a:xfrm>
          <a:prstGeom prst="accentBorderCallout1">
            <a:avLst>
              <a:gd name="adj1" fmla="val 18750"/>
              <a:gd name="adj2" fmla="val -8333"/>
              <a:gd name="adj3" fmla="val 6490"/>
              <a:gd name="adj4" fmla="val -16575"/>
            </a:avLst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F1A097-01CC-2726-059D-B60A31B473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8" name="標題 5">
            <a:extLst>
              <a:ext uri="{FF2B5EF4-FFF2-40B4-BE49-F238E27FC236}">
                <a16:creationId xmlns:a16="http://schemas.microsoft.com/office/drawing/2014/main" id="{6F032BE3-1736-77FE-9B8D-623FE45DE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zh-TW" altLang="en-US" b="1" noProof="1"/>
              <a:t>資料庫架構</a:t>
            </a:r>
            <a:endParaRPr lang="zh-TW" b="1" noProof="1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67A5B02-D511-C8ED-8A74-0887F87FF3C8}"/>
              </a:ext>
            </a:extLst>
          </p:cNvPr>
          <p:cNvSpPr txBox="1"/>
          <p:nvPr/>
        </p:nvSpPr>
        <p:spPr>
          <a:xfrm>
            <a:off x="725384" y="1164161"/>
            <a:ext cx="93422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/>
              <a:t>資料層</a:t>
            </a:r>
            <a:r>
              <a:rPr lang="zh-TW" altLang="en-US"/>
              <a:t>：</a:t>
            </a:r>
            <a:r>
              <a:rPr lang="zh-TW" altLang="zh-TW"/>
              <a:t>持續清洗校核，</a:t>
            </a:r>
            <a:r>
              <a:rPr lang="zh-TW" altLang="en-US"/>
              <a:t>資料</a:t>
            </a:r>
            <a:r>
              <a:rPr lang="zh-TW" altLang="zh-TW"/>
              <a:t>來源可</a:t>
            </a:r>
            <a:r>
              <a:rPr lang="zh-TW" altLang="en-US"/>
              <a:t>溯源</a:t>
            </a:r>
            <a:r>
              <a:rPr lang="zh-TW" altLang="zh-TW"/>
              <a:t>、品質持續提升</a:t>
            </a:r>
            <a:endParaRPr lang="en-US" altLang="zh-TW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/>
              <a:t>應用層</a:t>
            </a:r>
            <a:r>
              <a:rPr lang="zh-TW" altLang="en-US"/>
              <a:t>：具備高可塑性</a:t>
            </a:r>
            <a:r>
              <a:rPr lang="zh-TW" altLang="zh-TW"/>
              <a:t>，</a:t>
            </a:r>
            <a:r>
              <a:rPr lang="zh-TW" altLang="en-US"/>
              <a:t>根據</a:t>
            </a:r>
            <a:r>
              <a:rPr lang="zh-TW" altLang="zh-TW"/>
              <a:t>顧問回饋</a:t>
            </a:r>
            <a:r>
              <a:rPr lang="zh-TW" altLang="en-US"/>
              <a:t>隨時調整</a:t>
            </a:r>
            <a:endParaRPr lang="zh-TW" altLang="en-US" b="1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1A4A1EEB-B026-0623-856A-4962A118C264}"/>
              </a:ext>
            </a:extLst>
          </p:cNvPr>
          <p:cNvSpPr/>
          <p:nvPr/>
        </p:nvSpPr>
        <p:spPr>
          <a:xfrm>
            <a:off x="2886529" y="1864022"/>
            <a:ext cx="6418942" cy="85710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en-US" noProof="1"/>
              <a:t>應用層</a:t>
            </a:r>
            <a:r>
              <a:rPr lang="zh-TW" altLang="zh-TW"/>
              <a:t>｜</a:t>
            </a:r>
            <a:r>
              <a:rPr lang="zh-TW" altLang="en-US"/>
              <a:t>前端應用 </a:t>
            </a:r>
            <a:r>
              <a:rPr lang="en-US" altLang="zh-TW"/>
              <a:t>(</a:t>
            </a:r>
            <a:r>
              <a:rPr lang="zh-TW" altLang="en-US"/>
              <a:t> </a:t>
            </a:r>
            <a:r>
              <a:rPr lang="en-US" altLang="zh-TW"/>
              <a:t>Vercel</a:t>
            </a:r>
            <a:r>
              <a:rPr lang="zh-TW" altLang="en-US"/>
              <a:t> </a:t>
            </a:r>
            <a:r>
              <a:rPr lang="en-US" altLang="zh-TW"/>
              <a:t>)</a:t>
            </a:r>
            <a:endParaRPr lang="en-US" altLang="zh-TW" noProof="1"/>
          </a:p>
          <a:p>
            <a:endParaRPr lang="en-US" altLang="zh-TW" noProof="1"/>
          </a:p>
          <a:p>
            <a:endParaRPr lang="zh-TW" altLang="en-US" noProof="1"/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9796E4E9-77B7-A036-38F3-0357B227C75E}"/>
              </a:ext>
            </a:extLst>
          </p:cNvPr>
          <p:cNvSpPr/>
          <p:nvPr/>
        </p:nvSpPr>
        <p:spPr>
          <a:xfrm>
            <a:off x="2886529" y="3014753"/>
            <a:ext cx="6418942" cy="32223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en-US" noProof="1"/>
              <a:t>服務層</a:t>
            </a:r>
            <a:r>
              <a:rPr lang="zh-TW" altLang="zh-TW"/>
              <a:t>｜</a:t>
            </a:r>
            <a:r>
              <a:rPr lang="en-US" altLang="zh-TW"/>
              <a:t>API</a:t>
            </a:r>
            <a:r>
              <a:rPr lang="zh-TW" altLang="en-US"/>
              <a:t> </a:t>
            </a:r>
            <a:r>
              <a:rPr lang="en-US" altLang="zh-TW"/>
              <a:t>(</a:t>
            </a:r>
            <a:r>
              <a:rPr lang="zh-TW" altLang="en-US"/>
              <a:t> </a:t>
            </a:r>
            <a:r>
              <a:rPr lang="en-US" altLang="zh-TW"/>
              <a:t>Vercel Serverless</a:t>
            </a:r>
            <a:r>
              <a:rPr lang="zh-TW" altLang="en-US"/>
              <a:t> </a:t>
            </a:r>
            <a:r>
              <a:rPr lang="en-US" altLang="zh-TW"/>
              <a:t>)</a:t>
            </a:r>
            <a:endParaRPr lang="zh-TW" noProof="1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E34E212D-D2A2-6702-4905-82C3069367D3}"/>
              </a:ext>
            </a:extLst>
          </p:cNvPr>
          <p:cNvSpPr/>
          <p:nvPr/>
        </p:nvSpPr>
        <p:spPr>
          <a:xfrm>
            <a:off x="2886528" y="5843918"/>
            <a:ext cx="6418942" cy="7767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endParaRPr lang="zh-TW" altLang="en-US" sz="1200" noProof="1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3C5FC9B9-D5B5-B43A-2D98-665819599457}"/>
              </a:ext>
            </a:extLst>
          </p:cNvPr>
          <p:cNvSpPr/>
          <p:nvPr/>
        </p:nvSpPr>
        <p:spPr>
          <a:xfrm>
            <a:off x="2970023" y="2238888"/>
            <a:ext cx="1906778" cy="3707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en-US" sz="1050" noProof="1">
                <a:solidFill>
                  <a:schemeClr val="bg1"/>
                </a:solidFill>
              </a:rPr>
              <a:t>產業資料庫查詢</a:t>
            </a:r>
            <a:endParaRPr lang="en-US" altLang="zh-TW" sz="1050" noProof="1">
              <a:solidFill>
                <a:schemeClr val="bg1"/>
              </a:solidFill>
            </a:endParaRPr>
          </a:p>
          <a:p>
            <a:pPr algn="ctr"/>
            <a:r>
              <a:rPr lang="zh-TW" altLang="en-US" sz="1050" noProof="1">
                <a:solidFill>
                  <a:schemeClr val="bg1"/>
                </a:solidFill>
              </a:rPr>
              <a:t>語意搜尋 </a:t>
            </a:r>
            <a:r>
              <a:rPr lang="en-US" altLang="zh-TW" sz="1050" noProof="1">
                <a:solidFill>
                  <a:schemeClr val="bg1"/>
                </a:solidFill>
              </a:rPr>
              <a:t>/ </a:t>
            </a:r>
            <a:r>
              <a:rPr lang="zh-TW" altLang="en-US" sz="1050" noProof="1">
                <a:solidFill>
                  <a:schemeClr val="bg1"/>
                </a:solidFill>
              </a:rPr>
              <a:t>方案比較 </a:t>
            </a:r>
            <a:r>
              <a:rPr lang="en-US" altLang="zh-TW" sz="1050" noProof="1">
                <a:solidFill>
                  <a:schemeClr val="bg1"/>
                </a:solidFill>
              </a:rPr>
              <a:t>/</a:t>
            </a:r>
            <a:r>
              <a:rPr lang="zh-TW" altLang="en-US" sz="1050" noProof="1">
                <a:solidFill>
                  <a:schemeClr val="bg1"/>
                </a:solidFill>
              </a:rPr>
              <a:t> 戰情室</a:t>
            </a:r>
            <a:endParaRPr lang="en-US" altLang="zh-TW" sz="1050" noProof="1">
              <a:solidFill>
                <a:schemeClr val="bg1"/>
              </a:solidFill>
            </a:endParaRPr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4330E73F-CC6D-6CF7-4A4D-DE237D58985C}"/>
              </a:ext>
            </a:extLst>
          </p:cNvPr>
          <p:cNvSpPr/>
          <p:nvPr/>
        </p:nvSpPr>
        <p:spPr>
          <a:xfrm>
            <a:off x="4984802" y="2238888"/>
            <a:ext cx="2108128" cy="3672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TW" sz="1050" noProof="1">
                <a:solidFill>
                  <a:schemeClr val="bg1"/>
                </a:solidFill>
              </a:rPr>
              <a:t>AI</a:t>
            </a:r>
            <a:r>
              <a:rPr lang="zh-TW" altLang="en-US" sz="1050" noProof="1">
                <a:solidFill>
                  <a:schemeClr val="bg1"/>
                </a:solidFill>
              </a:rPr>
              <a:t> </a:t>
            </a:r>
            <a:r>
              <a:rPr lang="en-US" altLang="zh-TW" sz="1050" noProof="1">
                <a:solidFill>
                  <a:schemeClr val="bg1"/>
                </a:solidFill>
              </a:rPr>
              <a:t>Agent</a:t>
            </a:r>
            <a:r>
              <a:rPr lang="zh-TW" altLang="en-US" sz="1050" noProof="1">
                <a:solidFill>
                  <a:schemeClr val="bg1"/>
                </a:solidFill>
              </a:rPr>
              <a:t> 對話分析</a:t>
            </a:r>
            <a:endParaRPr lang="en-US" altLang="zh-TW" sz="1050" noProof="1">
              <a:solidFill>
                <a:schemeClr val="bg1"/>
              </a:solidFill>
            </a:endParaRPr>
          </a:p>
          <a:p>
            <a:pPr algn="ctr"/>
            <a:r>
              <a:rPr lang="zh-TW" altLang="en-US" sz="1050" noProof="1">
                <a:solidFill>
                  <a:schemeClr val="bg1"/>
                </a:solidFill>
              </a:rPr>
              <a:t>需求健檢 </a:t>
            </a:r>
            <a:r>
              <a:rPr lang="en-US" altLang="zh-TW" sz="1050" noProof="1">
                <a:solidFill>
                  <a:schemeClr val="bg1"/>
                </a:solidFill>
              </a:rPr>
              <a:t>/ </a:t>
            </a:r>
            <a:r>
              <a:rPr lang="zh-TW" altLang="en-US" sz="1050" noProof="1">
                <a:solidFill>
                  <a:schemeClr val="bg1"/>
                </a:solidFill>
              </a:rPr>
              <a:t>方案探索 </a:t>
            </a:r>
            <a:r>
              <a:rPr lang="en-US" altLang="zh-TW" sz="1050" noProof="1">
                <a:solidFill>
                  <a:schemeClr val="bg1"/>
                </a:solidFill>
              </a:rPr>
              <a:t>/</a:t>
            </a:r>
            <a:r>
              <a:rPr lang="zh-TW" altLang="en-US" sz="1050" noProof="1">
                <a:solidFill>
                  <a:schemeClr val="bg1"/>
                </a:solidFill>
              </a:rPr>
              <a:t> 個案推薦</a:t>
            </a:r>
            <a:endParaRPr lang="en-US" altLang="zh-TW" sz="1050" noProof="1">
              <a:solidFill>
                <a:schemeClr val="bg1"/>
              </a:solidFill>
            </a:endParaRPr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77F0B3B1-2108-AD34-F380-35BC8FAA91F8}"/>
              </a:ext>
            </a:extLst>
          </p:cNvPr>
          <p:cNvSpPr/>
          <p:nvPr/>
        </p:nvSpPr>
        <p:spPr>
          <a:xfrm>
            <a:off x="2886528" y="3658270"/>
            <a:ext cx="6418942" cy="1787443"/>
          </a:xfrm>
          <a:prstGeom prst="rect">
            <a:avLst/>
          </a:prstGeom>
          <a:solidFill>
            <a:srgbClr val="C00000"/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en-US" noProof="1">
                <a:solidFill>
                  <a:schemeClr val="bg1"/>
                </a:solidFill>
              </a:rPr>
              <a:t>資料層</a:t>
            </a:r>
            <a:r>
              <a:rPr lang="zh-TW" altLang="zh-TW">
                <a:solidFill>
                  <a:schemeClr val="bg1"/>
                </a:solidFill>
              </a:rPr>
              <a:t>｜</a:t>
            </a:r>
            <a:r>
              <a:rPr lang="en-US" altLang="zh-TW">
                <a:solidFill>
                  <a:schemeClr val="bg1"/>
                </a:solidFill>
              </a:rPr>
              <a:t>Airtable </a:t>
            </a:r>
            <a:r>
              <a:rPr lang="zh-TW" altLang="en-US">
                <a:solidFill>
                  <a:schemeClr val="bg1"/>
                </a:solidFill>
              </a:rPr>
              <a:t>資服</a:t>
            </a:r>
            <a:r>
              <a:rPr lang="en-US" altLang="zh-TW">
                <a:solidFill>
                  <a:schemeClr val="bg1"/>
                </a:solidFill>
              </a:rPr>
              <a:t>&amp;</a:t>
            </a:r>
            <a:r>
              <a:rPr lang="zh-TW" altLang="en-US">
                <a:solidFill>
                  <a:schemeClr val="bg1"/>
                </a:solidFill>
              </a:rPr>
              <a:t>方案資料庫</a:t>
            </a:r>
            <a:endParaRPr lang="en-US" altLang="zh-TW">
              <a:solidFill>
                <a:schemeClr val="bg1"/>
              </a:solidFill>
            </a:endParaRPr>
          </a:p>
          <a:p>
            <a:pPr algn="ctr"/>
            <a:endParaRPr lang="en-US" altLang="zh-TW">
              <a:solidFill>
                <a:schemeClr val="bg1"/>
              </a:solidFill>
            </a:endParaRPr>
          </a:p>
          <a:p>
            <a:pPr algn="ctr"/>
            <a:endParaRPr lang="en-US" altLang="zh-TW">
              <a:solidFill>
                <a:schemeClr val="bg1"/>
              </a:solidFill>
            </a:endParaRPr>
          </a:p>
          <a:p>
            <a:pPr algn="ctr"/>
            <a:endParaRPr lang="en-US" altLang="zh-TW">
              <a:solidFill>
                <a:schemeClr val="bg1"/>
              </a:solidFill>
            </a:endParaRPr>
          </a:p>
          <a:p>
            <a:pPr algn="ctr"/>
            <a:endParaRPr lang="en-US" altLang="zh-TW">
              <a:solidFill>
                <a:schemeClr val="bg1"/>
              </a:solidFill>
            </a:endParaRPr>
          </a:p>
          <a:p>
            <a:pPr algn="ctr"/>
            <a:endParaRPr lang="zh-TW" altLang="en-US" noProof="1">
              <a:solidFill>
                <a:schemeClr val="bg1"/>
              </a:solidFill>
            </a:endParaRPr>
          </a:p>
        </p:txBody>
      </p:sp>
      <p:sp>
        <p:nvSpPr>
          <p:cNvPr id="28" name="Shape 0">
            <a:extLst>
              <a:ext uri="{FF2B5EF4-FFF2-40B4-BE49-F238E27FC236}">
                <a16:creationId xmlns:a16="http://schemas.microsoft.com/office/drawing/2014/main" id="{E504A0D6-4CE4-7EE7-0F8B-B5F9F6DA239E}"/>
              </a:ext>
            </a:extLst>
          </p:cNvPr>
          <p:cNvSpPr/>
          <p:nvPr/>
        </p:nvSpPr>
        <p:spPr>
          <a:xfrm>
            <a:off x="3127826" y="4132963"/>
            <a:ext cx="5936345" cy="358760"/>
          </a:xfrm>
          <a:prstGeom prst="rect">
            <a:avLst/>
          </a:prstGeom>
          <a:solidFill>
            <a:srgbClr val="FFCCCC"/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zh-TW"/>
              <a:t>層三｜</a:t>
            </a:r>
            <a:r>
              <a:rPr lang="en-US" altLang="zh-TW"/>
              <a:t>Case</a:t>
            </a:r>
            <a:r>
              <a:rPr lang="zh-TW" altLang="en-US"/>
              <a:t>、</a:t>
            </a:r>
            <a:r>
              <a:rPr lang="en-US" altLang="zh-TW"/>
              <a:t>Awards</a:t>
            </a:r>
            <a:r>
              <a:rPr lang="zh-TW" altLang="zh-TW"/>
              <a:t>・Logs </a:t>
            </a:r>
            <a:r>
              <a:rPr lang="en-US" altLang="zh-TW"/>
              <a:t>…</a:t>
            </a:r>
            <a:r>
              <a:rPr lang="zh-TW" altLang="en-US"/>
              <a:t>等</a:t>
            </a:r>
            <a:r>
              <a:rPr lang="zh-TW" altLang="zh-TW"/>
              <a:t>延伸子表</a:t>
            </a:r>
            <a:endParaRPr lang="en-US" altLang="zh-TW" sz="1200" noProof="1"/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96DD1738-1ABC-5B7C-089A-0B16872986FE}"/>
              </a:ext>
            </a:extLst>
          </p:cNvPr>
          <p:cNvSpPr/>
          <p:nvPr/>
        </p:nvSpPr>
        <p:spPr>
          <a:xfrm>
            <a:off x="3127826" y="4523385"/>
            <a:ext cx="5936345" cy="358760"/>
          </a:xfrm>
          <a:prstGeom prst="rect">
            <a:avLst/>
          </a:prstGeom>
          <a:solidFill>
            <a:srgbClr val="FFCCCC"/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zh-TW"/>
              <a:t>層</a:t>
            </a:r>
            <a:r>
              <a:rPr lang="zh-TW" altLang="en-US"/>
              <a:t>二</a:t>
            </a:r>
            <a:r>
              <a:rPr lang="zh-TW" altLang="zh-TW"/>
              <a:t>｜Solution</a:t>
            </a:r>
            <a:r>
              <a:rPr lang="en-US" altLang="zh-TW"/>
              <a:t> </a:t>
            </a:r>
            <a:r>
              <a:rPr lang="zh-TW" altLang="en-US"/>
              <a:t>方案 </a:t>
            </a:r>
            <a:r>
              <a:rPr lang="en-US" altLang="zh-TW"/>
              <a:t>2,340</a:t>
            </a:r>
            <a:r>
              <a:rPr lang="zh-TW" altLang="en-US"/>
              <a:t> 屬性子表</a:t>
            </a:r>
            <a:endParaRPr lang="en-US" altLang="zh-TW" noProof="1"/>
          </a:p>
        </p:txBody>
      </p:sp>
      <p:sp>
        <p:nvSpPr>
          <p:cNvPr id="38" name="Shape 0">
            <a:extLst>
              <a:ext uri="{FF2B5EF4-FFF2-40B4-BE49-F238E27FC236}">
                <a16:creationId xmlns:a16="http://schemas.microsoft.com/office/drawing/2014/main" id="{21DDCE76-681E-F7B3-22EA-91BD66EB1097}"/>
              </a:ext>
            </a:extLst>
          </p:cNvPr>
          <p:cNvSpPr/>
          <p:nvPr/>
        </p:nvSpPr>
        <p:spPr>
          <a:xfrm>
            <a:off x="3127826" y="4914329"/>
            <a:ext cx="5936345" cy="358760"/>
          </a:xfrm>
          <a:prstGeom prst="rect">
            <a:avLst/>
          </a:prstGeom>
          <a:solidFill>
            <a:srgbClr val="FFCCCC"/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zh-TW"/>
              <a:t>層</a:t>
            </a:r>
            <a:r>
              <a:rPr lang="zh-TW" altLang="en-US"/>
              <a:t>一</a:t>
            </a:r>
            <a:r>
              <a:rPr lang="zh-TW" altLang="zh-TW"/>
              <a:t>｜</a:t>
            </a:r>
            <a:r>
              <a:rPr lang="en-US" altLang="zh-TW"/>
              <a:t>Companies </a:t>
            </a:r>
            <a:r>
              <a:rPr lang="zh-TW" altLang="en-US"/>
              <a:t>業者 </a:t>
            </a:r>
            <a:r>
              <a:rPr lang="en-US" altLang="zh-TW"/>
              <a:t>834</a:t>
            </a:r>
            <a:r>
              <a:rPr lang="zh-TW" altLang="zh-TW"/>
              <a:t>・</a:t>
            </a:r>
            <a:r>
              <a:rPr lang="zh-TW" altLang="en-US"/>
              <a:t>主件統編</a:t>
            </a:r>
            <a:endParaRPr lang="en-US" altLang="zh-TW" noProof="1"/>
          </a:p>
        </p:txBody>
      </p:sp>
      <p:sp>
        <p:nvSpPr>
          <p:cNvPr id="41" name="Shape 0">
            <a:extLst>
              <a:ext uri="{FF2B5EF4-FFF2-40B4-BE49-F238E27FC236}">
                <a16:creationId xmlns:a16="http://schemas.microsoft.com/office/drawing/2014/main" id="{BBDA3F55-03BE-6C6D-9F1C-8EB104365B22}"/>
              </a:ext>
            </a:extLst>
          </p:cNvPr>
          <p:cNvSpPr/>
          <p:nvPr/>
        </p:nvSpPr>
        <p:spPr>
          <a:xfrm>
            <a:off x="9675590" y="2818021"/>
            <a:ext cx="1992156" cy="70683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TW" noProof="1"/>
              <a:t>【 AI</a:t>
            </a:r>
            <a:r>
              <a:rPr lang="zh-TW" altLang="en-US" noProof="1"/>
              <a:t> 引擎</a:t>
            </a:r>
            <a:r>
              <a:rPr lang="en-US" altLang="zh-TW" noProof="1"/>
              <a:t>】</a:t>
            </a:r>
          </a:p>
          <a:p>
            <a:pPr algn="ctr"/>
            <a:r>
              <a:rPr lang="en-US" altLang="zh-TW" noProof="1"/>
              <a:t>Claude API</a:t>
            </a:r>
            <a:endParaRPr lang="zh-TW" noProof="1"/>
          </a:p>
        </p:txBody>
      </p:sp>
      <p:sp>
        <p:nvSpPr>
          <p:cNvPr id="43" name="Shape 0">
            <a:extLst>
              <a:ext uri="{FF2B5EF4-FFF2-40B4-BE49-F238E27FC236}">
                <a16:creationId xmlns:a16="http://schemas.microsoft.com/office/drawing/2014/main" id="{E16F6F53-CBED-0055-13E2-982BDFF20C1C}"/>
              </a:ext>
            </a:extLst>
          </p:cNvPr>
          <p:cNvSpPr/>
          <p:nvPr/>
        </p:nvSpPr>
        <p:spPr>
          <a:xfrm>
            <a:off x="9675589" y="5096116"/>
            <a:ext cx="1992156" cy="10973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zh-TW" noProof="1"/>
              <a:t>【ETL </a:t>
            </a:r>
            <a:r>
              <a:rPr lang="zh-TW" altLang="en-US" noProof="1"/>
              <a:t>工具</a:t>
            </a:r>
            <a:r>
              <a:rPr lang="en-US" altLang="zh-TW" noProof="1"/>
              <a:t>】</a:t>
            </a:r>
          </a:p>
          <a:p>
            <a:pPr algn="ctr"/>
            <a:r>
              <a:rPr lang="en-US" altLang="zh-TW" noProof="1"/>
              <a:t>Colab +</a:t>
            </a:r>
            <a:r>
              <a:rPr lang="zh-TW" altLang="en-US" noProof="1"/>
              <a:t> 人功校核</a:t>
            </a:r>
            <a:endParaRPr lang="en-US" altLang="zh-TW" noProof="1"/>
          </a:p>
          <a:p>
            <a:pPr algn="ctr"/>
            <a:r>
              <a:rPr lang="en-US" altLang="zh-TW" noProof="1"/>
              <a:t>Airtable</a:t>
            </a:r>
            <a:r>
              <a:rPr lang="zh-TW" altLang="en-US" noProof="1"/>
              <a:t> </a:t>
            </a:r>
            <a:r>
              <a:rPr lang="en-US" altLang="zh-TW" noProof="1"/>
              <a:t>API</a:t>
            </a:r>
            <a:endParaRPr lang="zh-TW" noProof="1"/>
          </a:p>
        </p:txBody>
      </p:sp>
      <p:sp>
        <p:nvSpPr>
          <p:cNvPr id="44" name="箭號: 向上 43">
            <a:extLst>
              <a:ext uri="{FF2B5EF4-FFF2-40B4-BE49-F238E27FC236}">
                <a16:creationId xmlns:a16="http://schemas.microsoft.com/office/drawing/2014/main" id="{E94E305C-3347-C136-8B86-7D162C89D6CF}"/>
              </a:ext>
            </a:extLst>
          </p:cNvPr>
          <p:cNvSpPr/>
          <p:nvPr/>
        </p:nvSpPr>
        <p:spPr>
          <a:xfrm>
            <a:off x="6054232" y="5507425"/>
            <a:ext cx="315686" cy="274781"/>
          </a:xfrm>
          <a:prstGeom prst="upArrow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箭號: 向上 45">
            <a:extLst>
              <a:ext uri="{FF2B5EF4-FFF2-40B4-BE49-F238E27FC236}">
                <a16:creationId xmlns:a16="http://schemas.microsoft.com/office/drawing/2014/main" id="{5165A3F5-95BA-505F-E6E9-66F02031E6D5}"/>
              </a:ext>
            </a:extLst>
          </p:cNvPr>
          <p:cNvSpPr/>
          <p:nvPr/>
        </p:nvSpPr>
        <p:spPr>
          <a:xfrm>
            <a:off x="6075057" y="3390518"/>
            <a:ext cx="274035" cy="214223"/>
          </a:xfrm>
          <a:prstGeom prst="upArrow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箭號: 向上 47">
            <a:extLst>
              <a:ext uri="{FF2B5EF4-FFF2-40B4-BE49-F238E27FC236}">
                <a16:creationId xmlns:a16="http://schemas.microsoft.com/office/drawing/2014/main" id="{5F4421F3-FA48-E848-933C-25A7EC593056}"/>
              </a:ext>
            </a:extLst>
          </p:cNvPr>
          <p:cNvSpPr/>
          <p:nvPr/>
        </p:nvSpPr>
        <p:spPr>
          <a:xfrm>
            <a:off x="6075057" y="2750374"/>
            <a:ext cx="274035" cy="214223"/>
          </a:xfrm>
          <a:prstGeom prst="upArrow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Shape 0">
            <a:extLst>
              <a:ext uri="{FF2B5EF4-FFF2-40B4-BE49-F238E27FC236}">
                <a16:creationId xmlns:a16="http://schemas.microsoft.com/office/drawing/2014/main" id="{70C1B9C5-0B33-78BE-E99B-997FAF8C150E}"/>
              </a:ext>
            </a:extLst>
          </p:cNvPr>
          <p:cNvSpPr/>
          <p:nvPr/>
        </p:nvSpPr>
        <p:spPr>
          <a:xfrm>
            <a:off x="3243901" y="6180411"/>
            <a:ext cx="5936345" cy="28342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en-US" sz="1200">
                <a:solidFill>
                  <a:schemeClr val="bg1"/>
                </a:solidFill>
              </a:rPr>
              <a:t>政府計畫平台 </a:t>
            </a:r>
            <a:r>
              <a:rPr lang="en-US" altLang="zh-TW" sz="1200">
                <a:solidFill>
                  <a:schemeClr val="bg1"/>
                </a:solidFill>
              </a:rPr>
              <a:t>/</a:t>
            </a:r>
            <a:r>
              <a:rPr lang="zh-TW" altLang="en-US" sz="1200">
                <a:solidFill>
                  <a:schemeClr val="bg1"/>
                </a:solidFill>
              </a:rPr>
              <a:t> 企業公開資訊爬蟲 </a:t>
            </a:r>
            <a:r>
              <a:rPr lang="en-US" altLang="zh-TW" sz="1200">
                <a:solidFill>
                  <a:schemeClr val="bg1"/>
                </a:solidFill>
              </a:rPr>
              <a:t>/</a:t>
            </a:r>
            <a:r>
              <a:rPr lang="zh-TW" altLang="en-US" sz="1200">
                <a:solidFill>
                  <a:schemeClr val="bg1"/>
                </a:solidFill>
              </a:rPr>
              <a:t> </a:t>
            </a:r>
            <a:r>
              <a:rPr lang="en-US" altLang="zh-TW" sz="1200">
                <a:solidFill>
                  <a:schemeClr val="bg1"/>
                </a:solidFill>
              </a:rPr>
              <a:t>AI Search</a:t>
            </a:r>
            <a:endParaRPr lang="zh-TW" altLang="en-US" sz="1200">
              <a:solidFill>
                <a:schemeClr val="bg1"/>
              </a:solidFill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B4AB676-C484-17B0-FCBB-1E3139E9DEB4}"/>
              </a:ext>
            </a:extLst>
          </p:cNvPr>
          <p:cNvSpPr txBox="1"/>
          <p:nvPr/>
        </p:nvSpPr>
        <p:spPr>
          <a:xfrm>
            <a:off x="3158631" y="5842771"/>
            <a:ext cx="610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/>
              <a:t>資料來源</a:t>
            </a:r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72E42666-7C0B-C642-02EF-F373254473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89" y="2210086"/>
            <a:ext cx="1290408" cy="1093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3" name="圖說文字: 直線加上框線和強調線 62">
            <a:extLst>
              <a:ext uri="{FF2B5EF4-FFF2-40B4-BE49-F238E27FC236}">
                <a16:creationId xmlns:a16="http://schemas.microsoft.com/office/drawing/2014/main" id="{7144EE09-CA63-52A2-5060-F30F71C9A84B}"/>
              </a:ext>
            </a:extLst>
          </p:cNvPr>
          <p:cNvSpPr/>
          <p:nvPr/>
        </p:nvSpPr>
        <p:spPr>
          <a:xfrm flipH="1">
            <a:off x="569611" y="5129222"/>
            <a:ext cx="1946797" cy="1285696"/>
          </a:xfrm>
          <a:prstGeom prst="accentBorderCallout1">
            <a:avLst>
              <a:gd name="adj1" fmla="val 18750"/>
              <a:gd name="adj2" fmla="val -8333"/>
              <a:gd name="adj3" fmla="val -24301"/>
              <a:gd name="adj4" fmla="val -18307"/>
            </a:avLst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1" name="圖片 70">
            <a:extLst>
              <a:ext uri="{FF2B5EF4-FFF2-40B4-BE49-F238E27FC236}">
                <a16:creationId xmlns:a16="http://schemas.microsoft.com/office/drawing/2014/main" id="{A8F3AE56-7349-D578-374B-F0D4CEA616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127" y="3433628"/>
            <a:ext cx="1123931" cy="1398670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39BB6943-4ED2-D3B3-30CF-3CFD9164ED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70" y="5223983"/>
            <a:ext cx="863644" cy="330217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F3F0CE32-2D12-0AF1-BE8A-BF1C5303CD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43" y="5671953"/>
            <a:ext cx="1549063" cy="625211"/>
          </a:xfrm>
          <a:prstGeom prst="rect">
            <a:avLst/>
          </a:prstGeom>
        </p:spPr>
      </p:pic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93E4821-E13C-D603-517B-D5411FCB29B7}"/>
              </a:ext>
            </a:extLst>
          </p:cNvPr>
          <p:cNvCxnSpPr>
            <a:cxnSpLocks/>
            <a:stCxn id="18" idx="3"/>
            <a:endCxn id="41" idx="1"/>
          </p:cNvCxnSpPr>
          <p:nvPr/>
        </p:nvCxnSpPr>
        <p:spPr>
          <a:xfrm flipV="1">
            <a:off x="9305471" y="3171438"/>
            <a:ext cx="370119" cy="4433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1C67FE27-7958-5CC0-7DDD-3E168479B006}"/>
              </a:ext>
            </a:extLst>
          </p:cNvPr>
          <p:cNvCxnSpPr>
            <a:cxnSpLocks/>
            <a:stCxn id="44" idx="3"/>
            <a:endCxn id="43" idx="1"/>
          </p:cNvCxnSpPr>
          <p:nvPr/>
        </p:nvCxnSpPr>
        <p:spPr>
          <a:xfrm flipV="1">
            <a:off x="6369918" y="5644815"/>
            <a:ext cx="3305671" cy="1"/>
          </a:xfrm>
          <a:prstGeom prst="line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51">
            <a:extLst>
              <a:ext uri="{FF2B5EF4-FFF2-40B4-BE49-F238E27FC236}">
                <a16:creationId xmlns:a16="http://schemas.microsoft.com/office/drawing/2014/main" id="{F06E73CB-B6E1-ECE4-DCA1-73B0176B9872}"/>
              </a:ext>
            </a:extLst>
          </p:cNvPr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6" name="Rectangle 52">
            <a:extLst>
              <a:ext uri="{FF2B5EF4-FFF2-40B4-BE49-F238E27FC236}">
                <a16:creationId xmlns:a16="http://schemas.microsoft.com/office/drawing/2014/main" id="{80E83EF2-EAB4-AA45-E821-3DB6BA4005D4}"/>
              </a:ext>
            </a:extLst>
          </p:cNvPr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9" name="Rectangle 53">
            <a:extLst>
              <a:ext uri="{FF2B5EF4-FFF2-40B4-BE49-F238E27FC236}">
                <a16:creationId xmlns:a16="http://schemas.microsoft.com/office/drawing/2014/main" id="{8B88EB3E-48A4-8724-AB11-EBAA31752FEC}"/>
              </a:ext>
            </a:extLst>
          </p:cNvPr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13" name="Rectangle 54">
            <a:extLst>
              <a:ext uri="{FF2B5EF4-FFF2-40B4-BE49-F238E27FC236}">
                <a16:creationId xmlns:a16="http://schemas.microsoft.com/office/drawing/2014/main" id="{A4846583-ED5D-E599-754D-4A1A56AA0B1A}"/>
              </a:ext>
            </a:extLst>
          </p:cNvPr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5" name="Rectangle 55">
            <a:extLst>
              <a:ext uri="{FF2B5EF4-FFF2-40B4-BE49-F238E27FC236}">
                <a16:creationId xmlns:a16="http://schemas.microsoft.com/office/drawing/2014/main" id="{8387A0F7-931C-BE45-88D3-654F4790BF98}"/>
              </a:ext>
            </a:extLst>
          </p:cNvPr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19" name="Rectangle 78">
            <a:extLst>
              <a:ext uri="{FF2B5EF4-FFF2-40B4-BE49-F238E27FC236}">
                <a16:creationId xmlns:a16="http://schemas.microsoft.com/office/drawing/2014/main" id="{BC65E85A-E08E-6869-C8F8-DFE0A78E4A7F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23" name="Rectangle 55">
            <a:extLst>
              <a:ext uri="{FF2B5EF4-FFF2-40B4-BE49-F238E27FC236}">
                <a16:creationId xmlns:a16="http://schemas.microsoft.com/office/drawing/2014/main" id="{61DFF35F-AA90-4A02-C87B-43BC5E081174}"/>
              </a:ext>
            </a:extLst>
          </p:cNvPr>
          <p:cNvSpPr/>
          <p:nvPr/>
        </p:nvSpPr>
        <p:spPr>
          <a:xfrm>
            <a:off x="249461" y="285018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rgbClr val="8A969E"/>
                </a:solidFill>
                <a:latin typeface="Microsoft JhengHei"/>
              </a:rPr>
              <a:t>現況概述</a:t>
            </a:r>
            <a:endParaRPr sz="85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26" name="Rectangle 55">
            <a:extLst>
              <a:ext uri="{FF2B5EF4-FFF2-40B4-BE49-F238E27FC236}">
                <a16:creationId xmlns:a16="http://schemas.microsoft.com/office/drawing/2014/main" id="{A533AA7E-2270-8B95-7904-33FB38A582B1}"/>
              </a:ext>
            </a:extLst>
          </p:cNvPr>
          <p:cNvSpPr/>
          <p:nvPr/>
        </p:nvSpPr>
        <p:spPr>
          <a:xfrm>
            <a:off x="1207318" y="282688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chemeClr val="bg1"/>
                </a:solidFill>
                <a:latin typeface="Microsoft JhengHei"/>
              </a:rPr>
              <a:t>資料庫架構</a:t>
            </a:r>
          </a:p>
        </p:txBody>
      </p:sp>
      <p:sp>
        <p:nvSpPr>
          <p:cNvPr id="29" name="Rectangle 55">
            <a:extLst>
              <a:ext uri="{FF2B5EF4-FFF2-40B4-BE49-F238E27FC236}">
                <a16:creationId xmlns:a16="http://schemas.microsoft.com/office/drawing/2014/main" id="{9BAE761F-0E9F-1AEE-3CDA-8BB7EECDE3FD}"/>
              </a:ext>
            </a:extLst>
          </p:cNvPr>
          <p:cNvSpPr/>
          <p:nvPr/>
        </p:nvSpPr>
        <p:spPr>
          <a:xfrm>
            <a:off x="1207318" y="508974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rgbClr val="8A969E"/>
                </a:solidFill>
                <a:latin typeface="Microsoft JhengHei"/>
              </a:rPr>
              <a:t>發展目標</a:t>
            </a:r>
            <a:endParaRPr sz="85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31" name="Shape 0">
            <a:extLst>
              <a:ext uri="{FF2B5EF4-FFF2-40B4-BE49-F238E27FC236}">
                <a16:creationId xmlns:a16="http://schemas.microsoft.com/office/drawing/2014/main" id="{1AA6150E-668A-8733-9A77-13C90D7B3FAB}"/>
              </a:ext>
            </a:extLst>
          </p:cNvPr>
          <p:cNvSpPr/>
          <p:nvPr/>
        </p:nvSpPr>
        <p:spPr>
          <a:xfrm>
            <a:off x="9675589" y="4197291"/>
            <a:ext cx="1992156" cy="706833"/>
          </a:xfrm>
          <a:prstGeom prst="rect">
            <a:avLst/>
          </a:prstGeom>
          <a:solidFill>
            <a:srgbClr val="C00000"/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en-US" noProof="1">
                <a:solidFill>
                  <a:schemeClr val="bg1"/>
                </a:solidFill>
              </a:rPr>
              <a:t>應持續累積之</a:t>
            </a:r>
            <a:endParaRPr lang="en-US" altLang="zh-TW" noProof="1">
              <a:solidFill>
                <a:schemeClr val="bg1"/>
              </a:solidFill>
            </a:endParaRPr>
          </a:p>
          <a:p>
            <a:pPr algn="ctr"/>
            <a:r>
              <a:rPr lang="zh-TW" altLang="en-US" noProof="1">
                <a:solidFill>
                  <a:schemeClr val="bg1"/>
                </a:solidFill>
              </a:rPr>
              <a:t>核心資產</a:t>
            </a:r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1A0B4071-7507-C2F6-84FC-7174AED2630F}"/>
              </a:ext>
            </a:extLst>
          </p:cNvPr>
          <p:cNvCxnSpPr>
            <a:cxnSpLocks/>
            <a:stCxn id="16" idx="3"/>
            <a:endCxn id="31" idx="1"/>
          </p:cNvCxnSpPr>
          <p:nvPr/>
        </p:nvCxnSpPr>
        <p:spPr>
          <a:xfrm flipV="1">
            <a:off x="9305470" y="4550708"/>
            <a:ext cx="370119" cy="1284"/>
          </a:xfrm>
          <a:prstGeom prst="line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Shape 0">
            <a:extLst>
              <a:ext uri="{FF2B5EF4-FFF2-40B4-BE49-F238E27FC236}">
                <a16:creationId xmlns:a16="http://schemas.microsoft.com/office/drawing/2014/main" id="{D740D8B2-689C-88A8-DFA6-B8A5A24D7BB2}"/>
              </a:ext>
            </a:extLst>
          </p:cNvPr>
          <p:cNvSpPr/>
          <p:nvPr/>
        </p:nvSpPr>
        <p:spPr>
          <a:xfrm>
            <a:off x="9675589" y="1864022"/>
            <a:ext cx="1992156" cy="8467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en-US" noProof="1"/>
              <a:t>因應不同需求</a:t>
            </a:r>
            <a:endParaRPr lang="en-US" altLang="zh-TW" noProof="1"/>
          </a:p>
          <a:p>
            <a:pPr algn="ctr"/>
            <a:r>
              <a:rPr lang="zh-TW" altLang="en-US" noProof="1"/>
              <a:t>持續調整</a:t>
            </a:r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D6D2B1E9-9F10-F60C-86B9-5094B3B3A48A}"/>
              </a:ext>
            </a:extLst>
          </p:cNvPr>
          <p:cNvCxnSpPr>
            <a:cxnSpLocks/>
            <a:stCxn id="12" idx="3"/>
            <a:endCxn id="39" idx="1"/>
          </p:cNvCxnSpPr>
          <p:nvPr/>
        </p:nvCxnSpPr>
        <p:spPr>
          <a:xfrm flipV="1">
            <a:off x="9305471" y="2287422"/>
            <a:ext cx="370118" cy="5154"/>
          </a:xfrm>
          <a:prstGeom prst="line">
            <a:avLst/>
          </a:prstGeom>
          <a:ln w="5715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hape 0">
            <a:extLst>
              <a:ext uri="{FF2B5EF4-FFF2-40B4-BE49-F238E27FC236}">
                <a16:creationId xmlns:a16="http://schemas.microsoft.com/office/drawing/2014/main" id="{095F012C-5297-CDDA-0A4F-340806FF8302}"/>
              </a:ext>
            </a:extLst>
          </p:cNvPr>
          <p:cNvSpPr/>
          <p:nvPr/>
        </p:nvSpPr>
        <p:spPr>
          <a:xfrm>
            <a:off x="7200931" y="2238888"/>
            <a:ext cx="2021046" cy="3493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 anchor="ctr"/>
          <a:lstStyle/>
          <a:p>
            <a:pPr algn="ctr"/>
            <a:r>
              <a:rPr lang="zh-TW" altLang="en-US" sz="1050" noProof="1">
                <a:solidFill>
                  <a:schemeClr val="bg1"/>
                </a:solidFill>
              </a:rPr>
              <a:t>保留擴充彈性</a:t>
            </a:r>
            <a:endParaRPr lang="en-US" altLang="zh-TW" sz="1050" noProof="1">
              <a:solidFill>
                <a:schemeClr val="bg1"/>
              </a:solidFill>
            </a:endParaRPr>
          </a:p>
          <a:p>
            <a:pPr algn="ctr"/>
            <a:r>
              <a:rPr lang="zh-TW" altLang="en-US" sz="1050" noProof="1">
                <a:solidFill>
                  <a:schemeClr val="bg1"/>
                </a:solidFill>
              </a:rPr>
              <a:t>連結外部平台功能</a:t>
            </a:r>
            <a:endParaRPr lang="en-US" altLang="zh-TW" sz="1050" noProof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556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6E43BB1-8156-5F77-2CE2-B5FE1C549B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zh-TW" altLang="en-US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發展目標</a:t>
            </a:r>
            <a:endParaRPr lang="en-US" altLang="zh-TW" dirty="0"/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C1E3F1E2-6F84-9052-EBE6-00CF07BB2E7A}"/>
              </a:ext>
            </a:extLst>
          </p:cNvPr>
          <p:cNvGrpSpPr/>
          <p:nvPr/>
        </p:nvGrpSpPr>
        <p:grpSpPr>
          <a:xfrm>
            <a:off x="4310900" y="1579981"/>
            <a:ext cx="3570200" cy="3953577"/>
            <a:chOff x="549011" y="1552073"/>
            <a:chExt cx="3570200" cy="3953577"/>
          </a:xfrm>
        </p:grpSpPr>
        <p:sp>
          <p:nvSpPr>
            <p:cNvPr id="7" name="Shape 2">
              <a:extLst>
                <a:ext uri="{FF2B5EF4-FFF2-40B4-BE49-F238E27FC236}">
                  <a16:creationId xmlns:a16="http://schemas.microsoft.com/office/drawing/2014/main" id="{AD443EB8-A495-D8CB-650D-4C69EFA8E140}"/>
                </a:ext>
              </a:extLst>
            </p:cNvPr>
            <p:cNvSpPr/>
            <p:nvPr/>
          </p:nvSpPr>
          <p:spPr>
            <a:xfrm>
              <a:off x="549011" y="1552073"/>
              <a:ext cx="3570200" cy="3953577"/>
            </a:xfrm>
            <a:prstGeom prst="roundRect">
              <a:avLst>
                <a:gd name="adj" fmla="val 2349"/>
              </a:avLst>
            </a:prstGeom>
            <a:solidFill>
              <a:srgbClr val="F4FAF9"/>
            </a:solidFill>
            <a:ln w="57150">
              <a:solidFill>
                <a:srgbClr val="0BA08C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4F250D47-1194-9CD5-9A24-D2B96EC20C21}"/>
                </a:ext>
              </a:extLst>
            </p:cNvPr>
            <p:cNvSpPr/>
            <p:nvPr/>
          </p:nvSpPr>
          <p:spPr>
            <a:xfrm>
              <a:off x="728719" y="1743762"/>
              <a:ext cx="3210784" cy="479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顧問</a:t>
              </a:r>
              <a:r>
                <a:rPr lang="zh-TW" altLang="en-US" sz="28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最佳支援者</a:t>
              </a:r>
              <a:endParaRPr lang="en-US" sz="2800" dirty="0"/>
            </a:p>
          </p:txBody>
        </p:sp>
        <p:sp>
          <p:nvSpPr>
            <p:cNvPr id="11" name="Text 4">
              <a:extLst>
                <a:ext uri="{FF2B5EF4-FFF2-40B4-BE49-F238E27FC236}">
                  <a16:creationId xmlns:a16="http://schemas.microsoft.com/office/drawing/2014/main" id="{FA32581C-FD02-C2A7-A98C-15A56DC4A200}"/>
                </a:ext>
              </a:extLst>
            </p:cNvPr>
            <p:cNvSpPr/>
            <p:nvPr/>
          </p:nvSpPr>
          <p:spPr>
            <a:xfrm>
              <a:off x="764661" y="2366749"/>
              <a:ext cx="3138901" cy="9344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zh-TW" alt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提問</a:t>
              </a:r>
              <a:r>
                <a:rPr 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「</a:t>
              </a:r>
              <a:r>
                <a:rPr lang="zh-TW" alt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製造業</a:t>
              </a:r>
              <a:r>
                <a:rPr 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缺工怎麼辦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」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</a:t>
              </a:r>
              <a:r>
                <a:rPr lang="en-US" b="1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語意搜尋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秒回候選方案</a:t>
              </a:r>
              <a:endParaRPr lang="en-US" sz="1400" dirty="0"/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41C6807E-5788-F3CD-A0A6-F132E37150A6}"/>
                </a:ext>
              </a:extLst>
            </p:cNvPr>
            <p:cNvSpPr/>
            <p:nvPr/>
          </p:nvSpPr>
          <p:spPr>
            <a:xfrm>
              <a:off x="764661" y="3385095"/>
              <a:ext cx="3138901" cy="9344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診斷工具 4 步驟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</a:t>
              </a:r>
              <a:r>
                <a:rPr lang="en-US" b="1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自動推薦</a:t>
              </a:r>
              <a:r>
                <a:rPr 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</a:t>
              </a:r>
              <a:r>
                <a:rPr lang="en-US" altLang="zh-TW" b="1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10</a:t>
              </a:r>
              <a:r>
                <a:rPr lang="en-US" b="1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</a:t>
              </a:r>
              <a:r>
                <a:rPr lang="en-US" b="1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筆適配方案</a:t>
              </a:r>
              <a:endParaRPr lang="en-US" sz="1400" b="1" dirty="0"/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DB86C379-A8BC-2654-0C1C-AD90BE6DF172}"/>
                </a:ext>
              </a:extLst>
            </p:cNvPr>
            <p:cNvSpPr/>
            <p:nvPr/>
          </p:nvSpPr>
          <p:spPr>
            <a:xfrm>
              <a:off x="764661" y="4403441"/>
              <a:ext cx="3138901" cy="9344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捉對比較＋AI 摘要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現場即時</a:t>
              </a:r>
              <a:r>
                <a:rPr lang="zh-TW" alt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提供方案 </a:t>
              </a:r>
              <a:r>
                <a:rPr lang="en-US" altLang="zh-TW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/</a:t>
              </a:r>
              <a:r>
                <a:rPr lang="zh-TW" altLang="en-US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案例</a:t>
              </a:r>
              <a:endParaRPr lang="en-US" sz="1400" dirty="0"/>
            </a:p>
          </p:txBody>
        </p:sp>
      </p:grp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E2669DA2-ECB7-425A-DFF2-6BE075A04EAA}"/>
              </a:ext>
            </a:extLst>
          </p:cNvPr>
          <p:cNvGrpSpPr/>
          <p:nvPr/>
        </p:nvGrpSpPr>
        <p:grpSpPr>
          <a:xfrm>
            <a:off x="549012" y="1579981"/>
            <a:ext cx="3570200" cy="3953577"/>
            <a:chOff x="4310900" y="1552073"/>
            <a:chExt cx="3570200" cy="3953577"/>
          </a:xfrm>
          <a:solidFill>
            <a:schemeClr val="bg1">
              <a:lumMod val="95000"/>
            </a:schemeClr>
          </a:solidFill>
        </p:grpSpPr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7D9ECCAC-1C81-C27E-8C45-6C8BF390E0F1}"/>
                </a:ext>
              </a:extLst>
            </p:cNvPr>
            <p:cNvSpPr/>
            <p:nvPr/>
          </p:nvSpPr>
          <p:spPr>
            <a:xfrm>
              <a:off x="4310900" y="1552073"/>
              <a:ext cx="3570200" cy="3953577"/>
            </a:xfrm>
            <a:prstGeom prst="roundRect">
              <a:avLst>
                <a:gd name="adj" fmla="val 2349"/>
              </a:avLst>
            </a:prstGeom>
            <a:grpFill/>
            <a:ln w="12700">
              <a:solidFill>
                <a:srgbClr val="E8A33C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19" name="Text 8">
              <a:extLst>
                <a:ext uri="{FF2B5EF4-FFF2-40B4-BE49-F238E27FC236}">
                  <a16:creationId xmlns:a16="http://schemas.microsoft.com/office/drawing/2014/main" id="{83E51881-86B3-A27F-779A-E67E156BEFC7}"/>
                </a:ext>
              </a:extLst>
            </p:cNvPr>
            <p:cNvSpPr/>
            <p:nvPr/>
          </p:nvSpPr>
          <p:spPr>
            <a:xfrm>
              <a:off x="4490608" y="1743762"/>
              <a:ext cx="3210784" cy="479221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altLang="en-US" sz="28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歷史</a:t>
              </a:r>
              <a:r>
                <a:rPr lang="en-US" sz="28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經驗資產化</a:t>
              </a:r>
              <a:endParaRPr lang="en-US" sz="2800" dirty="0"/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48428E19-D5F6-EA3B-A3F7-1717B7F94F52}"/>
                </a:ext>
              </a:extLst>
            </p:cNvPr>
            <p:cNvSpPr/>
            <p:nvPr/>
          </p:nvSpPr>
          <p:spPr>
            <a:xfrm>
              <a:off x="4526549" y="2366749"/>
              <a:ext cx="3138901" cy="93448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E8A33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過去執行經驗結構化保存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不再用過即封存</a:t>
              </a:r>
              <a:endParaRPr lang="en-US" sz="1400" dirty="0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B4B677B1-496F-EF4A-1274-03ED3C38927A}"/>
                </a:ext>
              </a:extLst>
            </p:cNvPr>
            <p:cNvSpPr/>
            <p:nvPr/>
          </p:nvSpPr>
          <p:spPr>
            <a:xfrm>
              <a:off x="4526549" y="3385095"/>
              <a:ext cx="3138901" cy="93448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E8A33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缺口分析矩陣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支撐新計畫提案切入點</a:t>
              </a:r>
              <a:endParaRPr lang="en-US" sz="1400" dirty="0"/>
            </a:p>
          </p:txBody>
        </p:sp>
        <p:sp>
          <p:nvSpPr>
            <p:cNvPr id="25" name="Text 11">
              <a:extLst>
                <a:ext uri="{FF2B5EF4-FFF2-40B4-BE49-F238E27FC236}">
                  <a16:creationId xmlns:a16="http://schemas.microsoft.com/office/drawing/2014/main" id="{3E36EA3C-1442-85B4-E488-52AD0BBD3D8C}"/>
                </a:ext>
              </a:extLst>
            </p:cNvPr>
            <p:cNvSpPr/>
            <p:nvPr/>
          </p:nvSpPr>
          <p:spPr>
            <a:xfrm>
              <a:off x="4526549" y="4403441"/>
              <a:ext cx="3138901" cy="93448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E8A33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競爭態勢圖譜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廠商評選的數據佐證</a:t>
              </a:r>
              <a:endParaRPr lang="en-US" sz="1400" dirty="0"/>
            </a:p>
          </p:txBody>
        </p:sp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09B5BF9A-C527-54FB-070D-30CC6118E62D}"/>
              </a:ext>
            </a:extLst>
          </p:cNvPr>
          <p:cNvGrpSpPr/>
          <p:nvPr/>
        </p:nvGrpSpPr>
        <p:grpSpPr>
          <a:xfrm>
            <a:off x="8072788" y="1552073"/>
            <a:ext cx="3570200" cy="3953577"/>
            <a:chOff x="8072788" y="1552073"/>
            <a:chExt cx="3570200" cy="3953577"/>
          </a:xfrm>
          <a:solidFill>
            <a:schemeClr val="bg1">
              <a:lumMod val="95000"/>
            </a:schemeClr>
          </a:solidFill>
        </p:grpSpPr>
        <p:sp>
          <p:nvSpPr>
            <p:cNvPr id="27" name="Shape 12">
              <a:extLst>
                <a:ext uri="{FF2B5EF4-FFF2-40B4-BE49-F238E27FC236}">
                  <a16:creationId xmlns:a16="http://schemas.microsoft.com/office/drawing/2014/main" id="{5D0F14EF-6409-FF56-683D-659777C87568}"/>
                </a:ext>
              </a:extLst>
            </p:cNvPr>
            <p:cNvSpPr/>
            <p:nvPr/>
          </p:nvSpPr>
          <p:spPr>
            <a:xfrm>
              <a:off x="8072788" y="1552073"/>
              <a:ext cx="3570200" cy="3953577"/>
            </a:xfrm>
            <a:prstGeom prst="roundRect">
              <a:avLst>
                <a:gd name="adj" fmla="val 2349"/>
              </a:avLst>
            </a:prstGeom>
            <a:grpFill/>
            <a:ln w="12700">
              <a:solidFill>
                <a:srgbClr val="D9604A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29" name="Text 13">
              <a:extLst>
                <a:ext uri="{FF2B5EF4-FFF2-40B4-BE49-F238E27FC236}">
                  <a16:creationId xmlns:a16="http://schemas.microsoft.com/office/drawing/2014/main" id="{B214D47C-9825-C719-6F21-9B6FC904BE44}"/>
                </a:ext>
              </a:extLst>
            </p:cNvPr>
            <p:cNvSpPr/>
            <p:nvPr/>
          </p:nvSpPr>
          <p:spPr>
            <a:xfrm>
              <a:off x="8252496" y="1743762"/>
              <a:ext cx="3210784" cy="479221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政策智庫</a:t>
              </a:r>
              <a:r>
                <a:rPr lang="zh-TW" altLang="en-US" sz="2800" b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潛在價值</a:t>
              </a:r>
              <a:endParaRPr lang="en-US" sz="2800" dirty="0"/>
            </a:p>
          </p:txBody>
        </p:sp>
        <p:sp>
          <p:nvSpPr>
            <p:cNvPr id="31" name="Text 14">
              <a:extLst>
                <a:ext uri="{FF2B5EF4-FFF2-40B4-BE49-F238E27FC236}">
                  <a16:creationId xmlns:a16="http://schemas.microsoft.com/office/drawing/2014/main" id="{8DB86698-133B-1C1D-64B7-7B40070133A1}"/>
                </a:ext>
              </a:extLst>
            </p:cNvPr>
            <p:cNvSpPr/>
            <p:nvPr/>
          </p:nvSpPr>
          <p:spPr>
            <a:xfrm>
              <a:off x="8288438" y="2366749"/>
              <a:ext cx="3138901" cy="93448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D9604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政策質詢即時回應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</a:t>
              </a:r>
              <a:r>
                <a:rPr lang="en-US" b="1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產業數據隨查隨答</a:t>
              </a:r>
              <a:endParaRPr lang="en-US" sz="1400" b="1" dirty="0"/>
            </a:p>
          </p:txBody>
        </p:sp>
        <p:sp>
          <p:nvSpPr>
            <p:cNvPr id="33" name="Text 15">
              <a:extLst>
                <a:ext uri="{FF2B5EF4-FFF2-40B4-BE49-F238E27FC236}">
                  <a16:creationId xmlns:a16="http://schemas.microsoft.com/office/drawing/2014/main" id="{FB8977E7-4492-D877-88DB-8D2DB33ECFFB}"/>
                </a:ext>
              </a:extLst>
            </p:cNvPr>
            <p:cNvSpPr/>
            <p:nvPr/>
          </p:nvSpPr>
          <p:spPr>
            <a:xfrm>
              <a:off x="8288438" y="3385095"/>
              <a:ext cx="3138901" cy="93448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D9604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2,322 筆方案全景</a:t>
              </a:r>
              <a:endParaRPr lang="en-US" sz="1400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資服產業版圖一手掌握</a:t>
              </a:r>
              <a:endParaRPr lang="en-US" sz="1400" dirty="0"/>
            </a:p>
          </p:txBody>
        </p:sp>
        <p:sp>
          <p:nvSpPr>
            <p:cNvPr id="35" name="Text 16">
              <a:extLst>
                <a:ext uri="{FF2B5EF4-FFF2-40B4-BE49-F238E27FC236}">
                  <a16:creationId xmlns:a16="http://schemas.microsoft.com/office/drawing/2014/main" id="{D0440D45-8460-8650-A5A5-C701C13CBA1B}"/>
                </a:ext>
              </a:extLst>
            </p:cNvPr>
            <p:cNvSpPr/>
            <p:nvPr/>
          </p:nvSpPr>
          <p:spPr>
            <a:xfrm>
              <a:off x="8288438" y="4403441"/>
              <a:ext cx="3138901" cy="93448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400" dirty="0">
                  <a:solidFill>
                    <a:srgbClr val="D9604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● </a:t>
              </a:r>
              <a:r>
                <a:rPr lang="en-US" b="1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跨組共用資產</a:t>
              </a:r>
              <a:endParaRPr lang="en-US" sz="1400" b="1" dirty="0"/>
            </a:p>
            <a:p>
              <a:pPr marL="0" indent="0">
                <a:lnSpc>
                  <a:spcPct val="125000"/>
                </a:lnSpc>
                <a:buNone/>
              </a:pPr>
              <a:r>
                <a:rPr lang="en-US" dirty="0">
                  <a:solidFill>
                    <a:srgbClr val="1025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→ 本中心特有護城河</a:t>
              </a:r>
              <a:endParaRPr lang="en-US" sz="1400" dirty="0"/>
            </a:p>
          </p:txBody>
        </p:sp>
      </p:grpSp>
      <p:sp>
        <p:nvSpPr>
          <p:cNvPr id="40" name="Shape 17">
            <a:extLst>
              <a:ext uri="{FF2B5EF4-FFF2-40B4-BE49-F238E27FC236}">
                <a16:creationId xmlns:a16="http://schemas.microsoft.com/office/drawing/2014/main" id="{DA378E28-3AEE-53B3-A738-E819C0045E1F}"/>
              </a:ext>
            </a:extLst>
          </p:cNvPr>
          <p:cNvSpPr/>
          <p:nvPr/>
        </p:nvSpPr>
        <p:spPr>
          <a:xfrm>
            <a:off x="549012" y="5691928"/>
            <a:ext cx="2184564" cy="713232"/>
          </a:xfrm>
          <a:prstGeom prst="roundRect">
            <a:avLst>
              <a:gd name="adj" fmla="val 7692"/>
            </a:avLst>
          </a:prstGeom>
          <a:solidFill>
            <a:schemeClr val="accent4">
              <a:lumMod val="50000"/>
            </a:scheme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6C539175-0B9E-FB89-FC19-38BA4B0DA460}"/>
              </a:ext>
            </a:extLst>
          </p:cNvPr>
          <p:cNvSpPr/>
          <p:nvPr/>
        </p:nvSpPr>
        <p:spPr>
          <a:xfrm>
            <a:off x="865060" y="5691928"/>
            <a:ext cx="15524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未來路線　</a:t>
            </a:r>
            <a:endParaRPr lang="en-US" sz="240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70357DC1-EC0B-CDE6-674F-AFD207DD3783}"/>
              </a:ext>
            </a:extLst>
          </p:cNvPr>
          <p:cNvSpPr/>
          <p:nvPr/>
        </p:nvSpPr>
        <p:spPr>
          <a:xfrm>
            <a:off x="1862328" y="6487456"/>
            <a:ext cx="8467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6B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核心定位：將顧問的執行經驗轉為可查詢、可複用、可佐證的數據資產</a:t>
            </a:r>
            <a:endParaRPr lang="en-US" sz="1000" dirty="0"/>
          </a:p>
        </p:txBody>
      </p:sp>
      <p:sp>
        <p:nvSpPr>
          <p:cNvPr id="48" name="Shape 17">
            <a:extLst>
              <a:ext uri="{FF2B5EF4-FFF2-40B4-BE49-F238E27FC236}">
                <a16:creationId xmlns:a16="http://schemas.microsoft.com/office/drawing/2014/main" id="{9AAF808F-A3B9-D6E8-0EB1-8AC59E13BA09}"/>
              </a:ext>
            </a:extLst>
          </p:cNvPr>
          <p:cNvSpPr/>
          <p:nvPr/>
        </p:nvSpPr>
        <p:spPr>
          <a:xfrm>
            <a:off x="3088126" y="5691928"/>
            <a:ext cx="8554862" cy="713232"/>
          </a:xfrm>
          <a:prstGeom prst="roundRect">
            <a:avLst>
              <a:gd name="adj" fmla="val 7692"/>
            </a:avLst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21541FFD-EBD5-AAC3-D3EE-718416F89DE3}"/>
              </a:ext>
            </a:extLst>
          </p:cNvPr>
          <p:cNvSpPr txBox="1"/>
          <p:nvPr/>
        </p:nvSpPr>
        <p:spPr>
          <a:xfrm>
            <a:off x="3429000" y="5725378"/>
            <a:ext cx="4452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TW" sz="1800">
                <a:solidFill>
                  <a:schemeClr val="accent6">
                    <a:lumMod val="20000"/>
                    <a:lumOff val="8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r>
              <a:rPr lang="zh-TW" altLang="en-US">
                <a:solidFill>
                  <a:schemeClr val="accent6">
                    <a:lumMod val="20000"/>
                    <a:lumOff val="80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助手、資策會顧問們的專屬智囊</a:t>
            </a:r>
            <a:endParaRPr lang="en-US" altLang="zh-TW" sz="1800">
              <a:solidFill>
                <a:schemeClr val="accent6">
                  <a:lumMod val="20000"/>
                  <a:lumOff val="80000"/>
                </a:schemeClr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>
                <a:solidFill>
                  <a:schemeClr val="accent6">
                    <a:lumMod val="20000"/>
                    <a:lumOff val="80000"/>
                  </a:schemeClr>
                </a:solidFill>
              </a:rPr>
              <a:t>縮短顧問報告產出流程</a:t>
            </a:r>
          </a:p>
        </p:txBody>
      </p:sp>
      <p:sp>
        <p:nvSpPr>
          <p:cNvPr id="8" name="Rectangle 51">
            <a:extLst>
              <a:ext uri="{FF2B5EF4-FFF2-40B4-BE49-F238E27FC236}">
                <a16:creationId xmlns:a16="http://schemas.microsoft.com/office/drawing/2014/main" id="{1AE8F958-7086-DF27-C252-BC6E9DF3FCA6}"/>
              </a:ext>
            </a:extLst>
          </p:cNvPr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12" name="Rectangle 52">
            <a:extLst>
              <a:ext uri="{FF2B5EF4-FFF2-40B4-BE49-F238E27FC236}">
                <a16:creationId xmlns:a16="http://schemas.microsoft.com/office/drawing/2014/main" id="{1654B7F8-4E5F-0B0F-ECAA-65CEE9CF205A}"/>
              </a:ext>
            </a:extLst>
          </p:cNvPr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16" name="Rectangle 53">
            <a:extLst>
              <a:ext uri="{FF2B5EF4-FFF2-40B4-BE49-F238E27FC236}">
                <a16:creationId xmlns:a16="http://schemas.microsoft.com/office/drawing/2014/main" id="{85923F6F-14DF-DE93-9E7D-41AB57C71DA8}"/>
              </a:ext>
            </a:extLst>
          </p:cNvPr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20" name="Rectangle 54">
            <a:extLst>
              <a:ext uri="{FF2B5EF4-FFF2-40B4-BE49-F238E27FC236}">
                <a16:creationId xmlns:a16="http://schemas.microsoft.com/office/drawing/2014/main" id="{0CF6BAD7-7DC9-1103-A12E-D4C54EAE80CE}"/>
              </a:ext>
            </a:extLst>
          </p:cNvPr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24" name="Rectangle 55">
            <a:extLst>
              <a:ext uri="{FF2B5EF4-FFF2-40B4-BE49-F238E27FC236}">
                <a16:creationId xmlns:a16="http://schemas.microsoft.com/office/drawing/2014/main" id="{386F6024-3A40-B97F-E70B-D702CFE91BA0}"/>
              </a:ext>
            </a:extLst>
          </p:cNvPr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28" name="Rectangle 78">
            <a:extLst>
              <a:ext uri="{FF2B5EF4-FFF2-40B4-BE49-F238E27FC236}">
                <a16:creationId xmlns:a16="http://schemas.microsoft.com/office/drawing/2014/main" id="{0B5FEEDF-566B-60EC-1C76-1E22C0D305A3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32" name="Rectangle 55">
            <a:extLst>
              <a:ext uri="{FF2B5EF4-FFF2-40B4-BE49-F238E27FC236}">
                <a16:creationId xmlns:a16="http://schemas.microsoft.com/office/drawing/2014/main" id="{38C273ED-56FB-609F-BCEC-3EA8A40AB937}"/>
              </a:ext>
            </a:extLst>
          </p:cNvPr>
          <p:cNvSpPr/>
          <p:nvPr/>
        </p:nvSpPr>
        <p:spPr>
          <a:xfrm>
            <a:off x="249461" y="285018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rgbClr val="8A969E"/>
                </a:solidFill>
                <a:latin typeface="Microsoft JhengHei"/>
              </a:rPr>
              <a:t>現況概述</a:t>
            </a:r>
            <a:endParaRPr sz="85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36" name="Rectangle 55">
            <a:extLst>
              <a:ext uri="{FF2B5EF4-FFF2-40B4-BE49-F238E27FC236}">
                <a16:creationId xmlns:a16="http://schemas.microsoft.com/office/drawing/2014/main" id="{34A1A4D2-F4A7-B7FB-BCC2-07CEDEB9A154}"/>
              </a:ext>
            </a:extLst>
          </p:cNvPr>
          <p:cNvSpPr/>
          <p:nvPr/>
        </p:nvSpPr>
        <p:spPr>
          <a:xfrm>
            <a:off x="1207318" y="282688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rgbClr val="8A969E"/>
                </a:solidFill>
                <a:latin typeface="Microsoft JhengHei"/>
              </a:rPr>
              <a:t>資料庫架構</a:t>
            </a:r>
          </a:p>
        </p:txBody>
      </p:sp>
      <p:sp>
        <p:nvSpPr>
          <p:cNvPr id="38" name="Rectangle 55">
            <a:extLst>
              <a:ext uri="{FF2B5EF4-FFF2-40B4-BE49-F238E27FC236}">
                <a16:creationId xmlns:a16="http://schemas.microsoft.com/office/drawing/2014/main" id="{968CBEF8-1748-BB4A-E574-B937E709EE1A}"/>
              </a:ext>
            </a:extLst>
          </p:cNvPr>
          <p:cNvSpPr/>
          <p:nvPr/>
        </p:nvSpPr>
        <p:spPr>
          <a:xfrm>
            <a:off x="1207318" y="508974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rgbClr val="FFFFFF"/>
                </a:solidFill>
                <a:latin typeface="Microsoft JhengHei"/>
              </a:rPr>
              <a:t>發展目標</a:t>
            </a:r>
            <a:endParaRPr sz="850" b="1">
              <a:solidFill>
                <a:srgbClr val="FFFFFF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290830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C6A45-FA13-DDAF-11C4-517DBE3DD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07FC384E-0133-EC74-D791-4ED380BD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7" y="3140946"/>
            <a:ext cx="9967762" cy="1215699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 sz="88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建置</a:t>
            </a:r>
            <a:endParaRPr lang="en-US" altLang="zh-TW" sz="8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54ED9E5-F9D3-FA12-B5EB-47CEA7645A20}"/>
              </a:ext>
            </a:extLst>
          </p:cNvPr>
          <p:cNvSpPr txBox="1">
            <a:spLocks/>
          </p:cNvSpPr>
          <p:nvPr/>
        </p:nvSpPr>
        <p:spPr>
          <a:xfrm>
            <a:off x="3205312" y="3071967"/>
            <a:ext cx="3205013" cy="1215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建置成果</a:t>
            </a:r>
            <a:endParaRPr lang="en-US" altLang="zh-TW" sz="3200" b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上線功能</a:t>
            </a:r>
            <a:endParaRPr lang="en-US" altLang="zh-TW" sz="3200" dirty="0"/>
          </a:p>
        </p:txBody>
      </p:sp>
      <p:sp>
        <p:nvSpPr>
          <p:cNvPr id="6" name="Rectangle 5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建置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4" name="Rectangle 78">
            <a:extLst>
              <a:ext uri="{FF2B5EF4-FFF2-40B4-BE49-F238E27FC236}">
                <a16:creationId xmlns:a16="http://schemas.microsoft.com/office/drawing/2014/main" id="{EFAF8FFF-004D-D9C1-1443-2124D2FFE6B3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067210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78B15-ADD4-681D-7755-270B8361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0D5DBAF2-05C4-1544-C1FA-A5ECEC89958F}"/>
              </a:ext>
            </a:extLst>
          </p:cNvPr>
          <p:cNvSpPr/>
          <p:nvPr/>
        </p:nvSpPr>
        <p:spPr>
          <a:xfrm>
            <a:off x="249461" y="1454150"/>
            <a:ext cx="11710310" cy="5054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F0F4FF"/>
            </a:solidFill>
            <a:prstDash val="solid"/>
          </a:ln>
        </p:spPr>
        <p:txBody>
          <a:bodyPr/>
          <a:lstStyle/>
          <a:p>
            <a:endParaRPr lang="zh-TW" noProof="1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3B7611-4840-DCC3-D841-5F1B390118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en-US" altLang="zh-TW" noProof="1" smtClean="0"/>
              <a:pPr/>
              <a:t>6</a:t>
            </a:fld>
            <a:endParaRPr lang="zh-TW" noProof="1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C825BAE1-6807-A1D9-0C0D-B9B7321D99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noProof="1"/>
              <a:t>建置成果</a:t>
            </a:r>
            <a:endParaRPr lang="zh-TW" b="1" noProof="1"/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0AC31960-8195-093D-863A-7B9E1279F756}"/>
              </a:ext>
            </a:extLst>
          </p:cNvPr>
          <p:cNvSpPr/>
          <p:nvPr/>
        </p:nvSpPr>
        <p:spPr>
          <a:xfrm>
            <a:off x="227374" y="1308622"/>
            <a:ext cx="4832706" cy="1759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44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44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『</a:t>
            </a:r>
            <a:r>
              <a:rPr lang="zh-TW" altLang="en-US" sz="44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資服方案資料庫</a:t>
            </a:r>
            <a:r>
              <a:rPr lang="en-US" altLang="zh-TW" sz="4400" b="1" noProof="1">
                <a:latin typeface="Calibri" pitchFamily="34" charset="0"/>
                <a:ea typeface="Calibri" pitchFamily="34" charset="-122"/>
                <a:cs typeface="Calibri" pitchFamily="34" charset="-120"/>
              </a:rPr>
              <a:t>』</a:t>
            </a:r>
            <a:endParaRPr lang="zh-TW" sz="4400" noProof="1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B0331A99-BC8A-477E-F276-10A6F226CC2C}"/>
              </a:ext>
            </a:extLst>
          </p:cNvPr>
          <p:cNvGrpSpPr/>
          <p:nvPr/>
        </p:nvGrpSpPr>
        <p:grpSpPr>
          <a:xfrm>
            <a:off x="538106" y="2779164"/>
            <a:ext cx="4912236" cy="3875114"/>
            <a:chOff x="513725" y="3156834"/>
            <a:chExt cx="4912236" cy="3875114"/>
          </a:xfrm>
        </p:grpSpPr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6E3B25EA-DEB0-B94B-C6F9-CB6795518F2C}"/>
                </a:ext>
              </a:extLst>
            </p:cNvPr>
            <p:cNvSpPr/>
            <p:nvPr/>
          </p:nvSpPr>
          <p:spPr>
            <a:xfrm>
              <a:off x="513725" y="3156834"/>
              <a:ext cx="4912236" cy="2305519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zh-TW" altLang="en-US" sz="2000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核心功能</a:t>
              </a:r>
              <a:endParaRPr lang="en-US" altLang="zh-TW" sz="2000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資料庫：關鍵字 </a:t>
              </a:r>
              <a:r>
                <a:rPr lang="en-US" altLang="zh-TW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&amp;</a:t>
              </a: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語意分析查詢</a:t>
              </a:r>
              <a:endParaRPr lang="zh-TW" sz="1600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儀表板：即時掌握資料庫數據輪廓</a:t>
              </a:r>
              <a:endParaRPr lang="zh-TW" sz="1600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分析工具：輸入企業痛點，快速推薦方案</a:t>
              </a:r>
              <a:endParaRPr lang="zh-TW" sz="1600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  <p:sp>
          <p:nvSpPr>
            <p:cNvPr id="16" name="Text 5">
              <a:extLst>
                <a:ext uri="{FF2B5EF4-FFF2-40B4-BE49-F238E27FC236}">
                  <a16:creationId xmlns:a16="http://schemas.microsoft.com/office/drawing/2014/main" id="{7BDA6548-995B-05F1-222B-FB13CA468520}"/>
                </a:ext>
              </a:extLst>
            </p:cNvPr>
            <p:cNvSpPr/>
            <p:nvPr/>
          </p:nvSpPr>
          <p:spPr>
            <a:xfrm>
              <a:off x="513725" y="4726429"/>
              <a:ext cx="4912236" cy="2305519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zh-TW" altLang="en-US" sz="2000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後端建置</a:t>
              </a:r>
              <a:endParaRPr lang="en-US" altLang="zh-TW" sz="2000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各組分享資源，共享資料庫價值</a:t>
              </a:r>
              <a:endParaRPr lang="en-US" altLang="zh-TW" sz="1600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定期</a:t>
              </a:r>
              <a:r>
                <a:rPr lang="en-US" altLang="zh-TW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ETL</a:t>
              </a: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，確保資源最新</a:t>
              </a:r>
              <a:endParaRPr lang="zh-TW" altLang="zh-TW" sz="1600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800100" lvl="1" indent="-342900">
                <a:lnSpc>
                  <a:spcPct val="150000"/>
                </a:lnSpc>
                <a:buFont typeface="+mj-lt"/>
                <a:buAutoNum type="arabicParenR"/>
              </a:pPr>
              <a:r>
                <a:rPr lang="zh-TW" altLang="en-US" sz="1600" b="1" u="sng" noProof="1"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模組化設計：預留未來擴充功能空間</a:t>
              </a:r>
              <a:endParaRPr lang="zh-TW" sz="1600" b="1" u="sng" noProof="1"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sp>
        <p:nvSpPr>
          <p:cNvPr id="52" name="Rectangle 51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建置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13" name="Rectangle 55">
            <a:extLst>
              <a:ext uri="{FF2B5EF4-FFF2-40B4-BE49-F238E27FC236}">
                <a16:creationId xmlns:a16="http://schemas.microsoft.com/office/drawing/2014/main" id="{98495670-DE77-C0B8-191F-98CE746D36AF}"/>
              </a:ext>
            </a:extLst>
          </p:cNvPr>
          <p:cNvSpPr/>
          <p:nvPr/>
        </p:nvSpPr>
        <p:spPr>
          <a:xfrm>
            <a:off x="2213356" y="285018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rgbClr val="FFFFFF"/>
                </a:solidFill>
                <a:latin typeface="Microsoft JhengHei"/>
              </a:rPr>
              <a:t>建置成果</a:t>
            </a:r>
            <a:endParaRPr sz="850" b="1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8" name="Rectangle 55">
            <a:extLst>
              <a:ext uri="{FF2B5EF4-FFF2-40B4-BE49-F238E27FC236}">
                <a16:creationId xmlns:a16="http://schemas.microsoft.com/office/drawing/2014/main" id="{39BDFF9B-9472-938A-9ED8-0E343CD1173E}"/>
              </a:ext>
            </a:extLst>
          </p:cNvPr>
          <p:cNvSpPr/>
          <p:nvPr/>
        </p:nvSpPr>
        <p:spPr>
          <a:xfrm>
            <a:off x="3171213" y="282688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上線功能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3" name="Rectangle 78">
            <a:extLst>
              <a:ext uri="{FF2B5EF4-FFF2-40B4-BE49-F238E27FC236}">
                <a16:creationId xmlns:a16="http://schemas.microsoft.com/office/drawing/2014/main" id="{1D9350CD-CA4F-16EA-EAD3-28A94F5D0659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21B7AC0E-E47B-BA03-D6BA-80B737794E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935" y="1784237"/>
            <a:ext cx="5696243" cy="439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836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標題 1">
            <a:extLst>
              <a:ext uri="{FF2B5EF4-FFF2-40B4-BE49-F238E27FC236}">
                <a16:creationId xmlns:a16="http://schemas.microsoft.com/office/drawing/2014/main" id="{6A947C13-399D-50F2-1234-EFE80A0B6F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zh-TW" altLang="en-US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上線功能</a:t>
            </a:r>
            <a:endParaRPr lang="zh-TW" noProof="1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C36EDE5A-3C5D-9FF7-E047-506C0E8E4B6B}"/>
              </a:ext>
            </a:extLst>
          </p:cNvPr>
          <p:cNvSpPr/>
          <p:nvPr/>
        </p:nvSpPr>
        <p:spPr>
          <a:xfrm>
            <a:off x="725384" y="1712912"/>
            <a:ext cx="34319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zh-TW" sz="2400" noProof="1"/>
          </a:p>
        </p:txBody>
      </p:sp>
      <p:grpSp>
        <p:nvGrpSpPr>
          <p:cNvPr id="67" name="群組 66">
            <a:extLst>
              <a:ext uri="{FF2B5EF4-FFF2-40B4-BE49-F238E27FC236}">
                <a16:creationId xmlns:a16="http://schemas.microsoft.com/office/drawing/2014/main" id="{B843EBD2-333B-022B-1DB2-AA079EF68BD3}"/>
              </a:ext>
            </a:extLst>
          </p:cNvPr>
          <p:cNvGrpSpPr/>
          <p:nvPr/>
        </p:nvGrpSpPr>
        <p:grpSpPr>
          <a:xfrm>
            <a:off x="663440" y="2305884"/>
            <a:ext cx="4070577" cy="3117791"/>
            <a:chOff x="1029741" y="1945265"/>
            <a:chExt cx="4206242" cy="2693663"/>
          </a:xfrm>
        </p:grpSpPr>
        <p:sp>
          <p:nvSpPr>
            <p:cNvPr id="12" name="Shape 3">
              <a:extLst>
                <a:ext uri="{FF2B5EF4-FFF2-40B4-BE49-F238E27FC236}">
                  <a16:creationId xmlns:a16="http://schemas.microsoft.com/office/drawing/2014/main" id="{B9120B25-DFAE-5711-5512-8834AF449683}"/>
                </a:ext>
              </a:extLst>
            </p:cNvPr>
            <p:cNvSpPr/>
            <p:nvPr/>
          </p:nvSpPr>
          <p:spPr>
            <a:xfrm>
              <a:off x="1029743" y="1945265"/>
              <a:ext cx="4206240" cy="475488"/>
            </a:xfrm>
            <a:prstGeom prst="roundRect">
              <a:avLst>
                <a:gd name="adj" fmla="val 7692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4" name="Text 4">
              <a:extLst>
                <a:ext uri="{FF2B5EF4-FFF2-40B4-BE49-F238E27FC236}">
                  <a16:creationId xmlns:a16="http://schemas.microsoft.com/office/drawing/2014/main" id="{1DD6F547-62AE-B51A-677D-71AD6DA7CDD7}"/>
                </a:ext>
              </a:extLst>
            </p:cNvPr>
            <p:cNvSpPr/>
            <p:nvPr/>
          </p:nvSpPr>
          <p:spPr>
            <a:xfrm>
              <a:off x="1121183" y="1945265"/>
              <a:ext cx="3200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b="1" noProof="1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✓</a:t>
              </a:r>
              <a:endParaRPr lang="zh-TW" noProof="1"/>
            </a:p>
          </p:txBody>
        </p:sp>
        <p:sp>
          <p:nvSpPr>
            <p:cNvPr id="16" name="Text 5">
              <a:extLst>
                <a:ext uri="{FF2B5EF4-FFF2-40B4-BE49-F238E27FC236}">
                  <a16:creationId xmlns:a16="http://schemas.microsoft.com/office/drawing/2014/main" id="{10185DEB-26C9-F7A4-06B7-418DA74EB558}"/>
                </a:ext>
              </a:extLst>
            </p:cNvPr>
            <p:cNvSpPr/>
            <p:nvPr/>
          </p:nvSpPr>
          <p:spPr>
            <a:xfrm>
              <a:off x="1468655" y="1945265"/>
              <a:ext cx="370332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6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語意搜尋　</a:t>
              </a:r>
            </a:p>
            <a:p>
              <a:pPr marL="0" indent="0">
                <a:buNone/>
              </a:pPr>
              <a:r>
                <a:rPr lang="zh-TW" sz="11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自然語言查詢，category 精確篩選＋產業排序</a:t>
              </a:r>
              <a:endParaRPr lang="zh-TW" sz="1600" noProof="1"/>
            </a:p>
          </p:txBody>
        </p:sp>
        <p:sp>
          <p:nvSpPr>
            <p:cNvPr id="18" name="Shape 6">
              <a:extLst>
                <a:ext uri="{FF2B5EF4-FFF2-40B4-BE49-F238E27FC236}">
                  <a16:creationId xmlns:a16="http://schemas.microsoft.com/office/drawing/2014/main" id="{ED95049B-333C-9FEC-1CF8-12350932E40E}"/>
                </a:ext>
              </a:extLst>
            </p:cNvPr>
            <p:cNvSpPr/>
            <p:nvPr/>
          </p:nvSpPr>
          <p:spPr>
            <a:xfrm>
              <a:off x="1029743" y="2480189"/>
              <a:ext cx="4206240" cy="475488"/>
            </a:xfrm>
            <a:prstGeom prst="roundRect">
              <a:avLst>
                <a:gd name="adj" fmla="val 7692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A4416145-A5F3-3677-3505-407BB3FB8AF0}"/>
                </a:ext>
              </a:extLst>
            </p:cNvPr>
            <p:cNvSpPr/>
            <p:nvPr/>
          </p:nvSpPr>
          <p:spPr>
            <a:xfrm>
              <a:off x="1121183" y="2480189"/>
              <a:ext cx="3200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b="1" noProof="1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✓</a:t>
              </a:r>
              <a:endParaRPr lang="zh-TW" noProof="1"/>
            </a:p>
          </p:txBody>
        </p:sp>
        <p:sp>
          <p:nvSpPr>
            <p:cNvPr id="22" name="Text 8">
              <a:extLst>
                <a:ext uri="{FF2B5EF4-FFF2-40B4-BE49-F238E27FC236}">
                  <a16:creationId xmlns:a16="http://schemas.microsoft.com/office/drawing/2014/main" id="{64672DC0-7646-1B5A-4179-9BD45405C5E0}"/>
                </a:ext>
              </a:extLst>
            </p:cNvPr>
            <p:cNvSpPr/>
            <p:nvPr/>
          </p:nvSpPr>
          <p:spPr>
            <a:xfrm>
              <a:off x="1468655" y="2480189"/>
              <a:ext cx="370332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6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方案比較＋AI摘要　</a:t>
              </a:r>
            </a:p>
            <a:p>
              <a:pPr marL="0" indent="0">
                <a:buNone/>
              </a:pPr>
              <a:r>
                <a:rPr lang="zh-TW" sz="11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最多 4 筆並排對比，一鍵 </a:t>
              </a:r>
              <a:r>
                <a:rPr lang="en-US" altLang="zh-TW" sz="11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</a:t>
              </a:r>
              <a:r>
                <a:rPr lang="zh-TW" sz="11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分析</a:t>
              </a:r>
              <a:endParaRPr lang="zh-TW" sz="1600" noProof="1"/>
            </a:p>
          </p:txBody>
        </p:sp>
        <p:sp>
          <p:nvSpPr>
            <p:cNvPr id="24" name="Shape 9">
              <a:extLst>
                <a:ext uri="{FF2B5EF4-FFF2-40B4-BE49-F238E27FC236}">
                  <a16:creationId xmlns:a16="http://schemas.microsoft.com/office/drawing/2014/main" id="{90EEE3AF-95FB-76A7-50CE-F2CCA98421A3}"/>
                </a:ext>
              </a:extLst>
            </p:cNvPr>
            <p:cNvSpPr/>
            <p:nvPr/>
          </p:nvSpPr>
          <p:spPr>
            <a:xfrm>
              <a:off x="1029743" y="3015113"/>
              <a:ext cx="4206240" cy="475488"/>
            </a:xfrm>
            <a:prstGeom prst="roundRect">
              <a:avLst>
                <a:gd name="adj" fmla="val 7692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26" name="Text 10">
              <a:extLst>
                <a:ext uri="{FF2B5EF4-FFF2-40B4-BE49-F238E27FC236}">
                  <a16:creationId xmlns:a16="http://schemas.microsoft.com/office/drawing/2014/main" id="{78EF2B49-453E-1767-E74D-108983BF2388}"/>
                </a:ext>
              </a:extLst>
            </p:cNvPr>
            <p:cNvSpPr/>
            <p:nvPr/>
          </p:nvSpPr>
          <p:spPr>
            <a:xfrm>
              <a:off x="1121183" y="3015113"/>
              <a:ext cx="3200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b="1" noProof="1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✓</a:t>
              </a:r>
              <a:endParaRPr lang="zh-TW" noProof="1"/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8F182CF3-0D90-3F4F-025C-F3D57594E507}"/>
                </a:ext>
              </a:extLst>
            </p:cNvPr>
            <p:cNvSpPr/>
            <p:nvPr/>
          </p:nvSpPr>
          <p:spPr>
            <a:xfrm>
              <a:off x="1468655" y="3015113"/>
              <a:ext cx="370332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6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戰情</a:t>
              </a:r>
              <a:r>
                <a:rPr lang="zh-TW" altLang="en-US" sz="16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室</a:t>
              </a:r>
              <a:r>
                <a:rPr lang="zh-TW" sz="16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　</a:t>
              </a:r>
            </a:p>
            <a:p>
              <a:pPr marL="0" indent="0">
                <a:buNone/>
              </a:pPr>
              <a:r>
                <a:rPr lang="zh-TW" sz="11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KPI、來源分布、台灣密度地圖、交叉分析</a:t>
              </a:r>
              <a:endParaRPr lang="zh-TW" sz="1600" noProof="1"/>
            </a:p>
          </p:txBody>
        </p:sp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E79107B1-EE20-63EF-8AE0-76D7624D4899}"/>
                </a:ext>
              </a:extLst>
            </p:cNvPr>
            <p:cNvSpPr/>
            <p:nvPr/>
          </p:nvSpPr>
          <p:spPr>
            <a:xfrm>
              <a:off x="1029741" y="3591970"/>
              <a:ext cx="4206242" cy="475488"/>
            </a:xfrm>
            <a:prstGeom prst="roundRect">
              <a:avLst>
                <a:gd name="adj" fmla="val 7692"/>
              </a:avLst>
            </a:prstGeom>
            <a:solidFill>
              <a:srgbClr val="F4FAF9"/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38" name="Text 16">
              <a:extLst>
                <a:ext uri="{FF2B5EF4-FFF2-40B4-BE49-F238E27FC236}">
                  <a16:creationId xmlns:a16="http://schemas.microsoft.com/office/drawing/2014/main" id="{E24C00A8-042B-6C48-C2CE-DF780630C714}"/>
                </a:ext>
              </a:extLst>
            </p:cNvPr>
            <p:cNvSpPr/>
            <p:nvPr/>
          </p:nvSpPr>
          <p:spPr>
            <a:xfrm>
              <a:off x="1121183" y="3609474"/>
              <a:ext cx="3200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b="1" noProof="1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✓</a:t>
              </a:r>
              <a:endParaRPr lang="zh-TW" noProof="1"/>
            </a:p>
          </p:txBody>
        </p:sp>
        <p:sp>
          <p:nvSpPr>
            <p:cNvPr id="40" name="Text 17">
              <a:extLst>
                <a:ext uri="{FF2B5EF4-FFF2-40B4-BE49-F238E27FC236}">
                  <a16:creationId xmlns:a16="http://schemas.microsoft.com/office/drawing/2014/main" id="{54205945-8482-AD1A-81E4-D39648ABB268}"/>
                </a:ext>
              </a:extLst>
            </p:cNvPr>
            <p:cNvSpPr/>
            <p:nvPr/>
          </p:nvSpPr>
          <p:spPr>
            <a:xfrm>
              <a:off x="1441224" y="3577097"/>
              <a:ext cx="370332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altLang="en-US" sz="16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方案探索</a:t>
              </a:r>
              <a:r>
                <a:rPr lang="zh-TW" sz="16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　</a:t>
              </a:r>
            </a:p>
            <a:p>
              <a:pPr marL="0" indent="0">
                <a:buNone/>
              </a:pPr>
              <a:r>
                <a:rPr lang="zh-TW" sz="11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產業／規模／預算／痛點 → </a:t>
              </a:r>
              <a:r>
                <a:rPr lang="zh-TW" altLang="en-US" sz="11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顧問的方案查詢小助手</a:t>
              </a:r>
              <a:endParaRPr lang="zh-TW" sz="1600" noProof="1"/>
            </a:p>
          </p:txBody>
        </p:sp>
        <p:sp>
          <p:nvSpPr>
            <p:cNvPr id="42" name="Shape 18">
              <a:extLst>
                <a:ext uri="{FF2B5EF4-FFF2-40B4-BE49-F238E27FC236}">
                  <a16:creationId xmlns:a16="http://schemas.microsoft.com/office/drawing/2014/main" id="{A1209E84-1179-78B0-0006-0A7B352ABCE1}"/>
                </a:ext>
              </a:extLst>
            </p:cNvPr>
            <p:cNvSpPr/>
            <p:nvPr/>
          </p:nvSpPr>
          <p:spPr>
            <a:xfrm>
              <a:off x="1029743" y="4163440"/>
              <a:ext cx="4206240" cy="475488"/>
            </a:xfrm>
            <a:prstGeom prst="roundRect">
              <a:avLst>
                <a:gd name="adj" fmla="val 7692"/>
              </a:avLst>
            </a:prstGeom>
            <a:solidFill>
              <a:srgbClr val="F4FAF9"/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44" name="Text 19">
              <a:extLst>
                <a:ext uri="{FF2B5EF4-FFF2-40B4-BE49-F238E27FC236}">
                  <a16:creationId xmlns:a16="http://schemas.microsoft.com/office/drawing/2014/main" id="{1F9B8ECE-76C4-D486-D5FF-AAC849C30687}"/>
                </a:ext>
              </a:extLst>
            </p:cNvPr>
            <p:cNvSpPr/>
            <p:nvPr/>
          </p:nvSpPr>
          <p:spPr>
            <a:xfrm>
              <a:off x="1121183" y="4163440"/>
              <a:ext cx="3200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b="1" noProof="1">
                  <a:solidFill>
                    <a:srgbClr val="0BA0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✓</a:t>
              </a:r>
              <a:endParaRPr lang="zh-TW" noProof="1"/>
            </a:p>
          </p:txBody>
        </p:sp>
        <p:sp>
          <p:nvSpPr>
            <p:cNvPr id="46" name="Text 20">
              <a:extLst>
                <a:ext uri="{FF2B5EF4-FFF2-40B4-BE49-F238E27FC236}">
                  <a16:creationId xmlns:a16="http://schemas.microsoft.com/office/drawing/2014/main" id="{06D7F6D6-C431-2500-E5C5-B8D8E063A9F4}"/>
                </a:ext>
              </a:extLst>
            </p:cNvPr>
            <p:cNvSpPr/>
            <p:nvPr/>
          </p:nvSpPr>
          <p:spPr>
            <a:xfrm>
              <a:off x="1441224" y="4153880"/>
              <a:ext cx="370332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altLang="en-US" sz="16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案例推薦　</a:t>
              </a:r>
            </a:p>
            <a:p>
              <a:pPr marL="0" indent="0">
                <a:buNone/>
              </a:pPr>
              <a:r>
                <a:rPr lang="zh-TW" altLang="en-US" sz="11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</a:rPr>
                <a:t>內部顧問的案例智庫</a:t>
              </a:r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FC54B40F-CCDC-EB03-488D-27CEFFF07CB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25384" y="1164161"/>
            <a:ext cx="93422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測試完畢與實際</a:t>
            </a:r>
            <a:r>
              <a:rPr lang="zh-TW" altLang="zh-TW" sz="24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上線功能</a:t>
            </a:r>
            <a:endParaRPr lang="zh-TW" altLang="zh-TW" sz="2400" noProof="1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09621FC-9BB8-92E3-4BC7-BA7FC44F7A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840" y="1837391"/>
            <a:ext cx="1948257" cy="4090828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建置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6" name="Rectangle 55">
            <a:extLst>
              <a:ext uri="{FF2B5EF4-FFF2-40B4-BE49-F238E27FC236}">
                <a16:creationId xmlns:a16="http://schemas.microsoft.com/office/drawing/2014/main" id="{EFD9795D-8E78-E576-F6B3-F216178C3714}"/>
              </a:ext>
            </a:extLst>
          </p:cNvPr>
          <p:cNvSpPr/>
          <p:nvPr/>
        </p:nvSpPr>
        <p:spPr>
          <a:xfrm>
            <a:off x="2206785" y="282935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建置成果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8" name="Rectangle 55">
            <a:extLst>
              <a:ext uri="{FF2B5EF4-FFF2-40B4-BE49-F238E27FC236}">
                <a16:creationId xmlns:a16="http://schemas.microsoft.com/office/drawing/2014/main" id="{000B690B-BC39-7C2D-2352-DDE0B0F35793}"/>
              </a:ext>
            </a:extLst>
          </p:cNvPr>
          <p:cNvSpPr/>
          <p:nvPr/>
        </p:nvSpPr>
        <p:spPr>
          <a:xfrm>
            <a:off x="3164642" y="280605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chemeClr val="bg1"/>
                </a:solidFill>
                <a:latin typeface="Microsoft JhengHei"/>
              </a:rPr>
              <a:t>上線功能</a:t>
            </a:r>
            <a:endParaRPr sz="850" b="0">
              <a:solidFill>
                <a:schemeClr val="bg1"/>
              </a:solidFill>
              <a:latin typeface="Microsoft JhengHei"/>
            </a:endParaRPr>
          </a:p>
        </p:txBody>
      </p:sp>
      <p:sp>
        <p:nvSpPr>
          <p:cNvPr id="7" name="Rectangle 78">
            <a:extLst>
              <a:ext uri="{FF2B5EF4-FFF2-40B4-BE49-F238E27FC236}">
                <a16:creationId xmlns:a16="http://schemas.microsoft.com/office/drawing/2014/main" id="{A48CF136-D88E-A2FC-A01D-DE04A3628FE4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pic>
        <p:nvPicPr>
          <p:cNvPr id="39" name="圖片 38">
            <a:extLst>
              <a:ext uri="{FF2B5EF4-FFF2-40B4-BE49-F238E27FC236}">
                <a16:creationId xmlns:a16="http://schemas.microsoft.com/office/drawing/2014/main" id="{54B34CCE-3DB5-9E08-FB4D-6F348C9050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000" y="1837391"/>
            <a:ext cx="2165846" cy="3425172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A20CEFC7-42D4-ECCC-1DC7-420793E0F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920" y="2143284"/>
            <a:ext cx="1948257" cy="299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579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1D03E-95F6-97E8-7475-00AD1C3A7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21B6732-687F-B421-CEBD-A406F0DF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7" y="3140946"/>
            <a:ext cx="9967762" cy="1215699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 sz="88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開發</a:t>
            </a:r>
            <a:endParaRPr lang="en-US" altLang="zh-TW" sz="8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92844FA-30A1-0B3A-B963-1F4044358317}"/>
              </a:ext>
            </a:extLst>
          </p:cNvPr>
          <p:cNvSpPr txBox="1">
            <a:spLocks/>
          </p:cNvSpPr>
          <p:nvPr/>
        </p:nvSpPr>
        <p:spPr>
          <a:xfrm>
            <a:off x="3205312" y="3071967"/>
            <a:ext cx="5691038" cy="1215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32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r>
              <a:rPr lang="zh-TW" altLang="en-US" sz="32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個階段</a:t>
            </a:r>
            <a:endParaRPr lang="en-US" altLang="zh-TW" sz="3200" b="1" noProof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TW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7</a:t>
            </a: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個軌道</a:t>
            </a:r>
            <a:endParaRPr lang="en-US" altLang="zh-TW" sz="3200" dirty="0"/>
          </a:p>
        </p:txBody>
      </p:sp>
      <p:sp>
        <p:nvSpPr>
          <p:cNvPr id="6" name="Rectangle 5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開發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4" name="Rectangle 78">
            <a:extLst>
              <a:ext uri="{FF2B5EF4-FFF2-40B4-BE49-F238E27FC236}">
                <a16:creationId xmlns:a16="http://schemas.microsoft.com/office/drawing/2014/main" id="{D5C2DFE9-4CCA-D4FF-E3C4-EED0E449613A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440429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群組 101">
            <a:extLst>
              <a:ext uri="{FF2B5EF4-FFF2-40B4-BE49-F238E27FC236}">
                <a16:creationId xmlns:a16="http://schemas.microsoft.com/office/drawing/2014/main" id="{D387F5BB-5548-2D6D-EE1E-1D9D49BD39AA}"/>
              </a:ext>
            </a:extLst>
          </p:cNvPr>
          <p:cNvGrpSpPr/>
          <p:nvPr/>
        </p:nvGrpSpPr>
        <p:grpSpPr>
          <a:xfrm>
            <a:off x="536332" y="1722888"/>
            <a:ext cx="11243433" cy="2554416"/>
            <a:chOff x="1831848" y="2134131"/>
            <a:chExt cx="8375904" cy="2057885"/>
          </a:xfrm>
        </p:grpSpPr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6786713C-0C40-8C10-4A89-0C8521F45DA7}"/>
                </a:ext>
              </a:extLst>
            </p:cNvPr>
            <p:cNvSpPr/>
            <p:nvPr/>
          </p:nvSpPr>
          <p:spPr>
            <a:xfrm>
              <a:off x="1831848" y="2143778"/>
              <a:ext cx="1572768" cy="1730264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57150">
              <a:solidFill>
                <a:srgbClr val="0BA08C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6" name="Text 5">
              <a:extLst>
                <a:ext uri="{FF2B5EF4-FFF2-40B4-BE49-F238E27FC236}">
                  <a16:creationId xmlns:a16="http://schemas.microsoft.com/office/drawing/2014/main" id="{D25D15FD-1F56-4951-C7ED-1819C20737E6}"/>
                </a:ext>
              </a:extLst>
            </p:cNvPr>
            <p:cNvSpPr/>
            <p:nvPr/>
          </p:nvSpPr>
          <p:spPr>
            <a:xfrm>
              <a:off x="1886712" y="2134131"/>
              <a:ext cx="1463040" cy="695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① </a:t>
              </a:r>
              <a:r>
                <a:rPr lang="zh-TW" altLang="en-US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</a:t>
              </a: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建置</a:t>
              </a:r>
              <a:endParaRPr lang="zh-TW" sz="2000" noProof="1"/>
            </a:p>
          </p:txBody>
        </p:sp>
        <p:sp>
          <p:nvSpPr>
            <p:cNvPr id="18" name="Text 6">
              <a:extLst>
                <a:ext uri="{FF2B5EF4-FFF2-40B4-BE49-F238E27FC236}">
                  <a16:creationId xmlns:a16="http://schemas.microsoft.com/office/drawing/2014/main" id="{AE601383-AB50-74B9-0391-34256273C880}"/>
                </a:ext>
              </a:extLst>
            </p:cNvPr>
            <p:cNvSpPr/>
            <p:nvPr/>
          </p:nvSpPr>
          <p:spPr>
            <a:xfrm>
              <a:off x="1923288" y="2866136"/>
              <a:ext cx="1389888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7 張表三層架構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主鍵統編設計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屬性欄位定義</a:t>
              </a:r>
              <a:endParaRPr lang="zh-TW" sz="1400" noProof="1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54C9F181-7634-3392-94A2-547307519FC4}"/>
                </a:ext>
              </a:extLst>
            </p:cNvPr>
            <p:cNvSpPr/>
            <p:nvPr/>
          </p:nvSpPr>
          <p:spPr>
            <a:xfrm>
              <a:off x="3368040" y="2806700"/>
              <a:ext cx="2194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600" b="1" noProof="1">
                  <a:solidFill>
                    <a:srgbClr val="AAB4BC"/>
                  </a:solidFill>
                </a:rPr>
                <a:t>→</a:t>
              </a:r>
              <a:endParaRPr lang="zh-TW" sz="1600" noProof="1"/>
            </a:p>
          </p:txBody>
        </p:sp>
        <p:sp>
          <p:nvSpPr>
            <p:cNvPr id="22" name="Shape 8">
              <a:extLst>
                <a:ext uri="{FF2B5EF4-FFF2-40B4-BE49-F238E27FC236}">
                  <a16:creationId xmlns:a16="http://schemas.microsoft.com/office/drawing/2014/main" id="{BCECA961-3326-0948-9546-9233139D43E8}"/>
                </a:ext>
              </a:extLst>
            </p:cNvPr>
            <p:cNvSpPr/>
            <p:nvPr/>
          </p:nvSpPr>
          <p:spPr>
            <a:xfrm>
              <a:off x="3532632" y="2143778"/>
              <a:ext cx="1572768" cy="1730264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57150">
              <a:solidFill>
                <a:srgbClr val="0BA08C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C935C906-08E4-8042-6B2E-B0DE573FD28D}"/>
                </a:ext>
              </a:extLst>
            </p:cNvPr>
            <p:cNvSpPr/>
            <p:nvPr/>
          </p:nvSpPr>
          <p:spPr>
            <a:xfrm>
              <a:off x="3587496" y="2134131"/>
              <a:ext cx="1463040" cy="695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② 資料</a:t>
              </a:r>
              <a:r>
                <a:rPr lang="zh-TW" altLang="en-US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補強</a:t>
              </a:r>
              <a:endParaRPr lang="zh-TW" sz="2000" noProof="1"/>
            </a:p>
          </p:txBody>
        </p:sp>
        <p:sp>
          <p:nvSpPr>
            <p:cNvPr id="30" name="Text 12">
              <a:extLst>
                <a:ext uri="{FF2B5EF4-FFF2-40B4-BE49-F238E27FC236}">
                  <a16:creationId xmlns:a16="http://schemas.microsoft.com/office/drawing/2014/main" id="{38B712A1-30D4-E363-BF6F-18218513311C}"/>
                </a:ext>
              </a:extLst>
            </p:cNvPr>
            <p:cNvSpPr/>
            <p:nvPr/>
          </p:nvSpPr>
          <p:spPr>
            <a:xfrm>
              <a:off x="3624072" y="2866136"/>
              <a:ext cx="1389888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7 大來源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爬蟲＋AI Search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共計2,340 方案</a:t>
              </a:r>
              <a:endParaRPr lang="zh-TW" sz="1400" noProof="1"/>
            </a:p>
          </p:txBody>
        </p:sp>
        <p:sp>
          <p:nvSpPr>
            <p:cNvPr id="32" name="Text 13">
              <a:extLst>
                <a:ext uri="{FF2B5EF4-FFF2-40B4-BE49-F238E27FC236}">
                  <a16:creationId xmlns:a16="http://schemas.microsoft.com/office/drawing/2014/main" id="{6D75F844-5A4E-A897-6064-5A02A20EAEBD}"/>
                </a:ext>
              </a:extLst>
            </p:cNvPr>
            <p:cNvSpPr/>
            <p:nvPr/>
          </p:nvSpPr>
          <p:spPr>
            <a:xfrm>
              <a:off x="5068824" y="2806700"/>
              <a:ext cx="2194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600" b="1" noProof="1">
                  <a:solidFill>
                    <a:srgbClr val="AAB4BC"/>
                  </a:solidFill>
                </a:rPr>
                <a:t>→</a:t>
              </a:r>
              <a:endParaRPr lang="zh-TW" sz="1600" noProof="1"/>
            </a:p>
          </p:txBody>
        </p:sp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616C6949-686E-1FAD-0580-844BEC320763}"/>
                </a:ext>
              </a:extLst>
            </p:cNvPr>
            <p:cNvSpPr/>
            <p:nvPr/>
          </p:nvSpPr>
          <p:spPr>
            <a:xfrm>
              <a:off x="5233416" y="2143778"/>
              <a:ext cx="1572768" cy="1730264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5715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40" name="Text 17">
              <a:extLst>
                <a:ext uri="{FF2B5EF4-FFF2-40B4-BE49-F238E27FC236}">
                  <a16:creationId xmlns:a16="http://schemas.microsoft.com/office/drawing/2014/main" id="{7DA16B38-CED3-85F4-1C05-8E95E7E20FBB}"/>
                </a:ext>
              </a:extLst>
            </p:cNvPr>
            <p:cNvSpPr/>
            <p:nvPr/>
          </p:nvSpPr>
          <p:spPr>
            <a:xfrm>
              <a:off x="5288280" y="2134131"/>
              <a:ext cx="1463040" cy="695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③ ETL</a:t>
              </a:r>
              <a:endParaRPr lang="zh-TW" sz="2000" noProof="1"/>
            </a:p>
          </p:txBody>
        </p:sp>
        <p:sp>
          <p:nvSpPr>
            <p:cNvPr id="42" name="Text 18">
              <a:extLst>
                <a:ext uri="{FF2B5EF4-FFF2-40B4-BE49-F238E27FC236}">
                  <a16:creationId xmlns:a16="http://schemas.microsoft.com/office/drawing/2014/main" id="{AAF00FFE-24CE-CE5C-6D47-B0D8A68CE2E3}"/>
                </a:ext>
              </a:extLst>
            </p:cNvPr>
            <p:cNvSpPr/>
            <p:nvPr/>
          </p:nvSpPr>
          <p:spPr>
            <a:xfrm>
              <a:off x="5324856" y="2866136"/>
              <a:ext cx="1389888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稅籍比對 96.3%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屬性持續補全</a:t>
              </a:r>
              <a:endParaRPr lang="en-US" altLang="zh-TW" sz="1400" noProof="1">
                <a:solidFill>
                  <a:srgbClr val="5F6B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endParaRPr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en-US" alt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</a:rPr>
                <a:t>AI</a:t>
              </a:r>
              <a:r>
                <a:rPr lang="zh-TW" altLang="en-US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</a:rPr>
                <a:t> 比對補充</a:t>
              </a:r>
              <a:endParaRPr lang="zh-TW" sz="1400" noProof="1"/>
            </a:p>
          </p:txBody>
        </p:sp>
        <p:sp>
          <p:nvSpPr>
            <p:cNvPr id="44" name="Text 19">
              <a:extLst>
                <a:ext uri="{FF2B5EF4-FFF2-40B4-BE49-F238E27FC236}">
                  <a16:creationId xmlns:a16="http://schemas.microsoft.com/office/drawing/2014/main" id="{A555A24A-9FEC-4D89-D969-048DDC60C142}"/>
                </a:ext>
              </a:extLst>
            </p:cNvPr>
            <p:cNvSpPr/>
            <p:nvPr/>
          </p:nvSpPr>
          <p:spPr>
            <a:xfrm>
              <a:off x="6769608" y="2806700"/>
              <a:ext cx="2194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600" b="1" noProof="1">
                  <a:solidFill>
                    <a:srgbClr val="AAB4BC"/>
                  </a:solidFill>
                </a:rPr>
                <a:t>→</a:t>
              </a:r>
              <a:endParaRPr lang="zh-TW" sz="1600" noProof="1"/>
            </a:p>
          </p:txBody>
        </p:sp>
        <p:sp>
          <p:nvSpPr>
            <p:cNvPr id="46" name="Shape 20">
              <a:extLst>
                <a:ext uri="{FF2B5EF4-FFF2-40B4-BE49-F238E27FC236}">
                  <a16:creationId xmlns:a16="http://schemas.microsoft.com/office/drawing/2014/main" id="{7EA1215E-7F4A-C6EA-2A4E-6C5CDC077060}"/>
                </a:ext>
              </a:extLst>
            </p:cNvPr>
            <p:cNvSpPr/>
            <p:nvPr/>
          </p:nvSpPr>
          <p:spPr>
            <a:xfrm>
              <a:off x="6934200" y="2143778"/>
              <a:ext cx="1572768" cy="1730264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57150">
              <a:solidFill>
                <a:srgbClr val="E8A33C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52" name="Text 23">
              <a:extLst>
                <a:ext uri="{FF2B5EF4-FFF2-40B4-BE49-F238E27FC236}">
                  <a16:creationId xmlns:a16="http://schemas.microsoft.com/office/drawing/2014/main" id="{ACDAE00D-D2CB-B0AF-036C-0B2B7377317E}"/>
                </a:ext>
              </a:extLst>
            </p:cNvPr>
            <p:cNvSpPr/>
            <p:nvPr/>
          </p:nvSpPr>
          <p:spPr>
            <a:xfrm>
              <a:off x="6989064" y="2134131"/>
              <a:ext cx="1463040" cy="695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④ 模擬測試</a:t>
              </a:r>
              <a:endParaRPr lang="zh-TW" sz="2000" noProof="1"/>
            </a:p>
          </p:txBody>
        </p:sp>
        <p:sp>
          <p:nvSpPr>
            <p:cNvPr id="54" name="Text 24">
              <a:extLst>
                <a:ext uri="{FF2B5EF4-FFF2-40B4-BE49-F238E27FC236}">
                  <a16:creationId xmlns:a16="http://schemas.microsoft.com/office/drawing/2014/main" id="{62F3F428-0A4B-6E3F-F149-43578186E0B4}"/>
                </a:ext>
              </a:extLst>
            </p:cNvPr>
            <p:cNvSpPr/>
            <p:nvPr/>
          </p:nvSpPr>
          <p:spPr>
            <a:xfrm>
              <a:off x="7025640" y="2866136"/>
              <a:ext cx="1389888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100 情境 × 7 輪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</a:rPr>
                <a:t>持續ETL &amp; 測試</a:t>
              </a:r>
            </a:p>
          </p:txBody>
        </p:sp>
        <p:sp>
          <p:nvSpPr>
            <p:cNvPr id="56" name="Text 25">
              <a:extLst>
                <a:ext uri="{FF2B5EF4-FFF2-40B4-BE49-F238E27FC236}">
                  <a16:creationId xmlns:a16="http://schemas.microsoft.com/office/drawing/2014/main" id="{FFB04FE3-03BF-65CE-8E9F-2926CD6A17CE}"/>
                </a:ext>
              </a:extLst>
            </p:cNvPr>
            <p:cNvSpPr/>
            <p:nvPr/>
          </p:nvSpPr>
          <p:spPr>
            <a:xfrm>
              <a:off x="8470392" y="2806700"/>
              <a:ext cx="21945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600" b="1" noProof="1">
                  <a:solidFill>
                    <a:srgbClr val="AAB4BC"/>
                  </a:solidFill>
                </a:rPr>
                <a:t>→</a:t>
              </a:r>
              <a:endParaRPr lang="zh-TW" sz="1600" noProof="1"/>
            </a:p>
          </p:txBody>
        </p:sp>
        <p:sp>
          <p:nvSpPr>
            <p:cNvPr id="58" name="Shape 26">
              <a:extLst>
                <a:ext uri="{FF2B5EF4-FFF2-40B4-BE49-F238E27FC236}">
                  <a16:creationId xmlns:a16="http://schemas.microsoft.com/office/drawing/2014/main" id="{12C5B58D-A337-88BE-21A7-DF55FB541ECB}"/>
                </a:ext>
              </a:extLst>
            </p:cNvPr>
            <p:cNvSpPr/>
            <p:nvPr/>
          </p:nvSpPr>
          <p:spPr>
            <a:xfrm>
              <a:off x="8634984" y="2143778"/>
              <a:ext cx="1572768" cy="1730264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57150">
              <a:solidFill>
                <a:srgbClr val="D9604A"/>
              </a:solidFill>
              <a:prstDash val="solid"/>
            </a:ln>
            <a:effectLst>
              <a:outerShdw blurRad="63500" dist="1905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64" name="Text 29">
              <a:extLst>
                <a:ext uri="{FF2B5EF4-FFF2-40B4-BE49-F238E27FC236}">
                  <a16:creationId xmlns:a16="http://schemas.microsoft.com/office/drawing/2014/main" id="{A9394D0C-350D-6AF6-A5C5-5A1F8264C258}"/>
                </a:ext>
              </a:extLst>
            </p:cNvPr>
            <p:cNvSpPr/>
            <p:nvPr/>
          </p:nvSpPr>
          <p:spPr>
            <a:xfrm>
              <a:off x="8689848" y="2134131"/>
              <a:ext cx="1463040" cy="695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⑤ 上線運作</a:t>
              </a:r>
              <a:endParaRPr lang="zh-TW" sz="2000" noProof="1"/>
            </a:p>
          </p:txBody>
        </p:sp>
        <p:sp>
          <p:nvSpPr>
            <p:cNvPr id="66" name="Text 30">
              <a:extLst>
                <a:ext uri="{FF2B5EF4-FFF2-40B4-BE49-F238E27FC236}">
                  <a16:creationId xmlns:a16="http://schemas.microsoft.com/office/drawing/2014/main" id="{2E8C5058-04A9-9229-6D46-5686EFAA1FCE}"/>
                </a:ext>
              </a:extLst>
            </p:cNvPr>
            <p:cNvSpPr/>
            <p:nvPr/>
          </p:nvSpPr>
          <p:spPr>
            <a:xfrm>
              <a:off x="8726424" y="2866136"/>
              <a:ext cx="1389888" cy="7652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語意搜尋</a:t>
              </a:r>
              <a:endParaRPr lang="zh-TW" sz="1400" noProof="1"/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altLang="en-US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戰情室</a:t>
              </a:r>
              <a:endParaRPr lang="en-US" altLang="zh-TW" sz="1400" noProof="1">
                <a:solidFill>
                  <a:srgbClr val="5F6B7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endParaRPr>
            </a:p>
            <a:p>
              <a:pPr marL="342900" indent="-342900">
                <a:lnSpc>
                  <a:spcPct val="135000"/>
                </a:lnSpc>
                <a:buFont typeface="+mj-lt"/>
                <a:buAutoNum type="arabicPeriod"/>
              </a:pPr>
              <a:r>
                <a:rPr lang="zh-TW" altLang="en-US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分析</a:t>
              </a:r>
              <a:r>
                <a:rPr lang="zh-TW" sz="1400" noProof="1">
                  <a:solidFill>
                    <a:srgbClr val="5F6B76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工具</a:t>
              </a:r>
              <a:endParaRPr lang="zh-TW" sz="1400" noProof="1"/>
            </a:p>
          </p:txBody>
        </p: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11D214C7-A82A-BBE7-4B97-D04DCE2D76D8}"/>
              </a:ext>
            </a:extLst>
          </p:cNvPr>
          <p:cNvGrpSpPr/>
          <p:nvPr/>
        </p:nvGrpSpPr>
        <p:grpSpPr>
          <a:xfrm>
            <a:off x="536333" y="4395724"/>
            <a:ext cx="11412223" cy="1869440"/>
            <a:chOff x="243443" y="4395724"/>
            <a:chExt cx="11705114" cy="1869440"/>
          </a:xfrm>
        </p:grpSpPr>
        <p:grpSp>
          <p:nvGrpSpPr>
            <p:cNvPr id="100" name="群組 99">
              <a:extLst>
                <a:ext uri="{FF2B5EF4-FFF2-40B4-BE49-F238E27FC236}">
                  <a16:creationId xmlns:a16="http://schemas.microsoft.com/office/drawing/2014/main" id="{509C6DB8-AABB-4528-46C1-ED80A229E647}"/>
                </a:ext>
              </a:extLst>
            </p:cNvPr>
            <p:cNvGrpSpPr/>
            <p:nvPr/>
          </p:nvGrpSpPr>
          <p:grpSpPr>
            <a:xfrm>
              <a:off x="243443" y="4395724"/>
              <a:ext cx="11705114" cy="1405636"/>
              <a:chOff x="1831848" y="4475480"/>
              <a:chExt cx="8375904" cy="1005840"/>
            </a:xfrm>
          </p:grpSpPr>
          <p:sp>
            <p:nvSpPr>
              <p:cNvPr id="68" name="Shape 31">
                <a:extLst>
                  <a:ext uri="{FF2B5EF4-FFF2-40B4-BE49-F238E27FC236}">
                    <a16:creationId xmlns:a16="http://schemas.microsoft.com/office/drawing/2014/main" id="{356B217A-6281-4A1D-1065-952B766B4960}"/>
                  </a:ext>
                </a:extLst>
              </p:cNvPr>
              <p:cNvSpPr/>
              <p:nvPr/>
            </p:nvSpPr>
            <p:spPr>
              <a:xfrm>
                <a:off x="1831848" y="4475480"/>
                <a:ext cx="1572768" cy="1005840"/>
              </a:xfrm>
              <a:prstGeom prst="roundRect">
                <a:avLst>
                  <a:gd name="adj" fmla="val 5455"/>
                </a:avLst>
              </a:prstGeom>
              <a:solidFill>
                <a:srgbClr val="F7F9FA"/>
              </a:solidFill>
              <a:ln w="6350">
                <a:solidFill>
                  <a:srgbClr val="E2E7EA"/>
                </a:solidFill>
                <a:prstDash val="solid"/>
              </a:ln>
            </p:spPr>
            <p:txBody>
              <a:bodyPr/>
              <a:lstStyle/>
              <a:p>
                <a:endParaRPr lang="zh-TW" sz="2800" noProof="1"/>
              </a:p>
            </p:txBody>
          </p:sp>
          <p:sp>
            <p:nvSpPr>
              <p:cNvPr id="70" name="Text 32">
                <a:extLst>
                  <a:ext uri="{FF2B5EF4-FFF2-40B4-BE49-F238E27FC236}">
                    <a16:creationId xmlns:a16="http://schemas.microsoft.com/office/drawing/2014/main" id="{8C679B34-19F2-F46E-5F27-3CDF4B679C96}"/>
                  </a:ext>
                </a:extLst>
              </p:cNvPr>
              <p:cNvSpPr/>
              <p:nvPr/>
            </p:nvSpPr>
            <p:spPr>
              <a:xfrm>
                <a:off x="1831848" y="4585208"/>
                <a:ext cx="1572768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3600" b="1" noProof="1">
                    <a:solidFill>
                      <a:srgbClr val="0D2237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2,340</a:t>
                </a:r>
                <a:endParaRPr lang="zh-TW" sz="3600" noProof="1"/>
              </a:p>
            </p:txBody>
          </p:sp>
          <p:sp>
            <p:nvSpPr>
              <p:cNvPr id="72" name="Text 33">
                <a:extLst>
                  <a:ext uri="{FF2B5EF4-FFF2-40B4-BE49-F238E27FC236}">
                    <a16:creationId xmlns:a16="http://schemas.microsoft.com/office/drawing/2014/main" id="{37783ED3-225D-51D4-26F1-3C5520EB7E31}"/>
                  </a:ext>
                </a:extLst>
              </p:cNvPr>
              <p:cNvSpPr/>
              <p:nvPr/>
            </p:nvSpPr>
            <p:spPr>
              <a:xfrm>
                <a:off x="1831848" y="5078984"/>
                <a:ext cx="157276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2400" noProof="1">
                    <a:solidFill>
                      <a:srgbClr val="5F6B76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方案總數</a:t>
                </a:r>
                <a:endParaRPr lang="zh-TW" sz="2400" noProof="1"/>
              </a:p>
            </p:txBody>
          </p:sp>
          <p:sp>
            <p:nvSpPr>
              <p:cNvPr id="74" name="Shape 34">
                <a:extLst>
                  <a:ext uri="{FF2B5EF4-FFF2-40B4-BE49-F238E27FC236}">
                    <a16:creationId xmlns:a16="http://schemas.microsoft.com/office/drawing/2014/main" id="{4F483894-5F98-D1AF-47DE-F0F1BFDDF88A}"/>
                  </a:ext>
                </a:extLst>
              </p:cNvPr>
              <p:cNvSpPr/>
              <p:nvPr/>
            </p:nvSpPr>
            <p:spPr>
              <a:xfrm>
                <a:off x="3532632" y="4475480"/>
                <a:ext cx="1572768" cy="1005840"/>
              </a:xfrm>
              <a:prstGeom prst="roundRect">
                <a:avLst>
                  <a:gd name="adj" fmla="val 5455"/>
                </a:avLst>
              </a:prstGeom>
              <a:solidFill>
                <a:srgbClr val="F7F9FA"/>
              </a:solidFill>
              <a:ln w="6350">
                <a:solidFill>
                  <a:srgbClr val="E2E7EA"/>
                </a:solidFill>
                <a:prstDash val="solid"/>
              </a:ln>
            </p:spPr>
            <p:txBody>
              <a:bodyPr/>
              <a:lstStyle/>
              <a:p>
                <a:endParaRPr lang="zh-TW" sz="2800" noProof="1"/>
              </a:p>
            </p:txBody>
          </p:sp>
          <p:sp>
            <p:nvSpPr>
              <p:cNvPr id="76" name="Text 35">
                <a:extLst>
                  <a:ext uri="{FF2B5EF4-FFF2-40B4-BE49-F238E27FC236}">
                    <a16:creationId xmlns:a16="http://schemas.microsoft.com/office/drawing/2014/main" id="{9CB4B87D-1DF1-7A7C-0F1F-AE215E115826}"/>
                  </a:ext>
                </a:extLst>
              </p:cNvPr>
              <p:cNvSpPr/>
              <p:nvPr/>
            </p:nvSpPr>
            <p:spPr>
              <a:xfrm>
                <a:off x="3532632" y="4585208"/>
                <a:ext cx="1572768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3600" b="1" noProof="1">
                    <a:solidFill>
                      <a:srgbClr val="0D2237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834</a:t>
                </a:r>
                <a:endParaRPr lang="zh-TW" sz="3600" noProof="1"/>
              </a:p>
            </p:txBody>
          </p:sp>
          <p:sp>
            <p:nvSpPr>
              <p:cNvPr id="78" name="Text 36">
                <a:extLst>
                  <a:ext uri="{FF2B5EF4-FFF2-40B4-BE49-F238E27FC236}">
                    <a16:creationId xmlns:a16="http://schemas.microsoft.com/office/drawing/2014/main" id="{6485389C-755C-9B85-5694-65041CFC93D7}"/>
                  </a:ext>
                </a:extLst>
              </p:cNvPr>
              <p:cNvSpPr/>
              <p:nvPr/>
            </p:nvSpPr>
            <p:spPr>
              <a:xfrm>
                <a:off x="3532632" y="5078984"/>
                <a:ext cx="157276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2400" noProof="1">
                    <a:solidFill>
                      <a:srgbClr val="5F6B76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業者數量</a:t>
                </a:r>
                <a:endParaRPr lang="zh-TW" sz="2400" noProof="1"/>
              </a:p>
            </p:txBody>
          </p:sp>
          <p:sp>
            <p:nvSpPr>
              <p:cNvPr id="80" name="Shape 37">
                <a:extLst>
                  <a:ext uri="{FF2B5EF4-FFF2-40B4-BE49-F238E27FC236}">
                    <a16:creationId xmlns:a16="http://schemas.microsoft.com/office/drawing/2014/main" id="{2364420D-73AD-558F-8B5E-4182536E9749}"/>
                  </a:ext>
                </a:extLst>
              </p:cNvPr>
              <p:cNvSpPr/>
              <p:nvPr/>
            </p:nvSpPr>
            <p:spPr>
              <a:xfrm>
                <a:off x="5233416" y="4475480"/>
                <a:ext cx="1572768" cy="1005840"/>
              </a:xfrm>
              <a:prstGeom prst="roundRect">
                <a:avLst>
                  <a:gd name="adj" fmla="val 5455"/>
                </a:avLst>
              </a:prstGeom>
              <a:solidFill>
                <a:srgbClr val="F7F9FA"/>
              </a:solidFill>
              <a:ln w="6350">
                <a:solidFill>
                  <a:srgbClr val="E2E7EA"/>
                </a:solidFill>
                <a:prstDash val="solid"/>
              </a:ln>
            </p:spPr>
            <p:txBody>
              <a:bodyPr/>
              <a:lstStyle/>
              <a:p>
                <a:endParaRPr lang="zh-TW" sz="2800" noProof="1"/>
              </a:p>
            </p:txBody>
          </p:sp>
          <p:sp>
            <p:nvSpPr>
              <p:cNvPr id="82" name="Text 38">
                <a:extLst>
                  <a:ext uri="{FF2B5EF4-FFF2-40B4-BE49-F238E27FC236}">
                    <a16:creationId xmlns:a16="http://schemas.microsoft.com/office/drawing/2014/main" id="{A67BB9AA-A408-4B0B-4439-50D5C19ECCC6}"/>
                  </a:ext>
                </a:extLst>
              </p:cNvPr>
              <p:cNvSpPr/>
              <p:nvPr/>
            </p:nvSpPr>
            <p:spPr>
              <a:xfrm>
                <a:off x="5233416" y="4585208"/>
                <a:ext cx="1572768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3600" b="1" noProof="1">
                    <a:solidFill>
                      <a:srgbClr val="D9604A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875</a:t>
                </a:r>
                <a:endParaRPr lang="zh-TW" sz="3600" noProof="1"/>
              </a:p>
            </p:txBody>
          </p:sp>
          <p:sp>
            <p:nvSpPr>
              <p:cNvPr id="84" name="Text 39">
                <a:extLst>
                  <a:ext uri="{FF2B5EF4-FFF2-40B4-BE49-F238E27FC236}">
                    <a16:creationId xmlns:a16="http://schemas.microsoft.com/office/drawing/2014/main" id="{633208C9-EE65-2F09-3C85-431CE15FD82A}"/>
                  </a:ext>
                </a:extLst>
              </p:cNvPr>
              <p:cNvSpPr/>
              <p:nvPr/>
            </p:nvSpPr>
            <p:spPr>
              <a:xfrm>
                <a:off x="5233416" y="5078984"/>
                <a:ext cx="157276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2400" noProof="1">
                    <a:solidFill>
                      <a:srgbClr val="5F6B76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AI 方案</a:t>
                </a:r>
                <a:endParaRPr lang="zh-TW" sz="2400" noProof="1"/>
              </a:p>
            </p:txBody>
          </p:sp>
          <p:sp>
            <p:nvSpPr>
              <p:cNvPr id="86" name="Shape 40">
                <a:extLst>
                  <a:ext uri="{FF2B5EF4-FFF2-40B4-BE49-F238E27FC236}">
                    <a16:creationId xmlns:a16="http://schemas.microsoft.com/office/drawing/2014/main" id="{DE7919E7-FD49-DA33-C94E-51387F8135AA}"/>
                  </a:ext>
                </a:extLst>
              </p:cNvPr>
              <p:cNvSpPr/>
              <p:nvPr/>
            </p:nvSpPr>
            <p:spPr>
              <a:xfrm>
                <a:off x="6934200" y="4475480"/>
                <a:ext cx="1572768" cy="1005840"/>
              </a:xfrm>
              <a:prstGeom prst="roundRect">
                <a:avLst>
                  <a:gd name="adj" fmla="val 5455"/>
                </a:avLst>
              </a:prstGeom>
              <a:solidFill>
                <a:srgbClr val="F7F9FA"/>
              </a:solidFill>
              <a:ln w="6350">
                <a:solidFill>
                  <a:srgbClr val="E2E7EA"/>
                </a:solidFill>
                <a:prstDash val="solid"/>
              </a:ln>
            </p:spPr>
            <p:txBody>
              <a:bodyPr/>
              <a:lstStyle/>
              <a:p>
                <a:endParaRPr lang="zh-TW" sz="2800" noProof="1"/>
              </a:p>
            </p:txBody>
          </p:sp>
          <p:sp>
            <p:nvSpPr>
              <p:cNvPr id="88" name="Text 41">
                <a:extLst>
                  <a:ext uri="{FF2B5EF4-FFF2-40B4-BE49-F238E27FC236}">
                    <a16:creationId xmlns:a16="http://schemas.microsoft.com/office/drawing/2014/main" id="{C003E9B6-4EF0-FD41-6F37-41942BB7BFB0}"/>
                  </a:ext>
                </a:extLst>
              </p:cNvPr>
              <p:cNvSpPr/>
              <p:nvPr/>
            </p:nvSpPr>
            <p:spPr>
              <a:xfrm>
                <a:off x="6934200" y="4585208"/>
                <a:ext cx="1572768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3600" b="1" noProof="1">
                    <a:solidFill>
                      <a:srgbClr val="0BA08C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7</a:t>
                </a:r>
                <a:endParaRPr lang="zh-TW" sz="3600" noProof="1"/>
              </a:p>
            </p:txBody>
          </p:sp>
          <p:sp>
            <p:nvSpPr>
              <p:cNvPr id="90" name="Text 42">
                <a:extLst>
                  <a:ext uri="{FF2B5EF4-FFF2-40B4-BE49-F238E27FC236}">
                    <a16:creationId xmlns:a16="http://schemas.microsoft.com/office/drawing/2014/main" id="{B9A25C26-B0EB-F860-3F2E-E7CBD26DC663}"/>
                  </a:ext>
                </a:extLst>
              </p:cNvPr>
              <p:cNvSpPr/>
              <p:nvPr/>
            </p:nvSpPr>
            <p:spPr>
              <a:xfrm>
                <a:off x="6934200" y="5078984"/>
                <a:ext cx="157276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2400" noProof="1">
                    <a:solidFill>
                      <a:srgbClr val="5F6B76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資料來源</a:t>
                </a:r>
                <a:endParaRPr lang="zh-TW" sz="2400" noProof="1"/>
              </a:p>
            </p:txBody>
          </p:sp>
          <p:sp>
            <p:nvSpPr>
              <p:cNvPr id="92" name="Shape 43">
                <a:extLst>
                  <a:ext uri="{FF2B5EF4-FFF2-40B4-BE49-F238E27FC236}">
                    <a16:creationId xmlns:a16="http://schemas.microsoft.com/office/drawing/2014/main" id="{FFF00BEE-C131-EF77-A209-5AC7ED5BD3CE}"/>
                  </a:ext>
                </a:extLst>
              </p:cNvPr>
              <p:cNvSpPr/>
              <p:nvPr/>
            </p:nvSpPr>
            <p:spPr>
              <a:xfrm>
                <a:off x="8634984" y="4475480"/>
                <a:ext cx="1572768" cy="1005840"/>
              </a:xfrm>
              <a:prstGeom prst="roundRect">
                <a:avLst>
                  <a:gd name="adj" fmla="val 5455"/>
                </a:avLst>
              </a:prstGeom>
              <a:solidFill>
                <a:srgbClr val="F7F9FA"/>
              </a:solidFill>
              <a:ln w="6350">
                <a:solidFill>
                  <a:srgbClr val="E2E7EA"/>
                </a:solidFill>
                <a:prstDash val="solid"/>
              </a:ln>
            </p:spPr>
            <p:txBody>
              <a:bodyPr/>
              <a:lstStyle/>
              <a:p>
                <a:endParaRPr lang="zh-TW" sz="2800" noProof="1"/>
              </a:p>
            </p:txBody>
          </p:sp>
          <p:sp>
            <p:nvSpPr>
              <p:cNvPr id="94" name="Text 44">
                <a:extLst>
                  <a:ext uri="{FF2B5EF4-FFF2-40B4-BE49-F238E27FC236}">
                    <a16:creationId xmlns:a16="http://schemas.microsoft.com/office/drawing/2014/main" id="{EECFD50C-0496-0FDA-5685-F175DD8A02FE}"/>
                  </a:ext>
                </a:extLst>
              </p:cNvPr>
              <p:cNvSpPr/>
              <p:nvPr/>
            </p:nvSpPr>
            <p:spPr>
              <a:xfrm>
                <a:off x="8634984" y="4585208"/>
                <a:ext cx="1572768" cy="4754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3600" b="1" noProof="1">
                    <a:solidFill>
                      <a:srgbClr val="0BA08C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&gt; 95%</a:t>
                </a:r>
                <a:endParaRPr lang="zh-TW" sz="3600" noProof="1"/>
              </a:p>
            </p:txBody>
          </p:sp>
          <p:sp>
            <p:nvSpPr>
              <p:cNvPr id="96" name="Text 45">
                <a:extLst>
                  <a:ext uri="{FF2B5EF4-FFF2-40B4-BE49-F238E27FC236}">
                    <a16:creationId xmlns:a16="http://schemas.microsoft.com/office/drawing/2014/main" id="{B0BFAE4C-695C-F9EA-32C9-FECAF7897590}"/>
                  </a:ext>
                </a:extLst>
              </p:cNvPr>
              <p:cNvSpPr/>
              <p:nvPr/>
            </p:nvSpPr>
            <p:spPr>
              <a:xfrm>
                <a:off x="8634984" y="5078984"/>
                <a:ext cx="1572768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zh-TW" sz="2400" noProof="1">
                    <a:solidFill>
                      <a:srgbClr val="5F6B76"/>
                    </a:solidFill>
                    <a:latin typeface="Microsoft JhengHei" pitchFamily="34" charset="0"/>
                    <a:ea typeface="Microsoft JhengHei" pitchFamily="34" charset="-122"/>
                    <a:cs typeface="Microsoft JhengHei" pitchFamily="34" charset="-120"/>
                  </a:rPr>
                  <a:t>R07 測試通過</a:t>
                </a:r>
                <a:endParaRPr lang="zh-TW" sz="2400" noProof="1"/>
              </a:p>
            </p:txBody>
          </p:sp>
        </p:grpSp>
        <p:sp>
          <p:nvSpPr>
            <p:cNvPr id="98" name="Text 46">
              <a:extLst>
                <a:ext uri="{FF2B5EF4-FFF2-40B4-BE49-F238E27FC236}">
                  <a16:creationId xmlns:a16="http://schemas.microsoft.com/office/drawing/2014/main" id="{8D2AE7D3-A5E5-5C19-A636-96E5C61C1545}"/>
                </a:ext>
              </a:extLst>
            </p:cNvPr>
            <p:cNvSpPr/>
            <p:nvPr/>
          </p:nvSpPr>
          <p:spPr>
            <a:xfrm>
              <a:off x="1831848" y="6009132"/>
              <a:ext cx="8375904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noProof="1"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資料庫從 0 到 2,340 筆可查詢方案・</a:t>
              </a:r>
              <a:r>
                <a:rPr lang="zh-TW" sz="2000" b="1" u="sng" noProof="1"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歷經 7 輪模擬測試驗證搜尋品質</a:t>
              </a:r>
              <a:endParaRPr lang="zh-TW" sz="2000" b="1" u="sng" noProof="1"/>
            </a:p>
          </p:txBody>
        </p:sp>
      </p:grpSp>
      <p:sp>
        <p:nvSpPr>
          <p:cNvPr id="101" name="標題 1">
            <a:extLst>
              <a:ext uri="{FF2B5EF4-FFF2-40B4-BE49-F238E27FC236}">
                <a16:creationId xmlns:a16="http://schemas.microsoft.com/office/drawing/2014/main" id="{7FB78244-A259-AB8F-EFBC-7AC0A72480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en-US" altLang="zh-TW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r>
              <a:rPr lang="zh-TW" altLang="en-US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個階段</a:t>
            </a:r>
            <a:endParaRPr lang="zh-TW" noProof="1"/>
          </a:p>
        </p:txBody>
      </p:sp>
      <p:sp>
        <p:nvSpPr>
          <p:cNvPr id="103" name="Rectangle 102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開發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4" name="Rectangle 55">
            <a:extLst>
              <a:ext uri="{FF2B5EF4-FFF2-40B4-BE49-F238E27FC236}">
                <a16:creationId xmlns:a16="http://schemas.microsoft.com/office/drawing/2014/main" id="{49B789AA-A811-6775-DD5F-7A13B1B8D8B7}"/>
              </a:ext>
            </a:extLst>
          </p:cNvPr>
          <p:cNvSpPr/>
          <p:nvPr/>
        </p:nvSpPr>
        <p:spPr>
          <a:xfrm>
            <a:off x="4164109" y="280112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850" b="1">
                <a:solidFill>
                  <a:srgbClr val="FFFFFF"/>
                </a:solidFill>
                <a:latin typeface="Microsoft JhengHei"/>
              </a:rPr>
              <a:t>5</a:t>
            </a:r>
            <a:r>
              <a:rPr lang="zh-TW" altLang="en-US" sz="850" b="1">
                <a:solidFill>
                  <a:srgbClr val="FFFFFF"/>
                </a:solidFill>
                <a:latin typeface="Microsoft JhengHei"/>
              </a:rPr>
              <a:t>個階段</a:t>
            </a:r>
            <a:endParaRPr sz="850" b="1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6" name="Rectangle 55">
            <a:extLst>
              <a:ext uri="{FF2B5EF4-FFF2-40B4-BE49-F238E27FC236}">
                <a16:creationId xmlns:a16="http://schemas.microsoft.com/office/drawing/2014/main" id="{B3CF68B5-F341-FDA0-4BBB-FF4F36E7A933}"/>
              </a:ext>
            </a:extLst>
          </p:cNvPr>
          <p:cNvSpPr/>
          <p:nvPr/>
        </p:nvSpPr>
        <p:spPr>
          <a:xfrm>
            <a:off x="5121966" y="277782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850" b="0">
                <a:solidFill>
                  <a:srgbClr val="8A969E"/>
                </a:solidFill>
                <a:latin typeface="Microsoft JhengHei"/>
              </a:rPr>
              <a:t>7</a:t>
            </a:r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個軌道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5" name="Rectangle 78">
            <a:extLst>
              <a:ext uri="{FF2B5EF4-FFF2-40B4-BE49-F238E27FC236}">
                <a16:creationId xmlns:a16="http://schemas.microsoft.com/office/drawing/2014/main" id="{A8F66373-63A1-77B7-7276-CC881A2548BD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624723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63603-7064-DDE1-D041-C5C5B844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51C688-955A-3A3A-746C-CE1DFF895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noProof="1"/>
              <a:t>7</a:t>
            </a:r>
            <a:r>
              <a:rPr lang="zh-TW" altLang="en-US" b="1" noProof="1"/>
              <a:t>個</a:t>
            </a:r>
            <a:r>
              <a:rPr lang="ja-JP" altLang="en-US" b="1" noProof="1"/>
              <a:t>軌道</a:t>
            </a:r>
            <a:endParaRPr lang="zh-TW" noProof="1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293B6E-1369-816E-4E7C-72F789E544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en-US" altLang="zh-TW" noProof="1" smtClean="0"/>
              <a:pPr/>
              <a:t>10</a:t>
            </a:fld>
            <a:endParaRPr lang="zh-TW" noProof="1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84F0C86-F619-9BBE-58A0-51A4F4F2F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077792"/>
              </p:ext>
            </p:extLst>
          </p:nvPr>
        </p:nvGraphicFramePr>
        <p:xfrm>
          <a:off x="513151" y="1960101"/>
          <a:ext cx="11283400" cy="4187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4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5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5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51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51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83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60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作業軌道</a:t>
                      </a:r>
                      <a:endParaRPr lang="zh-TW" sz="1600" b="1" i="0" u="none" strike="noStrike" noProof="1">
                        <a:solidFill>
                          <a:schemeClr val="tx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執行項目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W1-8 已完成</a:t>
                      </a:r>
                      <a:endParaRPr lang="en-US" altLang="zh-TW" sz="1050" b="1" i="0" u="none" strike="noStrike" noProof="1">
                        <a:solidFill>
                          <a:schemeClr val="tx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5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3-5月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W9-10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TW" altLang="en-US" sz="105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5/18-5/29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W11-12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TW" altLang="en-US" sz="105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6/1-6/12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W13-14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TW" altLang="en-US" sz="105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6/15-6/26</a:t>
                      </a: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05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W15-16</a:t>
                      </a:r>
                    </a:p>
                    <a:p>
                      <a:pPr algn="ctr" fontAlgn="ctr">
                        <a:buNone/>
                      </a:pPr>
                      <a:r>
                        <a:rPr lang="zh-TW" altLang="en-US" sz="105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6/29-7/</a:t>
                      </a:r>
                      <a:r>
                        <a:rPr lang="en-US" altLang="zh-TW" sz="1050" b="1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</a:t>
                      </a:r>
                      <a:endParaRPr lang="zh-TW" altLang="en-US" sz="1050" b="1" i="0" u="none" strike="noStrike" noProof="1">
                        <a:solidFill>
                          <a:schemeClr val="tx1"/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24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</a:t>
                      </a:r>
                      <a:endParaRPr lang="zh-TW" sz="2400" b="1" i="0" u="none" strike="noStrike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資料蒐集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105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蒐集、架構、ETL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建表・屬性定義ETL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業者入庫・軟採匯入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缺口補充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辦公效率/HR方案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資料缺口補充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稅籍比對96.3%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282筆重編號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新創嚴選匯入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+9公司/+20方案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rgbClr val="C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zh-TW" altLang="en-US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農業雲市集資料匯入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2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核心功能</a:t>
                      </a:r>
                    </a:p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TW" sz="105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語意、篩選、UX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語意搜尋・多維篩選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UX優化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產業標籤優化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資料備份・UI優化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官方欄篩選調整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3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方案對照功能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sz="105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捉對比較、AI摘要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捉對比較・AI摘要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/>
                    </a:p>
                  </a:txBody>
                  <a:tcPr marL="6186" marR="6186" marT="618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/>
                    </a:p>
                  </a:txBody>
                  <a:tcPr marL="6186" marR="6186" marT="618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/>
                    </a:p>
                  </a:txBody>
                  <a:tcPr marL="6186" marR="6186" marT="618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rgbClr val="C00000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2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4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儀表板</a:t>
                      </a:r>
                    </a:p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TW" sz="105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圖表、智庫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戰略儀表板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統計、地圖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策略智庫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缺口分析、競爭態勢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診斷工具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問卷推薦方案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製造業方案探索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雙通道輸入開發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案例卡片功能上線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5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AI 問答</a:t>
                      </a:r>
                    </a:p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TW" sz="105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互動模式、Ask Log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AI提問詞測試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AI提問詞優化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/>
                    </a:p>
                  </a:txBody>
                  <a:tcPr marL="6186" marR="6186" marT="618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haiku/sonnet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成本分工架構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/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31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6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使用者軌跡</a:t>
                      </a:r>
                    </a:p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TW" sz="105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Search Logs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Search_logs 建立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Ask_logs 分離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累積測試數據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/>
                    </a:p>
                  </a:txBody>
                  <a:tcPr marL="6186" marR="6186" marT="6186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/>
                        <a:t> </a:t>
                      </a:r>
                      <a:endParaRPr/>
                    </a:p>
                  </a:txBody>
                  <a:tcPr marL="6186" marR="6186" marT="6186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891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240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7</a:t>
                      </a:r>
                      <a:endParaRPr lang="zh-TW" sz="2400" b="1" i="0" u="none" strike="noStrike" kern="1200" noProof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+mn-cs"/>
                      </a:endParaRPr>
                    </a:p>
                  </a:txBody>
                  <a:tcPr marL="6186" marR="6186" marT="6186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200" b="1" i="0" u="none" strike="noStrike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模擬測試</a:t>
                      </a:r>
                    </a:p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zh-TW" sz="1050" b="1" i="0" u="none" strike="noStrike" kern="1200" noProof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  <a:cs typeface="+mn-cs"/>
                        </a:rPr>
                        <a:t>使用情境、缺口分析</a:t>
                      </a:r>
                    </a:p>
                  </a:txBody>
                  <a:tcPr marL="6186" marR="6186" marT="6186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腳本自動測試</a:t>
                      </a:r>
                    </a:p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Round01~07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缺口分析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內部顧問使用測試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案例圖片處理19張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050" b="0" i="0" u="none" strike="noStrike" noProof="1">
                          <a:solidFill>
                            <a:schemeClr val="tx1"/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顧問使用測試與回饋</a:t>
                      </a:r>
                    </a:p>
                  </a:txBody>
                  <a:tcPr marL="6186" marR="6186" marT="6186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0CD8E2BC-6433-BC51-0F90-6FD4C93B265A}"/>
              </a:ext>
            </a:extLst>
          </p:cNvPr>
          <p:cNvSpPr txBox="1"/>
          <p:nvPr/>
        </p:nvSpPr>
        <p:spPr>
          <a:xfrm>
            <a:off x="10393399" y="1559747"/>
            <a:ext cx="10511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>
              <a:buNone/>
            </a:pPr>
            <a:r>
              <a:rPr lang="zh-TW" sz="2000" b="1" noProof="1">
                <a:solidFill>
                  <a:srgbClr val="40404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本週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EFB1744A-73F8-DA6C-64F0-511004EBA71C}"/>
              </a:ext>
            </a:extLst>
          </p:cNvPr>
          <p:cNvCxnSpPr>
            <a:cxnSpLocks/>
          </p:cNvCxnSpPr>
          <p:nvPr/>
        </p:nvCxnSpPr>
        <p:spPr>
          <a:xfrm>
            <a:off x="10041354" y="2495550"/>
            <a:ext cx="0" cy="365219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47">
            <a:extLst>
              <a:ext uri="{FF2B5EF4-FFF2-40B4-BE49-F238E27FC236}">
                <a16:creationId xmlns:a16="http://schemas.microsoft.com/office/drawing/2014/main" id="{0E45A25B-C8E3-BCD5-CED1-2F8C780C4142}"/>
              </a:ext>
            </a:extLst>
          </p:cNvPr>
          <p:cNvSpPr>
            <a:spLocks/>
          </p:cNvSpPr>
          <p:nvPr/>
        </p:nvSpPr>
        <p:spPr>
          <a:xfrm>
            <a:off x="609601" y="1475801"/>
            <a:ext cx="1231061" cy="3296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sz="1400" b="1" noProof="1">
                <a:solidFill>
                  <a:srgbClr val="1E2761"/>
                </a:solidFill>
              </a:rPr>
              <a:t>▍ </a:t>
            </a:r>
            <a:r>
              <a:rPr lang="zh-TW" altLang="en-US" sz="1400" b="1" noProof="1">
                <a:solidFill>
                  <a:srgbClr val="1E2761"/>
                </a:solidFill>
              </a:rPr>
              <a:t>甘特圖</a:t>
            </a:r>
            <a:endParaRPr lang="zh-TW" sz="1400" noProof="1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06235BCF-BD68-DB39-8F66-7509D7797C29}"/>
              </a:ext>
            </a:extLst>
          </p:cNvPr>
          <p:cNvGrpSpPr/>
          <p:nvPr/>
        </p:nvGrpSpPr>
        <p:grpSpPr>
          <a:xfrm>
            <a:off x="1742379" y="1520417"/>
            <a:ext cx="1692471" cy="240445"/>
            <a:chOff x="2453443" y="1711282"/>
            <a:chExt cx="2869922" cy="24044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037DF8C-DB7B-E60D-4CA5-76592B43F8B7}"/>
                </a:ext>
              </a:extLst>
            </p:cNvPr>
            <p:cNvSpPr/>
            <p:nvPr/>
          </p:nvSpPr>
          <p:spPr>
            <a:xfrm>
              <a:off x="2453443" y="1712342"/>
              <a:ext cx="191785" cy="2308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sz="900" noProof="1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A5FD4077-FD3D-B6CE-5252-96FFD0149B7D}"/>
                </a:ext>
              </a:extLst>
            </p:cNvPr>
            <p:cNvSpPr txBox="1"/>
            <p:nvPr/>
          </p:nvSpPr>
          <p:spPr>
            <a:xfrm>
              <a:off x="2645229" y="1720895"/>
              <a:ext cx="138248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>
                <a:buNone/>
              </a:pPr>
              <a:r>
                <a:rPr lang="zh-TW" sz="900" noProof="1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已完成</a:t>
              </a:r>
              <a:endParaRPr lang="zh-TW" sz="900" b="0" i="0" u="none" strike="noStrike" noProof="1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E2ECA24-B2B6-7138-189C-2CEA7F132996}"/>
                </a:ext>
              </a:extLst>
            </p:cNvPr>
            <p:cNvSpPr/>
            <p:nvPr/>
          </p:nvSpPr>
          <p:spPr>
            <a:xfrm>
              <a:off x="3728298" y="1711282"/>
              <a:ext cx="191785" cy="23083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sz="900" noProof="1">
                <a:solidFill>
                  <a:schemeClr val="tx1"/>
                </a:solidFill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78B594BD-F624-9DD1-72B9-15373112D753}"/>
                </a:ext>
              </a:extLst>
            </p:cNvPr>
            <p:cNvSpPr txBox="1"/>
            <p:nvPr/>
          </p:nvSpPr>
          <p:spPr>
            <a:xfrm>
              <a:off x="3940880" y="1719835"/>
              <a:ext cx="138248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fontAlgn="ctr">
                <a:buNone/>
              </a:pPr>
              <a:r>
                <a:rPr lang="zh-TW" sz="900" noProof="1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本週</a:t>
              </a:r>
              <a:r>
                <a:rPr lang="zh-TW" altLang="en-US" sz="900" noProof="1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執行</a:t>
              </a:r>
              <a:endParaRPr lang="zh-TW" sz="900" b="0" i="0" u="none" strike="noStrike" noProof="1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19" name="Rectangle 18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開發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28" name="Rectangle 55">
            <a:extLst>
              <a:ext uri="{FF2B5EF4-FFF2-40B4-BE49-F238E27FC236}">
                <a16:creationId xmlns:a16="http://schemas.microsoft.com/office/drawing/2014/main" id="{7E1ACC03-4A42-7F96-2C60-47FA22EE118A}"/>
              </a:ext>
            </a:extLst>
          </p:cNvPr>
          <p:cNvSpPr/>
          <p:nvPr/>
        </p:nvSpPr>
        <p:spPr>
          <a:xfrm>
            <a:off x="4164109" y="265170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5</a:t>
            </a:r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個階段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30" name="Rectangle 55">
            <a:extLst>
              <a:ext uri="{FF2B5EF4-FFF2-40B4-BE49-F238E27FC236}">
                <a16:creationId xmlns:a16="http://schemas.microsoft.com/office/drawing/2014/main" id="{492737C2-B6C9-261B-E21D-F172460BF837}"/>
              </a:ext>
            </a:extLst>
          </p:cNvPr>
          <p:cNvSpPr/>
          <p:nvPr/>
        </p:nvSpPr>
        <p:spPr>
          <a:xfrm>
            <a:off x="5121966" y="262840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TW" sz="850" b="0">
                <a:solidFill>
                  <a:schemeClr val="bg1"/>
                </a:solidFill>
                <a:latin typeface="Microsoft JhengHei"/>
              </a:rPr>
              <a:t>7</a:t>
            </a:r>
            <a:r>
              <a:rPr lang="zh-TW" altLang="en-US" sz="850" b="0">
                <a:solidFill>
                  <a:schemeClr val="bg1"/>
                </a:solidFill>
                <a:latin typeface="Microsoft JhengHei"/>
              </a:rPr>
              <a:t>個軌道</a:t>
            </a:r>
            <a:endParaRPr sz="850" b="0">
              <a:solidFill>
                <a:schemeClr val="bg1"/>
              </a:solidFill>
              <a:latin typeface="Microsoft JhengHei"/>
            </a:endParaRPr>
          </a:p>
        </p:txBody>
      </p:sp>
      <p:sp>
        <p:nvSpPr>
          <p:cNvPr id="6" name="Rectangle 78">
            <a:extLst>
              <a:ext uri="{FF2B5EF4-FFF2-40B4-BE49-F238E27FC236}">
                <a16:creationId xmlns:a16="http://schemas.microsoft.com/office/drawing/2014/main" id="{B4C8BAF4-32D9-0125-A3B8-D6FB209520EF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631024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3D480-4B75-2BA4-32A0-4406C1D9C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7078F63B-DA90-319C-BDCA-687A94204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7" y="3140946"/>
            <a:ext cx="9967762" cy="1215699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 sz="88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測試</a:t>
            </a:r>
            <a:endParaRPr lang="en-US" altLang="zh-TW" sz="8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A28735D-F58B-7698-4828-89238295F66F}"/>
              </a:ext>
            </a:extLst>
          </p:cNvPr>
          <p:cNvSpPr txBox="1">
            <a:spLocks/>
          </p:cNvSpPr>
          <p:nvPr/>
        </p:nvSpPr>
        <p:spPr>
          <a:xfrm>
            <a:off x="3205312" y="3071967"/>
            <a:ext cx="5691038" cy="1215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自動化腳本</a:t>
            </a:r>
            <a:endParaRPr lang="en-US" altLang="zh-TW" sz="3200" b="1" noProof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測試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4" name="Rectangle 78">
            <a:extLst>
              <a:ext uri="{FF2B5EF4-FFF2-40B4-BE49-F238E27FC236}">
                <a16:creationId xmlns:a16="http://schemas.microsoft.com/office/drawing/2014/main" id="{9987DD92-D63E-371F-9028-58A82F0826C0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773899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E3AE6-EE1D-50FA-38B3-D1E0F393F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24">
            <a:extLst>
              <a:ext uri="{FF2B5EF4-FFF2-40B4-BE49-F238E27FC236}">
                <a16:creationId xmlns:a16="http://schemas.microsoft.com/office/drawing/2014/main" id="{98FE11A8-DD45-4107-ECC4-F441364892F4}"/>
              </a:ext>
            </a:extLst>
          </p:cNvPr>
          <p:cNvSpPr/>
          <p:nvPr/>
        </p:nvSpPr>
        <p:spPr>
          <a:xfrm>
            <a:off x="725384" y="17755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24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</a:t>
            </a:r>
            <a:r>
              <a:rPr lang="zh-TW" altLang="en-US" sz="24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</a:t>
            </a:r>
            <a:r>
              <a:rPr lang="zh-TW" sz="24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（R01 → R07）</a:t>
            </a:r>
            <a:endParaRPr lang="zh-TW" sz="2400" noProof="1"/>
          </a:p>
        </p:txBody>
      </p:sp>
      <p:graphicFrame>
        <p:nvGraphicFramePr>
          <p:cNvPr id="56" name="Table 0">
            <a:extLst>
              <a:ext uri="{FF2B5EF4-FFF2-40B4-BE49-F238E27FC236}">
                <a16:creationId xmlns:a16="http://schemas.microsoft.com/office/drawing/2014/main" id="{A9DE674F-B645-E5B0-FB89-EB9EE556B71B}"/>
              </a:ext>
            </a:extLst>
          </p:cNvPr>
          <p:cNvGraphicFramePr>
            <a:graphicFrameLocks noGrp="1"/>
          </p:cNvGraphicFramePr>
          <p:nvPr/>
        </p:nvGraphicFramePr>
        <p:xfrm>
          <a:off x="607214" y="2174975"/>
          <a:ext cx="6056416" cy="1920240"/>
        </p:xfrm>
        <a:graphic>
          <a:graphicData uri="http://schemas.openxmlformats.org/drawingml/2006/table">
            <a:tbl>
              <a:tblPr/>
              <a:tblGrid>
                <a:gridCol w="997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5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200" b="1" noProof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輪次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altLang="en-US" sz="1200" b="1" noProof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測試結果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200" b="1" noProof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結果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6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R01</a:t>
                      </a:r>
                      <a:endParaRPr lang="zh-TW" sz="16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無篩選，回傳全庫 2,169 筆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altLang="en-US" sz="1800" noProof="1">
                          <a:solidFill>
                            <a:srgbClr val="D960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可信度低</a:t>
                      </a:r>
                      <a:endParaRPr lang="zh-TW" sz="18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6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R02</a:t>
                      </a:r>
                      <a:endParaRPr lang="zh-TW" sz="16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語意篩選生效，發現 20</a:t>
                      </a:r>
                      <a:r>
                        <a:rPr lang="en-US" altLang="zh-TW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</a:t>
                      </a:r>
                      <a:r>
                        <a:rPr lang="zh-TW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資料缺口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altLang="en-US" sz="1800" noProof="1">
                          <a:solidFill>
                            <a:srgbClr val="E8A3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發現缺口</a:t>
                      </a:r>
                      <a:endParaRPr lang="zh-TW" sz="18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6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R04–06</a:t>
                      </a:r>
                      <a:endParaRPr lang="zh-TW" sz="16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繼續測試補充，直到搜尋結果確實降低</a:t>
                      </a:r>
                      <a:r>
                        <a:rPr lang="en-US" altLang="zh-TW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&amp;</a:t>
                      </a:r>
                      <a:r>
                        <a:rPr lang="zh-TW" altLang="en-US" sz="1200" noProof="1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精準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800" noProof="1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</a:t>
                      </a:r>
                      <a:r>
                        <a:rPr lang="zh-TW" altLang="en-US" sz="1800" noProof="1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填補缺口</a:t>
                      </a:r>
                      <a:endParaRPr lang="zh-TW" sz="18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600" b="1" noProof="1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R07</a:t>
                      </a:r>
                      <a:endParaRPr lang="zh-TW" sz="16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sz="1200" b="1" noProof="1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語意升級</a:t>
                      </a:r>
                      <a:r>
                        <a:rPr lang="zh-TW" altLang="en-US" sz="1200" b="1" noProof="1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，</a:t>
                      </a:r>
                      <a:r>
                        <a:rPr lang="zh-TW" sz="1200" b="1" noProof="1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平均 696</a:t>
                      </a:r>
                      <a:r>
                        <a:rPr lang="zh-TW" altLang="en-US" sz="1200" b="1" noProof="1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筆</a:t>
                      </a:r>
                      <a:r>
                        <a:rPr lang="zh-TW" sz="1200" b="1" noProof="1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→ 172.3 筆，精準 4 倍</a:t>
                      </a:r>
                      <a:endParaRPr lang="zh-TW" sz="120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sz="1800" b="1" noProof="1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</a:t>
                      </a:r>
                      <a:r>
                        <a:rPr lang="zh-TW" altLang="en-US" sz="1800" b="0" noProof="1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精準搜尋</a:t>
                      </a:r>
                      <a:endParaRPr lang="zh-TW" sz="1800" b="0" noProof="1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8" name="Shape 25">
            <a:extLst>
              <a:ext uri="{FF2B5EF4-FFF2-40B4-BE49-F238E27FC236}">
                <a16:creationId xmlns:a16="http://schemas.microsoft.com/office/drawing/2014/main" id="{37DC2317-F456-BEDB-45E4-3D4E65BA3E0F}"/>
              </a:ext>
            </a:extLst>
          </p:cNvPr>
          <p:cNvSpPr/>
          <p:nvPr/>
        </p:nvSpPr>
        <p:spPr>
          <a:xfrm>
            <a:off x="725384" y="4174637"/>
            <a:ext cx="5820076" cy="2240281"/>
          </a:xfrm>
          <a:prstGeom prst="roundRect">
            <a:avLst>
              <a:gd name="adj" fmla="val 3871"/>
            </a:avLst>
          </a:prstGeom>
          <a:solidFill>
            <a:srgbClr val="E0F2EF"/>
          </a:solidFill>
          <a:ln w="9525">
            <a:solidFill>
              <a:srgbClr val="0BA08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C196F5BA-63F8-2F67-B7B2-5BB6F1850031}"/>
              </a:ext>
            </a:extLst>
          </p:cNvPr>
          <p:cNvSpPr/>
          <p:nvPr/>
        </p:nvSpPr>
        <p:spPr>
          <a:xfrm>
            <a:off x="885404" y="434837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2800" b="1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</a:t>
            </a:r>
            <a:r>
              <a:rPr lang="zh-TW" altLang="en-US" sz="2800" b="1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</a:t>
            </a:r>
            <a:endParaRPr lang="zh-TW" sz="2800" noProof="1"/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17F105CA-69D9-EDD0-10BA-2FB9405CDB19}"/>
              </a:ext>
            </a:extLst>
          </p:cNvPr>
          <p:cNvSpPr/>
          <p:nvPr/>
        </p:nvSpPr>
        <p:spPr>
          <a:xfrm>
            <a:off x="908263" y="4680955"/>
            <a:ext cx="5415815" cy="157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產業 × 10 需求＝100 個模擬情境。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自動腳本驗證</a:t>
            </a:r>
            <a:r>
              <a:rPr lang="zh-TW" sz="1600" b="1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搜尋與 AI 問答品質</a:t>
            </a: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每輪</a:t>
            </a:r>
            <a:r>
              <a:rPr lang="zh-TW" altLang="en-US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復盤結果，挖掘</a:t>
            </a: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缺口</a:t>
            </a:r>
            <a:r>
              <a:rPr lang="zh-TW" altLang="en-US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並加以</a:t>
            </a: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分析，</a:t>
            </a:r>
            <a:r>
              <a:rPr lang="zh-TW" sz="1600" b="1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驅動資料補充</a:t>
            </a: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zh-TW" sz="1600" b="1" noProof="1">
              <a:solidFill>
                <a:srgbClr val="06564B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zh-TW" sz="1600" noProof="1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驗收目標：搜尋引擎 + LLM是否能辨識語意與差異化。</a:t>
            </a:r>
            <a:endParaRPr lang="zh-TW" sz="1600" noProof="1"/>
          </a:p>
        </p:txBody>
      </p:sp>
      <p:sp>
        <p:nvSpPr>
          <p:cNvPr id="65" name="標題 1">
            <a:extLst>
              <a:ext uri="{FF2B5EF4-FFF2-40B4-BE49-F238E27FC236}">
                <a16:creationId xmlns:a16="http://schemas.microsoft.com/office/drawing/2014/main" id="{8560F721-F698-901F-339B-55F3861AEA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zh-TW" altLang="en-US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自動化腳本 </a:t>
            </a:r>
            <a:r>
              <a:rPr lang="en-US" altLang="zh-TW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(7</a:t>
            </a:r>
            <a:r>
              <a:rPr lang="zh-TW" altLang="en-US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輪迭代</a:t>
            </a:r>
            <a:r>
              <a:rPr lang="en-US" altLang="zh-TW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zh-TW" noProof="1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614B1CB-B144-7D0D-A6ED-1F2DF2C0C2B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25384" y="1164161"/>
            <a:ext cx="9342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目的：提高搜尋結果的可信度 </a:t>
            </a:r>
            <a:endParaRPr lang="zh-TW" altLang="en-US" b="1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50C4B52-7C4D-3AF0-E4B6-FD708BF17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356975"/>
              </p:ext>
            </p:extLst>
          </p:nvPr>
        </p:nvGraphicFramePr>
        <p:xfrm>
          <a:off x="6897113" y="2063581"/>
          <a:ext cx="5075814" cy="4351337"/>
        </p:xfrm>
        <a:graphic>
          <a:graphicData uri="http://schemas.openxmlformats.org/drawingml/2006/table">
            <a:tbl>
              <a:tblPr/>
              <a:tblGrid>
                <a:gridCol w="845969">
                  <a:extLst>
                    <a:ext uri="{9D8B030D-6E8A-4147-A177-3AD203B41FA5}">
                      <a16:colId xmlns:a16="http://schemas.microsoft.com/office/drawing/2014/main" val="1498627433"/>
                    </a:ext>
                  </a:extLst>
                </a:gridCol>
                <a:gridCol w="845969">
                  <a:extLst>
                    <a:ext uri="{9D8B030D-6E8A-4147-A177-3AD203B41FA5}">
                      <a16:colId xmlns:a16="http://schemas.microsoft.com/office/drawing/2014/main" val="1276079416"/>
                    </a:ext>
                  </a:extLst>
                </a:gridCol>
                <a:gridCol w="845969">
                  <a:extLst>
                    <a:ext uri="{9D8B030D-6E8A-4147-A177-3AD203B41FA5}">
                      <a16:colId xmlns:a16="http://schemas.microsoft.com/office/drawing/2014/main" val="1605238506"/>
                    </a:ext>
                  </a:extLst>
                </a:gridCol>
                <a:gridCol w="845969">
                  <a:extLst>
                    <a:ext uri="{9D8B030D-6E8A-4147-A177-3AD203B41FA5}">
                      <a16:colId xmlns:a16="http://schemas.microsoft.com/office/drawing/2014/main" val="1968980801"/>
                    </a:ext>
                  </a:extLst>
                </a:gridCol>
                <a:gridCol w="845969">
                  <a:extLst>
                    <a:ext uri="{9D8B030D-6E8A-4147-A177-3AD203B41FA5}">
                      <a16:colId xmlns:a16="http://schemas.microsoft.com/office/drawing/2014/main" val="1532799054"/>
                    </a:ext>
                  </a:extLst>
                </a:gridCol>
                <a:gridCol w="845969">
                  <a:extLst>
                    <a:ext uri="{9D8B030D-6E8A-4147-A177-3AD203B41FA5}">
                      <a16:colId xmlns:a16="http://schemas.microsoft.com/office/drawing/2014/main" val="253464306"/>
                    </a:ext>
                  </a:extLst>
                </a:gridCol>
              </a:tblGrid>
              <a:tr h="646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0">
                          <a:solidFill>
                            <a:srgbClr val="6B7280"/>
                          </a:solidFill>
                          <a:effectLst/>
                        </a:rPr>
                        <a:t>輪次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0">
                          <a:solidFill>
                            <a:srgbClr val="6B7280"/>
                          </a:solidFill>
                          <a:effectLst/>
                        </a:rPr>
                        <a:t>方案數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0">
                          <a:solidFill>
                            <a:srgbClr val="6B7280"/>
                          </a:solidFill>
                          <a:effectLst/>
                        </a:rPr>
                        <a:t>缺口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0">
                          <a:solidFill>
                            <a:srgbClr val="6B7280"/>
                          </a:solidFill>
                          <a:effectLst/>
                        </a:rPr>
                        <a:t>失效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0">
                          <a:solidFill>
                            <a:srgbClr val="6B7280"/>
                          </a:solidFill>
                          <a:effectLst/>
                        </a:rPr>
                        <a:t>有效問答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0">
                          <a:solidFill>
                            <a:srgbClr val="6B7280"/>
                          </a:solidFill>
                          <a:effectLst/>
                        </a:rPr>
                        <a:t>平均筆數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686198"/>
                  </a:ext>
                </a:extLst>
              </a:tr>
              <a:tr h="646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R01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2,169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rgbClr val="EF4444"/>
                          </a:solidFill>
                          <a:effectLst/>
                        </a:rPr>
                        <a:t>假值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—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100/100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2,169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626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890933"/>
                  </a:ext>
                </a:extLst>
              </a:tr>
              <a:tr h="3735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R02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2,169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rgbClr val="EF4444"/>
                          </a:solidFill>
                          <a:effectLst/>
                        </a:rPr>
                        <a:t>20個</a:t>
                      </a:r>
                      <a:r>
                        <a:rPr lang="en-US" altLang="zh-TW" sz="1400">
                          <a:solidFill>
                            <a:srgbClr val="EF4444"/>
                          </a:solidFill>
                          <a:effectLst/>
                        </a:rPr>
                        <a:t>+</a:t>
                      </a:r>
                      <a:endParaRPr lang="zh-TW" sz="1400">
                        <a:solidFill>
                          <a:srgbClr val="EF4444"/>
                        </a:solidFill>
                        <a:effectLst/>
                      </a:endParaRP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rgbClr val="EF4444"/>
                          </a:solidFill>
                          <a:effectLst/>
                        </a:rPr>
                        <a:t>4個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80/100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128.7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653591"/>
                  </a:ext>
                </a:extLst>
              </a:tr>
              <a:tr h="3735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R03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2,322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rgbClr val="EF4444"/>
                          </a:solidFill>
                          <a:effectLst/>
                        </a:rPr>
                        <a:t>22個</a:t>
                      </a:r>
                      <a:r>
                        <a:rPr lang="en-US" altLang="zh-TW" sz="1400">
                          <a:solidFill>
                            <a:srgbClr val="EF4444"/>
                          </a:solidFill>
                          <a:effectLst/>
                        </a:rPr>
                        <a:t>+</a:t>
                      </a:r>
                      <a:endParaRPr lang="zh-TW" sz="1400">
                        <a:solidFill>
                          <a:srgbClr val="EF4444"/>
                        </a:solidFill>
                        <a:effectLst/>
                      </a:endParaRP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rgbClr val="EF4444"/>
                          </a:solidFill>
                          <a:effectLst/>
                        </a:rPr>
                        <a:t>3個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78/100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—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646287"/>
                  </a:ext>
                </a:extLst>
              </a:tr>
              <a:tr h="646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R04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2,322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solidFill>
                            <a:srgbClr val="EF4444"/>
                          </a:solidFill>
                          <a:effectLst/>
                        </a:rPr>
                        <a:t>2個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100/100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694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766531"/>
                  </a:ext>
                </a:extLst>
              </a:tr>
              <a:tr h="3735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R05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2,322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98/100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696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060881"/>
                  </a:ext>
                </a:extLst>
              </a:tr>
              <a:tr h="646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R06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2,322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100/100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>
                          <a:effectLst/>
                        </a:rPr>
                        <a:t>696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662516"/>
                  </a:ext>
                </a:extLst>
              </a:tr>
              <a:tr h="646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effectLst/>
                        </a:rPr>
                        <a:t>R07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effectLst/>
                        </a:rPr>
                        <a:t>2,322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solidFill>
                            <a:srgbClr val="1D9E75"/>
                          </a:solidFill>
                          <a:effectLst/>
                        </a:rPr>
                        <a:t>✅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effectLst/>
                        </a:rPr>
                        <a:t>100/100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400" b="1">
                          <a:effectLst/>
                        </a:rPr>
                        <a:t>172.3</a:t>
                      </a:r>
                    </a:p>
                  </a:txBody>
                  <a:tcPr marL="63099" marR="63099" marT="50480" marB="5048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742794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9A19E11D-E30C-0343-4760-A77566C3EE6A}"/>
              </a:ext>
            </a:extLst>
          </p:cNvPr>
          <p:cNvSpPr txBox="1"/>
          <p:nvPr/>
        </p:nvSpPr>
        <p:spPr>
          <a:xfrm>
            <a:off x="6897113" y="1613871"/>
            <a:ext cx="610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50"/>
              </a:spcAft>
              <a:buNone/>
            </a:pPr>
            <a:r>
              <a:rPr lang="zh-TW" altLang="zh-TW" b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</a:rPr>
              <a:t>模擬測試歷輪比較（Round 01–07）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測試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5" name="Rectangle 78">
            <a:extLst>
              <a:ext uri="{FF2B5EF4-FFF2-40B4-BE49-F238E27FC236}">
                <a16:creationId xmlns:a16="http://schemas.microsoft.com/office/drawing/2014/main" id="{5E31C4FC-BB8C-70F7-D2B8-290166B29C27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6" name="Rectangle 55">
            <a:extLst>
              <a:ext uri="{FF2B5EF4-FFF2-40B4-BE49-F238E27FC236}">
                <a16:creationId xmlns:a16="http://schemas.microsoft.com/office/drawing/2014/main" id="{741B23CA-2B45-B2DA-C6BF-A0F967AF6E8C}"/>
              </a:ext>
            </a:extLst>
          </p:cNvPr>
          <p:cNvSpPr/>
          <p:nvPr/>
        </p:nvSpPr>
        <p:spPr>
          <a:xfrm>
            <a:off x="6128726" y="256216"/>
            <a:ext cx="1892594" cy="138616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00" b="0">
                <a:solidFill>
                  <a:schemeClr val="bg1"/>
                </a:solidFill>
                <a:latin typeface="Microsoft JhengHei"/>
              </a:rPr>
              <a:t>自動化腳本</a:t>
            </a:r>
            <a:endParaRPr sz="800" b="0">
              <a:solidFill>
                <a:schemeClr val="bg1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471541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A5764-E3A6-6919-C41E-57351B2BE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A89EDB7A-6D09-6C6E-BD24-0110887E8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7" y="3140946"/>
            <a:ext cx="9967762" cy="1215699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 sz="8800" b="1" dirty="0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檢驗</a:t>
            </a:r>
            <a:endParaRPr lang="en-US" altLang="zh-TW" sz="8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DCC01B6-F619-7FD8-3E3C-B8CD41FCBCB2}"/>
              </a:ext>
            </a:extLst>
          </p:cNvPr>
          <p:cNvSpPr txBox="1">
            <a:spLocks/>
          </p:cNvSpPr>
          <p:nvPr/>
        </p:nvSpPr>
        <p:spPr>
          <a:xfrm>
            <a:off x="3205312" y="3071967"/>
            <a:ext cx="5691038" cy="1215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資料評分</a:t>
            </a:r>
            <a:endParaRPr lang="en-US" altLang="zh-TW" sz="3200" b="1" noProof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自我檢視</a:t>
            </a:r>
            <a:endParaRPr lang="en-US" altLang="zh-TW" sz="3200" b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平台銜接</a:t>
            </a:r>
            <a:endParaRPr lang="en-US" altLang="zh-TW" sz="3200" b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費用概算</a:t>
            </a:r>
            <a:endParaRPr lang="en-US" altLang="zh-TW" sz="3200" dirty="0"/>
          </a:p>
        </p:txBody>
      </p:sp>
      <p:sp>
        <p:nvSpPr>
          <p:cNvPr id="6" name="Rectangle 5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檢驗</a:t>
            </a:r>
          </a:p>
        </p:txBody>
      </p:sp>
      <p:sp>
        <p:nvSpPr>
          <p:cNvPr id="4" name="Rectangle 78">
            <a:extLst>
              <a:ext uri="{FF2B5EF4-FFF2-40B4-BE49-F238E27FC236}">
                <a16:creationId xmlns:a16="http://schemas.microsoft.com/office/drawing/2014/main" id="{46AFB531-8241-4616-F50E-554578E84AAF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686262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22C11888-33DA-AB53-8EA8-4B7FD841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zh-TW" altLang="en-US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資料評分</a:t>
            </a:r>
            <a:endParaRPr lang="zh-TW" noProof="1"/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440802A4-4216-B50E-692A-52B3140966C7}"/>
              </a:ext>
            </a:extLst>
          </p:cNvPr>
          <p:cNvGrpSpPr/>
          <p:nvPr/>
        </p:nvGrpSpPr>
        <p:grpSpPr>
          <a:xfrm>
            <a:off x="514676" y="1893181"/>
            <a:ext cx="5439810" cy="4386570"/>
            <a:chOff x="819476" y="2150146"/>
            <a:chExt cx="4297680" cy="3465576"/>
          </a:xfrm>
        </p:grpSpPr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0AFC68D9-387E-2998-2640-22EA582F0A19}"/>
                </a:ext>
              </a:extLst>
            </p:cNvPr>
            <p:cNvSpPr/>
            <p:nvPr/>
          </p:nvSpPr>
          <p:spPr>
            <a:xfrm>
              <a:off x="819476" y="2150146"/>
              <a:ext cx="42976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2000" b="1" noProof="1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四維度評分（1–5 分）</a:t>
              </a:r>
              <a:endParaRPr lang="zh-TW" sz="2000" noProof="1"/>
            </a:p>
          </p:txBody>
        </p:sp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AAB5D0BD-E549-5D22-6CAF-C6FB27CC5468}"/>
                </a:ext>
              </a:extLst>
            </p:cNvPr>
            <p:cNvSpPr/>
            <p:nvPr/>
          </p:nvSpPr>
          <p:spPr>
            <a:xfrm>
              <a:off x="819476" y="2515906"/>
              <a:ext cx="4297680" cy="548640"/>
            </a:xfrm>
            <a:prstGeom prst="roundRect">
              <a:avLst>
                <a:gd name="adj" fmla="val 8333"/>
              </a:avLst>
            </a:prstGeom>
            <a:solidFill>
              <a:srgbClr val="F7F9FA"/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1E45D8FA-0966-F45C-C3AB-EC543FA5973F}"/>
                </a:ext>
              </a:extLst>
            </p:cNvPr>
            <p:cNvSpPr/>
            <p:nvPr/>
          </p:nvSpPr>
          <p:spPr>
            <a:xfrm>
              <a:off x="929204" y="2634778"/>
              <a:ext cx="841248" cy="310896"/>
            </a:xfrm>
            <a:prstGeom prst="roundRect">
              <a:avLst>
                <a:gd name="adj" fmla="val 14706"/>
              </a:avLst>
            </a:prstGeom>
            <a:solidFill>
              <a:srgbClr val="0BA08C"/>
            </a:solidFill>
            <a:ln/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8BE33B4B-C713-8DF3-3F12-931229E055A2}"/>
                </a:ext>
              </a:extLst>
            </p:cNvPr>
            <p:cNvSpPr/>
            <p:nvPr/>
          </p:nvSpPr>
          <p:spPr>
            <a:xfrm>
              <a:off x="929204" y="2634778"/>
              <a:ext cx="84124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b="1" noProof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功能力</a:t>
              </a:r>
              <a:endParaRPr lang="zh-TW" noProof="1"/>
            </a:p>
          </p:txBody>
        </p:sp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5A99EA2B-E17A-F095-906B-8DAA3374C7CA}"/>
                </a:ext>
              </a:extLst>
            </p:cNvPr>
            <p:cNvSpPr/>
            <p:nvPr/>
          </p:nvSpPr>
          <p:spPr>
            <a:xfrm>
              <a:off x="1898468" y="2515906"/>
              <a:ext cx="31546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zh-TW" sz="1600"/>
                <a:t>desc 和 feat</a:t>
              </a:r>
              <a:r>
                <a:rPr lang="zh-TW" altLang="en-US" sz="1600"/>
                <a:t>：有</a:t>
              </a:r>
              <a:r>
                <a:rPr lang="zh-TW" altLang="en-US" sz="1600" b="1"/>
                <a:t>關鍵字</a:t>
              </a:r>
              <a:endParaRPr lang="en-US" altLang="zh-TW" sz="1600" b="1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zh-TW" sz="1600"/>
                <a:t>tech_tags</a:t>
              </a:r>
              <a:r>
                <a:rPr lang="zh-TW" altLang="en-US" sz="1600"/>
                <a:t> ：有</a:t>
              </a:r>
              <a:r>
                <a:rPr lang="zh-TW" altLang="en-US" sz="1600" b="1"/>
                <a:t>標記</a:t>
              </a:r>
              <a:endParaRPr lang="en-US" altLang="zh-TW" sz="1600" b="1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zh-TW" sz="1600"/>
                <a:t>category</a:t>
              </a:r>
              <a:r>
                <a:rPr lang="zh-TW" altLang="en-US" sz="1600"/>
                <a:t> ：有</a:t>
              </a:r>
              <a:r>
                <a:rPr lang="zh-TW" altLang="en-US" sz="1600" b="1"/>
                <a:t>標記</a:t>
              </a:r>
              <a:endParaRPr lang="zh-TW" b="1" noProof="1"/>
            </a:p>
          </p:txBody>
        </p:sp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33159037-41AA-4092-0090-3F90E772130B}"/>
                </a:ext>
              </a:extLst>
            </p:cNvPr>
            <p:cNvSpPr/>
            <p:nvPr/>
          </p:nvSpPr>
          <p:spPr>
            <a:xfrm>
              <a:off x="819476" y="3137698"/>
              <a:ext cx="4297680" cy="548640"/>
            </a:xfrm>
            <a:prstGeom prst="roundRect">
              <a:avLst>
                <a:gd name="adj" fmla="val 8333"/>
              </a:avLst>
            </a:prstGeom>
            <a:solidFill>
              <a:srgbClr val="F7F9FA"/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9" name="Shape 8">
              <a:extLst>
                <a:ext uri="{FF2B5EF4-FFF2-40B4-BE49-F238E27FC236}">
                  <a16:creationId xmlns:a16="http://schemas.microsoft.com/office/drawing/2014/main" id="{88821C8F-283D-EB63-B85F-48C8061754B6}"/>
                </a:ext>
              </a:extLst>
            </p:cNvPr>
            <p:cNvSpPr/>
            <p:nvPr/>
          </p:nvSpPr>
          <p:spPr>
            <a:xfrm>
              <a:off x="929204" y="3256570"/>
              <a:ext cx="841248" cy="310896"/>
            </a:xfrm>
            <a:prstGeom prst="roundRect">
              <a:avLst>
                <a:gd name="adj" fmla="val 14706"/>
              </a:avLst>
            </a:prstGeom>
            <a:solidFill>
              <a:srgbClr val="0BA08C"/>
            </a:solidFill>
            <a:ln/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8A87AF02-87FF-840A-74B9-436C35163B98}"/>
                </a:ext>
              </a:extLst>
            </p:cNvPr>
            <p:cNvSpPr/>
            <p:nvPr/>
          </p:nvSpPr>
          <p:spPr>
            <a:xfrm>
              <a:off x="929204" y="3256570"/>
              <a:ext cx="84124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b="1" noProof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價格力</a:t>
              </a:r>
              <a:endParaRPr lang="zh-TW" noProof="1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031635FF-A0D9-14AD-A7A9-B115ECCA66F0}"/>
                </a:ext>
              </a:extLst>
            </p:cNvPr>
            <p:cNvSpPr/>
            <p:nvPr/>
          </p:nvSpPr>
          <p:spPr>
            <a:xfrm>
              <a:off x="1898468" y="3137698"/>
              <a:ext cx="31546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zh-TW" sz="1600"/>
                <a:t>price 和 price_tier</a:t>
              </a:r>
              <a:r>
                <a:rPr lang="zh-TW" altLang="en-US" sz="1600"/>
                <a:t> ：</a:t>
              </a:r>
              <a:r>
                <a:rPr lang="zh-TW" altLang="zh-TW" sz="1600" b="1"/>
                <a:t>明確填寫</a:t>
              </a:r>
              <a:endParaRPr lang="en-US" altLang="zh-TW" sz="1600" b="1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zh-TW" sz="1600"/>
                <a:t>月費或一次費</a:t>
              </a:r>
              <a:r>
                <a:rPr lang="zh-TW" altLang="en-US" sz="1600"/>
                <a:t>：</a:t>
              </a:r>
              <a:r>
                <a:rPr lang="zh-TW" altLang="en-US" sz="1600" b="1"/>
                <a:t>提供</a:t>
              </a:r>
              <a:r>
                <a:rPr lang="zh-TW" altLang="zh-TW" sz="1600" b="1"/>
                <a:t>具體數字</a:t>
              </a:r>
              <a:endParaRPr lang="zh-TW" sz="1600" b="1" noProof="1"/>
            </a:p>
          </p:txBody>
        </p:sp>
        <p:sp>
          <p:nvSpPr>
            <p:cNvPr id="25" name="Shape 11">
              <a:extLst>
                <a:ext uri="{FF2B5EF4-FFF2-40B4-BE49-F238E27FC236}">
                  <a16:creationId xmlns:a16="http://schemas.microsoft.com/office/drawing/2014/main" id="{F402751B-DF43-A13F-CEC9-83A7097A6F4B}"/>
                </a:ext>
              </a:extLst>
            </p:cNvPr>
            <p:cNvSpPr/>
            <p:nvPr/>
          </p:nvSpPr>
          <p:spPr>
            <a:xfrm>
              <a:off x="819476" y="3759490"/>
              <a:ext cx="4297680" cy="548640"/>
            </a:xfrm>
            <a:prstGeom prst="roundRect">
              <a:avLst>
                <a:gd name="adj" fmla="val 8333"/>
              </a:avLst>
            </a:prstGeom>
            <a:solidFill>
              <a:srgbClr val="F7F9FA"/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27" name="Shape 12">
              <a:extLst>
                <a:ext uri="{FF2B5EF4-FFF2-40B4-BE49-F238E27FC236}">
                  <a16:creationId xmlns:a16="http://schemas.microsoft.com/office/drawing/2014/main" id="{69A81416-E294-CE3C-C86D-DB39A5AA848B}"/>
                </a:ext>
              </a:extLst>
            </p:cNvPr>
            <p:cNvSpPr/>
            <p:nvPr/>
          </p:nvSpPr>
          <p:spPr>
            <a:xfrm>
              <a:off x="929204" y="3878362"/>
              <a:ext cx="841248" cy="310896"/>
            </a:xfrm>
            <a:prstGeom prst="roundRect">
              <a:avLst>
                <a:gd name="adj" fmla="val 14706"/>
              </a:avLst>
            </a:prstGeom>
            <a:solidFill>
              <a:srgbClr val="0BA08C"/>
            </a:solidFill>
            <a:ln/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29" name="Text 13">
              <a:extLst>
                <a:ext uri="{FF2B5EF4-FFF2-40B4-BE49-F238E27FC236}">
                  <a16:creationId xmlns:a16="http://schemas.microsoft.com/office/drawing/2014/main" id="{FFCEBF17-A6E9-E5B8-4792-46DD9AEB78BA}"/>
                </a:ext>
              </a:extLst>
            </p:cNvPr>
            <p:cNvSpPr/>
            <p:nvPr/>
          </p:nvSpPr>
          <p:spPr>
            <a:xfrm>
              <a:off x="929204" y="3878362"/>
              <a:ext cx="84124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b="1" noProof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支援度</a:t>
              </a:r>
              <a:endParaRPr lang="zh-TW" noProof="1"/>
            </a:p>
          </p:txBody>
        </p:sp>
        <p:sp>
          <p:nvSpPr>
            <p:cNvPr id="31" name="Text 14">
              <a:extLst>
                <a:ext uri="{FF2B5EF4-FFF2-40B4-BE49-F238E27FC236}">
                  <a16:creationId xmlns:a16="http://schemas.microsoft.com/office/drawing/2014/main" id="{1ECCB84C-B674-5CA9-E106-5E942748DA7D}"/>
                </a:ext>
              </a:extLst>
            </p:cNvPr>
            <p:cNvSpPr/>
            <p:nvPr/>
          </p:nvSpPr>
          <p:spPr>
            <a:xfrm>
              <a:off x="1898468" y="3759490"/>
              <a:ext cx="31546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zh-TW" sz="1600"/>
                <a:t>desc 和 feat</a:t>
              </a:r>
              <a:r>
                <a:rPr lang="zh-TW" altLang="en-US" sz="1600"/>
                <a:t> ：提供</a:t>
              </a:r>
              <a:r>
                <a:rPr lang="zh-TW" altLang="zh-TW" sz="1600" b="1"/>
                <a:t>導入協助</a:t>
              </a:r>
              <a:endParaRPr lang="en-US" altLang="zh-TW" sz="1600" b="1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sz="1600"/>
                <a:t>支援定義：提供</a:t>
              </a:r>
              <a:r>
                <a:rPr lang="zh-TW" altLang="zh-TW" sz="1600" b="1"/>
                <a:t>教育訓練</a:t>
              </a:r>
              <a:r>
                <a:rPr lang="zh-TW" altLang="en-US" sz="1600"/>
                <a:t>或是</a:t>
              </a:r>
              <a:r>
                <a:rPr lang="zh-TW" altLang="zh-TW" sz="1600" b="1"/>
                <a:t>售後服務</a:t>
              </a:r>
              <a:endParaRPr lang="zh-TW" sz="1600" b="1" noProof="1"/>
            </a:p>
          </p:txBody>
        </p:sp>
        <p:sp>
          <p:nvSpPr>
            <p:cNvPr id="33" name="Shape 15">
              <a:extLst>
                <a:ext uri="{FF2B5EF4-FFF2-40B4-BE49-F238E27FC236}">
                  <a16:creationId xmlns:a16="http://schemas.microsoft.com/office/drawing/2014/main" id="{F36C0911-22D1-6AB9-299C-3F068A433482}"/>
                </a:ext>
              </a:extLst>
            </p:cNvPr>
            <p:cNvSpPr/>
            <p:nvPr/>
          </p:nvSpPr>
          <p:spPr>
            <a:xfrm>
              <a:off x="819476" y="4381282"/>
              <a:ext cx="4297680" cy="548640"/>
            </a:xfrm>
            <a:prstGeom prst="roundRect">
              <a:avLst>
                <a:gd name="adj" fmla="val 8333"/>
              </a:avLst>
            </a:prstGeom>
            <a:solidFill>
              <a:srgbClr val="F7F9FA"/>
            </a:solidFill>
            <a:ln w="6350">
              <a:solidFill>
                <a:srgbClr val="E2E7EA"/>
              </a:solidFill>
              <a:prstDash val="solid"/>
            </a:ln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35" name="Shape 16">
              <a:extLst>
                <a:ext uri="{FF2B5EF4-FFF2-40B4-BE49-F238E27FC236}">
                  <a16:creationId xmlns:a16="http://schemas.microsoft.com/office/drawing/2014/main" id="{392B1CB9-76A8-8175-1961-EC8D1548844C}"/>
                </a:ext>
              </a:extLst>
            </p:cNvPr>
            <p:cNvSpPr/>
            <p:nvPr/>
          </p:nvSpPr>
          <p:spPr>
            <a:xfrm>
              <a:off x="929204" y="4500154"/>
              <a:ext cx="841248" cy="310896"/>
            </a:xfrm>
            <a:prstGeom prst="roundRect">
              <a:avLst>
                <a:gd name="adj" fmla="val 14706"/>
              </a:avLst>
            </a:prstGeom>
            <a:solidFill>
              <a:srgbClr val="E8A33C"/>
            </a:solidFill>
            <a:ln/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37" name="Text 17">
              <a:extLst>
                <a:ext uri="{FF2B5EF4-FFF2-40B4-BE49-F238E27FC236}">
                  <a16:creationId xmlns:a16="http://schemas.microsoft.com/office/drawing/2014/main" id="{575E7B23-4A20-877F-EDCE-A883AF593903}"/>
                </a:ext>
              </a:extLst>
            </p:cNvPr>
            <p:cNvSpPr/>
            <p:nvPr/>
          </p:nvSpPr>
          <p:spPr>
            <a:xfrm>
              <a:off x="929204" y="4500154"/>
              <a:ext cx="84124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b="1" noProof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創新力</a:t>
              </a:r>
              <a:endParaRPr lang="zh-TW" noProof="1"/>
            </a:p>
          </p:txBody>
        </p:sp>
        <p:sp>
          <p:nvSpPr>
            <p:cNvPr id="39" name="Text 18">
              <a:extLst>
                <a:ext uri="{FF2B5EF4-FFF2-40B4-BE49-F238E27FC236}">
                  <a16:creationId xmlns:a16="http://schemas.microsoft.com/office/drawing/2014/main" id="{D828A9DF-A6A9-D4B0-8298-B181BB74775A}"/>
                </a:ext>
              </a:extLst>
            </p:cNvPr>
            <p:cNvSpPr/>
            <p:nvPr/>
          </p:nvSpPr>
          <p:spPr>
            <a:xfrm>
              <a:off x="1898468" y="4381282"/>
              <a:ext cx="31546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zh-TW" sz="1600"/>
                <a:t>tech_tags</a:t>
              </a:r>
              <a:r>
                <a:rPr lang="zh-TW" altLang="en-US" sz="1600"/>
                <a:t> ： </a:t>
              </a:r>
              <a:r>
                <a:rPr lang="zh-TW" altLang="zh-TW" sz="1600" b="1"/>
                <a:t>AI</a:t>
              </a:r>
              <a:r>
                <a:rPr lang="zh-TW" altLang="zh-TW" sz="1600"/>
                <a:t> 或</a:t>
              </a:r>
              <a:r>
                <a:rPr lang="zh-TW" altLang="zh-TW" sz="1600" b="1"/>
                <a:t>新興技術標籤</a:t>
              </a:r>
              <a:endParaRPr lang="en-US" altLang="zh-TW" sz="1600" b="1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zh-TW" sz="1600" b="1"/>
                <a:t>desc</a:t>
              </a:r>
              <a:r>
                <a:rPr lang="zh-TW" altLang="zh-TW" sz="1600"/>
                <a:t> </a:t>
              </a:r>
              <a:r>
                <a:rPr lang="zh-TW" altLang="en-US" sz="1600"/>
                <a:t>：</a:t>
              </a:r>
              <a:r>
                <a:rPr lang="zh-TW" altLang="zh-TW" sz="1600"/>
                <a:t>描述</a:t>
              </a:r>
              <a:r>
                <a:rPr lang="zh-TW" altLang="zh-TW" sz="1600" b="1"/>
                <a:t>差異化</a:t>
              </a:r>
              <a:r>
                <a:rPr lang="zh-TW" altLang="zh-TW" sz="1600"/>
                <a:t>或</a:t>
              </a:r>
              <a:r>
                <a:rPr lang="zh-TW" altLang="zh-TW" sz="1600" b="1"/>
                <a:t>獨特技術</a:t>
              </a:r>
              <a:endParaRPr lang="zh-TW" sz="1600" noProof="1"/>
            </a:p>
          </p:txBody>
        </p:sp>
        <p:sp>
          <p:nvSpPr>
            <p:cNvPr id="41" name="Shape 19">
              <a:extLst>
                <a:ext uri="{FF2B5EF4-FFF2-40B4-BE49-F238E27FC236}">
                  <a16:creationId xmlns:a16="http://schemas.microsoft.com/office/drawing/2014/main" id="{6A0C25A5-AB10-F0A4-8E82-14CBCC3738CC}"/>
                </a:ext>
              </a:extLst>
            </p:cNvPr>
            <p:cNvSpPr/>
            <p:nvPr/>
          </p:nvSpPr>
          <p:spPr>
            <a:xfrm>
              <a:off x="819476" y="5048794"/>
              <a:ext cx="4297680" cy="566928"/>
            </a:xfrm>
            <a:prstGeom prst="roundRect">
              <a:avLst>
                <a:gd name="adj" fmla="val 8065"/>
              </a:avLst>
            </a:prstGeom>
            <a:solidFill>
              <a:srgbClr val="0D2237"/>
            </a:solidFill>
            <a:ln/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43" name="Text 20">
              <a:extLst>
                <a:ext uri="{FF2B5EF4-FFF2-40B4-BE49-F238E27FC236}">
                  <a16:creationId xmlns:a16="http://schemas.microsoft.com/office/drawing/2014/main" id="{A16EB2D5-0B7A-C3A0-11F3-AE4B8BE1FCBB}"/>
                </a:ext>
              </a:extLst>
            </p:cNvPr>
            <p:cNvSpPr/>
            <p:nvPr/>
          </p:nvSpPr>
          <p:spPr>
            <a:xfrm>
              <a:off x="1002355" y="5039845"/>
              <a:ext cx="165727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2800" b="1" noProof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綜合評</a:t>
              </a:r>
              <a:r>
                <a:rPr lang="zh-TW" altLang="en-US" sz="2800" b="1" noProof="1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分</a:t>
              </a:r>
              <a:endParaRPr lang="zh-TW" sz="2800" noProof="1"/>
            </a:p>
          </p:txBody>
        </p:sp>
      </p:grpSp>
      <p:grpSp>
        <p:nvGrpSpPr>
          <p:cNvPr id="67" name="群組 66">
            <a:extLst>
              <a:ext uri="{FF2B5EF4-FFF2-40B4-BE49-F238E27FC236}">
                <a16:creationId xmlns:a16="http://schemas.microsoft.com/office/drawing/2014/main" id="{0C2F1403-8F70-C3B5-7F57-E0D224FA82BC}"/>
              </a:ext>
            </a:extLst>
          </p:cNvPr>
          <p:cNvGrpSpPr/>
          <p:nvPr/>
        </p:nvGrpSpPr>
        <p:grpSpPr>
          <a:xfrm>
            <a:off x="6381810" y="2340252"/>
            <a:ext cx="5064034" cy="3672950"/>
            <a:chOff x="4983480" y="1078992"/>
            <a:chExt cx="3794760" cy="2752344"/>
          </a:xfrm>
        </p:grpSpPr>
        <p:sp>
          <p:nvSpPr>
            <p:cNvPr id="46" name="Shape 22">
              <a:extLst>
                <a:ext uri="{FF2B5EF4-FFF2-40B4-BE49-F238E27FC236}">
                  <a16:creationId xmlns:a16="http://schemas.microsoft.com/office/drawing/2014/main" id="{00DBD853-D65E-277A-A016-475D8B9B3B48}"/>
                </a:ext>
              </a:extLst>
            </p:cNvPr>
            <p:cNvSpPr/>
            <p:nvPr/>
          </p:nvSpPr>
          <p:spPr>
            <a:xfrm>
              <a:off x="4983480" y="1078992"/>
              <a:ext cx="3794760" cy="868680"/>
            </a:xfrm>
            <a:prstGeom prst="roundRect">
              <a:avLst>
                <a:gd name="adj" fmla="val 5263"/>
              </a:avLst>
            </a:prstGeom>
            <a:solidFill>
              <a:srgbClr val="E0F2EF"/>
            </a:solidFill>
            <a:ln w="6350">
              <a:solidFill>
                <a:srgbClr val="0BA08C"/>
              </a:solidFill>
              <a:prstDash val="solid"/>
            </a:ln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48" name="Text 23">
              <a:extLst>
                <a:ext uri="{FF2B5EF4-FFF2-40B4-BE49-F238E27FC236}">
                  <a16:creationId xmlns:a16="http://schemas.microsoft.com/office/drawing/2014/main" id="{56DB2F28-B37D-1B51-BA16-0E0C0612A224}"/>
                </a:ext>
              </a:extLst>
            </p:cNvPr>
            <p:cNvSpPr/>
            <p:nvPr/>
          </p:nvSpPr>
          <p:spPr>
            <a:xfrm>
              <a:off x="5138928" y="1170432"/>
              <a:ext cx="3520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方案查詢排序</a:t>
              </a:r>
              <a:endParaRPr lang="en-US" sz="2400"/>
            </a:p>
          </p:txBody>
        </p:sp>
        <p:sp>
          <p:nvSpPr>
            <p:cNvPr id="50" name="Text 24">
              <a:extLst>
                <a:ext uri="{FF2B5EF4-FFF2-40B4-BE49-F238E27FC236}">
                  <a16:creationId xmlns:a16="http://schemas.microsoft.com/office/drawing/2014/main" id="{2A734810-DA89-5370-A545-1D60D4D2D240}"/>
                </a:ext>
              </a:extLst>
            </p:cNvPr>
            <p:cNvSpPr/>
            <p:nvPr/>
          </p:nvSpPr>
          <p:spPr>
            <a:xfrm>
              <a:off x="5138928" y="1444752"/>
              <a:ext cx="35204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lnSpc>
                  <a:spcPct val="120000"/>
                </a:lnSpc>
                <a:buFont typeface="+mj-lt"/>
                <a:buAutoNum type="arabicPeriod"/>
              </a:pPr>
              <a:r>
                <a:rPr 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搜尋結果依綜合評分</a:t>
              </a:r>
              <a:r>
                <a:rPr lang="en-US" sz="1600" b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高→低</a:t>
              </a:r>
            </a:p>
            <a:p>
              <a:pPr marL="342900" indent="-342900">
                <a:lnSpc>
                  <a:spcPct val="120000"/>
                </a:lnSpc>
                <a:buFont typeface="+mj-lt"/>
                <a:buAutoNum type="arabicPeriod"/>
              </a:pPr>
              <a:r>
                <a:rPr 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顧問</a:t>
              </a:r>
              <a:r>
                <a:rPr lang="zh-TW" alt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會優先</a:t>
              </a:r>
              <a:r>
                <a:rPr 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看到的</a:t>
              </a:r>
              <a:r>
                <a:rPr lang="zh-TW" altLang="en-US" sz="1600" b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最符合搜尋需求的</a:t>
              </a:r>
              <a:r>
                <a:rPr lang="en-US" sz="1600" b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</a:t>
              </a:r>
              <a:endParaRPr lang="en-US" sz="1600" b="1"/>
            </a:p>
          </p:txBody>
        </p:sp>
        <p:sp>
          <p:nvSpPr>
            <p:cNvPr id="52" name="Shape 25">
              <a:extLst>
                <a:ext uri="{FF2B5EF4-FFF2-40B4-BE49-F238E27FC236}">
                  <a16:creationId xmlns:a16="http://schemas.microsoft.com/office/drawing/2014/main" id="{E5C9E48D-F771-D425-8765-11ADE09DBE98}"/>
                </a:ext>
              </a:extLst>
            </p:cNvPr>
            <p:cNvSpPr/>
            <p:nvPr/>
          </p:nvSpPr>
          <p:spPr>
            <a:xfrm>
              <a:off x="4983480" y="2020824"/>
              <a:ext cx="3794760" cy="868680"/>
            </a:xfrm>
            <a:prstGeom prst="roundRect">
              <a:avLst>
                <a:gd name="adj" fmla="val 5263"/>
              </a:avLst>
            </a:prstGeom>
            <a:solidFill>
              <a:srgbClr val="E0F2EF"/>
            </a:solidFill>
            <a:ln w="6350">
              <a:solidFill>
                <a:srgbClr val="0BA08C"/>
              </a:solidFill>
              <a:prstDash val="solid"/>
            </a:ln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54" name="Text 26">
              <a:extLst>
                <a:ext uri="{FF2B5EF4-FFF2-40B4-BE49-F238E27FC236}">
                  <a16:creationId xmlns:a16="http://schemas.microsoft.com/office/drawing/2014/main" id="{82845C56-5F3B-46D1-D956-41C29E9F7C18}"/>
                </a:ext>
              </a:extLst>
            </p:cNvPr>
            <p:cNvSpPr/>
            <p:nvPr/>
          </p:nvSpPr>
          <p:spPr>
            <a:xfrm>
              <a:off x="5138928" y="2112264"/>
              <a:ext cx="3520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競爭態勢・資服星圖</a:t>
              </a:r>
              <a:endParaRPr lang="en-US" sz="2400"/>
            </a:p>
          </p:txBody>
        </p:sp>
        <p:sp>
          <p:nvSpPr>
            <p:cNvPr id="56" name="Text 27">
              <a:extLst>
                <a:ext uri="{FF2B5EF4-FFF2-40B4-BE49-F238E27FC236}">
                  <a16:creationId xmlns:a16="http://schemas.microsoft.com/office/drawing/2014/main" id="{4936D761-FF1B-9C24-322D-896B074BF637}"/>
                </a:ext>
              </a:extLst>
            </p:cNvPr>
            <p:cNvSpPr/>
            <p:nvPr/>
          </p:nvSpPr>
          <p:spPr>
            <a:xfrm>
              <a:off x="5138928" y="2386584"/>
              <a:ext cx="35204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lnSpc>
                  <a:spcPct val="120000"/>
                </a:lnSpc>
                <a:buFont typeface="+mj-lt"/>
                <a:buAutoNum type="arabicPeriod"/>
              </a:pPr>
              <a:r>
                <a:rPr 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G2 </a:t>
              </a:r>
              <a:r>
                <a:rPr lang="en-US" sz="1600" err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式四象限氣泡圖</a:t>
              </a:r>
              <a:endParaRPr lang="en-US" sz="1600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endParaRPr>
            </a:p>
            <a:p>
              <a:pPr marL="342900" indent="-342900">
                <a:lnSpc>
                  <a:spcPct val="120000"/>
                </a:lnSpc>
                <a:buFont typeface="+mj-lt"/>
                <a:buAutoNum type="arabicPeriod"/>
              </a:pPr>
              <a:r>
                <a:rPr lang="en-US" sz="1600" err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營運能量</a:t>
              </a:r>
              <a:r>
                <a:rPr 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× 技術創新能量，動能分數即時排名</a:t>
              </a:r>
              <a:endParaRPr lang="en-US" sz="1600"/>
            </a:p>
          </p:txBody>
        </p:sp>
        <p:sp>
          <p:nvSpPr>
            <p:cNvPr id="58" name="Shape 28">
              <a:extLst>
                <a:ext uri="{FF2B5EF4-FFF2-40B4-BE49-F238E27FC236}">
                  <a16:creationId xmlns:a16="http://schemas.microsoft.com/office/drawing/2014/main" id="{1433D18C-EE12-E9B9-4DCA-A29D52C63447}"/>
                </a:ext>
              </a:extLst>
            </p:cNvPr>
            <p:cNvSpPr/>
            <p:nvPr/>
          </p:nvSpPr>
          <p:spPr>
            <a:xfrm>
              <a:off x="4983480" y="2962656"/>
              <a:ext cx="3794760" cy="868680"/>
            </a:xfrm>
            <a:prstGeom prst="roundRect">
              <a:avLst>
                <a:gd name="adj" fmla="val 5263"/>
              </a:avLst>
            </a:prstGeom>
            <a:solidFill>
              <a:srgbClr val="E0F2EF"/>
            </a:solidFill>
            <a:ln w="6350">
              <a:solidFill>
                <a:srgbClr val="0BA08C"/>
              </a:solidFill>
              <a:prstDash val="solid"/>
            </a:ln>
          </p:spPr>
          <p:txBody>
            <a:bodyPr/>
            <a:lstStyle/>
            <a:p>
              <a:endParaRPr lang="zh-TW" altLang="en-US" sz="4000"/>
            </a:p>
          </p:txBody>
        </p:sp>
        <p:sp>
          <p:nvSpPr>
            <p:cNvPr id="60" name="Text 29">
              <a:extLst>
                <a:ext uri="{FF2B5EF4-FFF2-40B4-BE49-F238E27FC236}">
                  <a16:creationId xmlns:a16="http://schemas.microsoft.com/office/drawing/2014/main" id="{366DD0ED-F092-0FF6-E2D9-041453A15040}"/>
                </a:ext>
              </a:extLst>
            </p:cNvPr>
            <p:cNvSpPr/>
            <p:nvPr/>
          </p:nvSpPr>
          <p:spPr>
            <a:xfrm>
              <a:off x="5138928" y="3054096"/>
              <a:ext cx="3520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方案對決・雷達圖</a:t>
              </a:r>
              <a:endParaRPr lang="en-US" sz="2400"/>
            </a:p>
          </p:txBody>
        </p:sp>
        <p:sp>
          <p:nvSpPr>
            <p:cNvPr id="62" name="Text 30">
              <a:extLst>
                <a:ext uri="{FF2B5EF4-FFF2-40B4-BE49-F238E27FC236}">
                  <a16:creationId xmlns:a16="http://schemas.microsoft.com/office/drawing/2014/main" id="{E55A7BA9-380B-99E0-61B8-2C3C863BB1B6}"/>
                </a:ext>
              </a:extLst>
            </p:cNvPr>
            <p:cNvSpPr/>
            <p:nvPr/>
          </p:nvSpPr>
          <p:spPr>
            <a:xfrm>
              <a:off x="5138928" y="3328416"/>
              <a:ext cx="35204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zh-TW" alt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方案捉對比較</a:t>
              </a:r>
              <a:endParaRPr lang="en-US" altLang="zh-TW" sz="1600">
                <a:solidFill>
                  <a:srgbClr val="0656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endParaRPr>
            </a:p>
            <a:p>
              <a:pPr marL="0" indent="0">
                <a:lnSpc>
                  <a:spcPct val="120000"/>
                </a:lnSpc>
                <a:buNone/>
              </a:pPr>
              <a:r>
                <a:rPr lang="en-US" sz="1600">
                  <a:solidFill>
                    <a:srgbClr val="06564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四大能力雷達逐項對照</a:t>
              </a:r>
            </a:p>
          </p:txBody>
        </p:sp>
      </p:grpSp>
      <p:sp>
        <p:nvSpPr>
          <p:cNvPr id="69" name="Text 2">
            <a:extLst>
              <a:ext uri="{FF2B5EF4-FFF2-40B4-BE49-F238E27FC236}">
                <a16:creationId xmlns:a16="http://schemas.microsoft.com/office/drawing/2014/main" id="{D076BB14-D9EB-69E1-A804-86F4EBFCCFC0}"/>
              </a:ext>
            </a:extLst>
          </p:cNvPr>
          <p:cNvSpPr/>
          <p:nvPr/>
        </p:nvSpPr>
        <p:spPr>
          <a:xfrm>
            <a:off x="6381810" y="1893181"/>
            <a:ext cx="5439810" cy="37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2000"/>
              <a:t>應用該為度評分的功能</a:t>
            </a:r>
            <a:endParaRPr lang="en-US" altLang="zh-TW" sz="2000" dirty="0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165EBF89-0FE3-CD13-36E3-E12325419C15}"/>
              </a:ext>
            </a:extLst>
          </p:cNvPr>
          <p:cNvSpPr txBox="1"/>
          <p:nvPr/>
        </p:nvSpPr>
        <p:spPr>
          <a:xfrm>
            <a:off x="2265847" y="5752135"/>
            <a:ext cx="39303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000" noProof="1">
                <a:solidFill>
                  <a:srgbClr val="C9D6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四維度加權，支撐</a:t>
            </a:r>
            <a:r>
              <a:rPr lang="zh-TW" altLang="en-US" sz="2000" noProof="1">
                <a:solidFill>
                  <a:srgbClr val="C9D6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</a:t>
            </a:r>
            <a:r>
              <a:rPr lang="zh-TW" altLang="zh-TW" sz="2000" noProof="1">
                <a:solidFill>
                  <a:srgbClr val="C9D6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</a:t>
            </a:r>
            <a:endParaRPr lang="zh-TW" altLang="en-US" sz="200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7BCCE8E-3542-E049-9F5C-81F3D13A524C}"/>
              </a:ext>
            </a:extLst>
          </p:cNvPr>
          <p:cNvSpPr txBox="1"/>
          <p:nvPr/>
        </p:nvSpPr>
        <p:spPr>
          <a:xfrm>
            <a:off x="725384" y="1164161"/>
            <a:ext cx="8834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</a:t>
            </a:r>
            <a:r>
              <a:rPr lang="zh-TW" altLang="zh-TW"/>
              <a:t>以2,322 筆方案建立排名，讓</a:t>
            </a:r>
            <a:r>
              <a:rPr lang="zh-TW" altLang="en-US"/>
              <a:t>方案搜尋結果</a:t>
            </a:r>
            <a:r>
              <a:rPr lang="zh-TW" altLang="zh-TW"/>
              <a:t>從</a:t>
            </a:r>
            <a:r>
              <a:rPr lang="zh-TW" altLang="zh-TW" b="1"/>
              <a:t>「</a:t>
            </a:r>
            <a:r>
              <a:rPr lang="zh-TW" altLang="en-US" b="1"/>
              <a:t>僅</a:t>
            </a:r>
            <a:r>
              <a:rPr lang="zh-TW" altLang="zh-TW" b="1"/>
              <a:t>憑印象」</a:t>
            </a:r>
            <a:r>
              <a:rPr lang="zh-TW" altLang="zh-TW"/>
              <a:t>升級為</a:t>
            </a:r>
            <a:r>
              <a:rPr lang="zh-TW" altLang="zh-TW" b="1"/>
              <a:t>「數據</a:t>
            </a:r>
            <a:r>
              <a:rPr lang="zh-TW" altLang="en-US" b="1"/>
              <a:t>支持</a:t>
            </a:r>
            <a:r>
              <a:rPr lang="zh-TW" altLang="zh-TW" b="1"/>
              <a:t>」</a:t>
            </a:r>
            <a:r>
              <a:rPr lang="zh-TW" altLang="zh-TW"/>
              <a:t>。</a:t>
            </a:r>
            <a:endParaRPr lang="zh-TW" altLang="en-US" b="1"/>
          </a:p>
        </p:txBody>
      </p:sp>
      <p:sp>
        <p:nvSpPr>
          <p:cNvPr id="72" name="Rectangle 71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檢驗</a:t>
            </a:r>
          </a:p>
        </p:txBody>
      </p:sp>
      <p:sp>
        <p:nvSpPr>
          <p:cNvPr id="3" name="Rectangle 55">
            <a:extLst>
              <a:ext uri="{FF2B5EF4-FFF2-40B4-BE49-F238E27FC236}">
                <a16:creationId xmlns:a16="http://schemas.microsoft.com/office/drawing/2014/main" id="{7398D43B-32F4-54AE-839C-7EB36D5B14F3}"/>
              </a:ext>
            </a:extLst>
          </p:cNvPr>
          <p:cNvSpPr/>
          <p:nvPr/>
        </p:nvSpPr>
        <p:spPr>
          <a:xfrm>
            <a:off x="8085327" y="268192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rgbClr val="FFFFFF"/>
                </a:solidFill>
                <a:latin typeface="Microsoft JhengHei"/>
              </a:rPr>
              <a:t>資料評分</a:t>
            </a:r>
            <a:endParaRPr sz="850" b="1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8" name="Rectangle 55">
            <a:extLst>
              <a:ext uri="{FF2B5EF4-FFF2-40B4-BE49-F238E27FC236}">
                <a16:creationId xmlns:a16="http://schemas.microsoft.com/office/drawing/2014/main" id="{D3B60629-BACF-2D1F-A5D9-952AD7A44E02}"/>
              </a:ext>
            </a:extLst>
          </p:cNvPr>
          <p:cNvSpPr/>
          <p:nvPr/>
        </p:nvSpPr>
        <p:spPr>
          <a:xfrm>
            <a:off x="9043184" y="265862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自我檢視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12" name="Rectangle 78">
            <a:extLst>
              <a:ext uri="{FF2B5EF4-FFF2-40B4-BE49-F238E27FC236}">
                <a16:creationId xmlns:a16="http://schemas.microsoft.com/office/drawing/2014/main" id="{8E35D268-F1D3-32A3-74C2-7B027239371A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4" name="Rectangle 55">
            <a:extLst>
              <a:ext uri="{FF2B5EF4-FFF2-40B4-BE49-F238E27FC236}">
                <a16:creationId xmlns:a16="http://schemas.microsoft.com/office/drawing/2014/main" id="{796C9400-3855-DB9A-83CC-E6BD0A7110A0}"/>
              </a:ext>
            </a:extLst>
          </p:cNvPr>
          <p:cNvSpPr/>
          <p:nvPr/>
        </p:nvSpPr>
        <p:spPr>
          <a:xfrm>
            <a:off x="9034451" y="509800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費用概算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10" name="Rectangle 55">
            <a:extLst>
              <a:ext uri="{FF2B5EF4-FFF2-40B4-BE49-F238E27FC236}">
                <a16:creationId xmlns:a16="http://schemas.microsoft.com/office/drawing/2014/main" id="{4B6EF310-ED87-1271-3F5B-B39EADC3E1CA}"/>
              </a:ext>
            </a:extLst>
          </p:cNvPr>
          <p:cNvSpPr/>
          <p:nvPr/>
        </p:nvSpPr>
        <p:spPr>
          <a:xfrm>
            <a:off x="8076594" y="509800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平台銜接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012292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A548BD0E-1A44-3CF0-F907-08522310E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037" y="150096"/>
            <a:ext cx="9967762" cy="1215699"/>
          </a:xfrm>
        </p:spPr>
        <p:txBody>
          <a:bodyPr/>
          <a:lstStyle/>
          <a:p>
            <a:r>
              <a:rPr lang="zh-TW" altLang="en-US" b="1" dirty="0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自我檢視</a:t>
            </a:r>
            <a:endParaRPr lang="en-US" altLang="zh-TW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B3B11BC-6DE1-38DA-4708-C6B0AB255D33}"/>
              </a:ext>
            </a:extLst>
          </p:cNvPr>
          <p:cNvSpPr/>
          <p:nvPr/>
        </p:nvSpPr>
        <p:spPr>
          <a:xfrm>
            <a:off x="865609" y="16816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各維度分布統計（全庫）</a:t>
            </a:r>
            <a:endParaRPr lang="en-US" sz="200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190E1DE4-419A-4582-9EC0-A6641A929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829941"/>
              </p:ext>
            </p:extLst>
          </p:nvPr>
        </p:nvGraphicFramePr>
        <p:xfrm>
          <a:off x="865609" y="2144196"/>
          <a:ext cx="4699581" cy="2926518"/>
        </p:xfrm>
        <a:graphic>
          <a:graphicData uri="http://schemas.openxmlformats.org/drawingml/2006/table">
            <a:tbl>
              <a:tblPr/>
              <a:tblGrid>
                <a:gridCol w="1102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4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維度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4分占比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標準差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鑑別度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2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支援度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960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83.5%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0.57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D960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趨同嚴重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功能力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D960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68.4%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0.63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D9604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✗ 趨同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價格力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8A5A1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50.5%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0.82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8A5A1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△ 中等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創新力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28.9%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1.14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BA0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鑑別度最佳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D22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綜合評分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5F6B7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0.44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✓ </a:t>
                      </a:r>
                      <a:r>
                        <a:rPr lang="zh-TW" altLang="en-US" sz="160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排序可用</a:t>
                      </a:r>
                      <a:endParaRPr lang="en-US" sz="1600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16132" marR="116132" marT="58066" marB="58066" anchor="ctr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6" name="群組 15">
            <a:extLst>
              <a:ext uri="{FF2B5EF4-FFF2-40B4-BE49-F238E27FC236}">
                <a16:creationId xmlns:a16="http://schemas.microsoft.com/office/drawing/2014/main" id="{95FA4504-165B-6187-0140-44D2421EA336}"/>
              </a:ext>
            </a:extLst>
          </p:cNvPr>
          <p:cNvGrpSpPr/>
          <p:nvPr/>
        </p:nvGrpSpPr>
        <p:grpSpPr>
          <a:xfrm>
            <a:off x="884792" y="5305432"/>
            <a:ext cx="4699580" cy="1304918"/>
            <a:chOff x="884791" y="4855464"/>
            <a:chExt cx="4480560" cy="1005840"/>
          </a:xfrm>
        </p:grpSpPr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6C5DF150-C4B7-CB93-3A3B-DA0C3A7C515F}"/>
                </a:ext>
              </a:extLst>
            </p:cNvPr>
            <p:cNvSpPr/>
            <p:nvPr/>
          </p:nvSpPr>
          <p:spPr>
            <a:xfrm>
              <a:off x="884791" y="4855464"/>
              <a:ext cx="4480560" cy="1005840"/>
            </a:xfrm>
            <a:prstGeom prst="roundRect">
              <a:avLst>
                <a:gd name="adj" fmla="val 5455"/>
              </a:avLst>
            </a:prstGeom>
            <a:solidFill>
              <a:srgbClr val="FBF0ED"/>
            </a:solidFill>
            <a:ln w="9525">
              <a:solidFill>
                <a:srgbClr val="D9604A"/>
              </a:solidFill>
              <a:prstDash val="solid"/>
            </a:ln>
          </p:spPr>
          <p:txBody>
            <a:bodyPr/>
            <a:lstStyle/>
            <a:p>
              <a:endParaRPr lang="zh-TW" altLang="en-US" sz="3200"/>
            </a:p>
          </p:txBody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CCFA16DF-4E1E-35D2-BC3C-901464560280}"/>
                </a:ext>
              </a:extLst>
            </p:cNvPr>
            <p:cNvSpPr/>
            <p:nvPr/>
          </p:nvSpPr>
          <p:spPr>
            <a:xfrm>
              <a:off x="1049383" y="4895559"/>
              <a:ext cx="4114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8C3A28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根因</a:t>
              </a:r>
              <a:endParaRPr lang="en-US" sz="1400" dirty="0"/>
            </a:p>
          </p:txBody>
        </p:sp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85BEE8B2-CF9F-B2A8-5472-8B3CFD624BB4}"/>
                </a:ext>
              </a:extLst>
            </p:cNvPr>
            <p:cNvSpPr/>
            <p:nvPr/>
          </p:nvSpPr>
          <p:spPr>
            <a:xfrm>
              <a:off x="1049383" y="5151591"/>
              <a:ext cx="41605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TW" altLang="zh-TW" sz="1000"/>
                <a:t>全庫 2,322 筆方案以 </a:t>
              </a:r>
              <a:r>
                <a:rPr lang="en-US" altLang="zh-TW" sz="1000"/>
                <a:t>AI</a:t>
              </a:r>
              <a:r>
                <a:rPr lang="zh-TW" altLang="zh-TW" sz="1000"/>
                <a:t> 批次標注四維度評分指數</a:t>
              </a:r>
              <a:endParaRPr lang="en-US" altLang="zh-TW" sz="1000"/>
            </a:p>
            <a:p>
              <a:pPr marL="171450" indent="-1714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TW" altLang="en-US" sz="1000"/>
                <a:t>呈上，以分數</a:t>
              </a:r>
              <a:r>
                <a:rPr lang="zh-TW" altLang="zh-TW" sz="1000"/>
                <a:t>驅動排序、星圖與選型比較 </a:t>
              </a:r>
              <a:endParaRPr lang="en-US" altLang="zh-TW" sz="1000"/>
            </a:p>
            <a:p>
              <a:pPr marL="171450" indent="-1714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TW" altLang="zh-TW" sz="1000"/>
                <a:t>分數</a:t>
              </a:r>
              <a:r>
                <a:rPr lang="zh-TW" altLang="en-US" sz="1000"/>
                <a:t>反映</a:t>
              </a:r>
              <a:r>
                <a:rPr lang="zh-TW" altLang="zh-TW" sz="1000"/>
                <a:t>資料完整度：欄位越豐富鑑別度越高，空白給安全分 4 </a:t>
              </a:r>
              <a:endParaRPr lang="en-US" altLang="zh-TW" sz="1000"/>
            </a:p>
            <a:p>
              <a:pPr marL="171450" indent="-1714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TW" altLang="zh-TW" sz="1000"/>
                <a:t>創新力（SD=1.14）最具區分力；支援度（SD=0.57）趨同，待優化</a:t>
              </a:r>
              <a:endParaRPr lang="zh-TW" altLang="en-US" sz="1000" b="1">
                <a:solidFill>
                  <a:srgbClr val="8C3A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endParaRPr>
            </a:p>
          </p:txBody>
        </p:sp>
      </p:grpSp>
      <p:sp>
        <p:nvSpPr>
          <p:cNvPr id="40" name="Text 20">
            <a:extLst>
              <a:ext uri="{FF2B5EF4-FFF2-40B4-BE49-F238E27FC236}">
                <a16:creationId xmlns:a16="http://schemas.microsoft.com/office/drawing/2014/main" id="{A7247990-B542-8DCB-AB89-0CDB0E54B606}"/>
              </a:ext>
            </a:extLst>
          </p:cNvPr>
          <p:cNvSpPr/>
          <p:nvPr/>
        </p:nvSpPr>
        <p:spPr>
          <a:xfrm>
            <a:off x="6283961" y="4639681"/>
            <a:ext cx="3379803" cy="393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4B1B5343-04F4-8591-9D03-F2DFF7439040}"/>
              </a:ext>
            </a:extLst>
          </p:cNvPr>
          <p:cNvSpPr txBox="1"/>
          <p:nvPr/>
        </p:nvSpPr>
        <p:spPr>
          <a:xfrm>
            <a:off x="725384" y="1164161"/>
            <a:ext cx="9342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目的：反向檢視評分系統是否</a:t>
            </a:r>
            <a:r>
              <a:rPr lang="zh-TW" altLang="en-US" b="1" u="sng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</a:t>
            </a:r>
            <a:r>
              <a:rPr lang="zh-TW" altLang="en-US" b="1" u="sng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有效</a:t>
            </a:r>
            <a:endParaRPr lang="zh-TW" altLang="en-US" b="1" u="sng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6CD0E1AB-730F-44C1-74AB-66B0B3ABAF82}"/>
              </a:ext>
            </a:extLst>
          </p:cNvPr>
          <p:cNvGrpSpPr/>
          <p:nvPr/>
        </p:nvGrpSpPr>
        <p:grpSpPr>
          <a:xfrm>
            <a:off x="5938838" y="1681604"/>
            <a:ext cx="5710237" cy="1734714"/>
            <a:chOff x="5938838" y="1681604"/>
            <a:chExt cx="5710237" cy="1734714"/>
          </a:xfrm>
        </p:grpSpPr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9287C15D-B2A4-00FA-C1C6-827FCB7417E0}"/>
                </a:ext>
              </a:extLst>
            </p:cNvPr>
            <p:cNvSpPr txBox="1"/>
            <p:nvPr/>
          </p:nvSpPr>
          <p:spPr>
            <a:xfrm>
              <a:off x="5938838" y="2071013"/>
              <a:ext cx="5710237" cy="1345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zh-TW" sz="1400"/>
                <a:t>創新力（1.14）具鑑別力；價格力（0.82）尚可</a:t>
              </a:r>
              <a:endParaRPr lang="en-US" altLang="zh-TW" sz="140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zh-TW" sz="1400"/>
                <a:t>功能力（0.63）與支援度（0.57）趨同嚴重 </a:t>
              </a:r>
              <a:endParaRPr lang="en-US" altLang="zh-TW" sz="140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zh-TW" sz="1400"/>
                <a:t>根本原因</a:t>
              </a:r>
              <a:r>
                <a:rPr lang="zh-TW" altLang="en-US" sz="1400"/>
                <a:t>：推測為</a:t>
              </a:r>
              <a:r>
                <a:rPr lang="zh-TW" altLang="zh-TW" sz="1400"/>
                <a:t> desc / feat 欄位填寫不足，</a:t>
              </a:r>
              <a:r>
                <a:rPr lang="zh-TW" altLang="en-US" sz="1400"/>
                <a:t>而非</a:t>
              </a:r>
              <a:r>
                <a:rPr lang="zh-TW" altLang="zh-TW" sz="1400"/>
                <a:t> prompt 問題</a:t>
              </a:r>
              <a:endParaRPr lang="en-US" altLang="zh-TW" sz="140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400" b="1"/>
                <a:t>結論：</a:t>
              </a:r>
              <a:r>
                <a:rPr lang="zh-TW" altLang="zh-TW" sz="1400" b="1"/>
                <a:t>綜合評分（0.44）</a:t>
              </a:r>
              <a:r>
                <a:rPr lang="zh-TW" altLang="en-US" sz="1400" b="1"/>
                <a:t>適合作為方案</a:t>
              </a:r>
              <a:r>
                <a:rPr lang="zh-TW" altLang="zh-TW" sz="1400" b="1"/>
                <a:t>排序</a:t>
              </a:r>
              <a:r>
                <a:rPr lang="zh-TW" altLang="zh-TW" sz="1400"/>
                <a:t> </a:t>
              </a:r>
              <a:endParaRPr lang="en-US" altLang="zh-TW" sz="1400"/>
            </a:p>
          </p:txBody>
        </p:sp>
        <p:sp>
          <p:nvSpPr>
            <p:cNvPr id="69" name="Text 2">
              <a:extLst>
                <a:ext uri="{FF2B5EF4-FFF2-40B4-BE49-F238E27FC236}">
                  <a16:creationId xmlns:a16="http://schemas.microsoft.com/office/drawing/2014/main" id="{01EAED49-C436-4311-EB3C-FDE7926FF70F}"/>
                </a:ext>
              </a:extLst>
            </p:cNvPr>
            <p:cNvSpPr/>
            <p:nvPr/>
          </p:nvSpPr>
          <p:spPr>
            <a:xfrm>
              <a:off x="6096000" y="1681604"/>
              <a:ext cx="44805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altLang="en-US" sz="2000" b="1" dirty="0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</a:rPr>
                <a:t>鑑別度分析結果</a:t>
              </a:r>
              <a:endParaRPr lang="en-US" sz="2000" b="1" dirty="0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endParaRPr>
            </a:p>
          </p:txBody>
        </p:sp>
      </p:grp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18DED327-5015-8DF7-E02C-15CB517B6917}"/>
              </a:ext>
            </a:extLst>
          </p:cNvPr>
          <p:cNvGrpSpPr/>
          <p:nvPr/>
        </p:nvGrpSpPr>
        <p:grpSpPr>
          <a:xfrm>
            <a:off x="6096000" y="4310508"/>
            <a:ext cx="5400675" cy="1734714"/>
            <a:chOff x="5938838" y="1681604"/>
            <a:chExt cx="5710237" cy="1734714"/>
          </a:xfrm>
        </p:grpSpPr>
        <p:sp>
          <p:nvSpPr>
            <p:cNvPr id="72" name="文字方塊 71">
              <a:extLst>
                <a:ext uri="{FF2B5EF4-FFF2-40B4-BE49-F238E27FC236}">
                  <a16:creationId xmlns:a16="http://schemas.microsoft.com/office/drawing/2014/main" id="{8EF20E2F-0275-0999-3372-BAA752D6B9AE}"/>
                </a:ext>
              </a:extLst>
            </p:cNvPr>
            <p:cNvSpPr txBox="1"/>
            <p:nvPr/>
          </p:nvSpPr>
          <p:spPr>
            <a:xfrm>
              <a:off x="5938838" y="2071013"/>
              <a:ext cx="5710237" cy="13453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zh-TW" sz="1400"/>
                <a:t>補充低分群 desc / feat，重新批次評分 </a:t>
              </a:r>
              <a:endParaRPr lang="en-US" altLang="zh-TW" sz="140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400"/>
                <a:t>「支援度與功能力 </a:t>
              </a:r>
              <a:r>
                <a:rPr lang="en-US" altLang="zh-TW" sz="1400"/>
                <a:t>prompt </a:t>
              </a:r>
              <a:r>
                <a:rPr lang="zh-TW" altLang="en-US" sz="1400"/>
                <a:t>加入「資料不足時降分」指令」</a:t>
              </a:r>
              <a:endParaRPr lang="en-US" altLang="zh-TW" sz="140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zh-TW" sz="1400"/>
                <a:t>前端改顯示百分位排名，取代絕對分數</a:t>
              </a:r>
              <a:endParaRPr lang="en-US" altLang="zh-TW" sz="1400"/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TW" altLang="en-US" sz="1400"/>
                <a:t>未來將採用更有</a:t>
              </a:r>
              <a:r>
                <a:rPr lang="zh-TW" altLang="en-US" sz="1400" b="1"/>
                <a:t>立論基礎的評分模型</a:t>
              </a:r>
            </a:p>
          </p:txBody>
        </p:sp>
        <p:sp>
          <p:nvSpPr>
            <p:cNvPr id="73" name="Text 2">
              <a:extLst>
                <a:ext uri="{FF2B5EF4-FFF2-40B4-BE49-F238E27FC236}">
                  <a16:creationId xmlns:a16="http://schemas.microsoft.com/office/drawing/2014/main" id="{0AF5856E-73EF-8558-E314-31C9C2C5F7F1}"/>
                </a:ext>
              </a:extLst>
            </p:cNvPr>
            <p:cNvSpPr/>
            <p:nvPr/>
          </p:nvSpPr>
          <p:spPr>
            <a:xfrm>
              <a:off x="6096000" y="1681604"/>
              <a:ext cx="44805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altLang="en-US" sz="2000" b="1" dirty="0">
                  <a:solidFill>
                    <a:srgbClr val="0D2237"/>
                  </a:solidFill>
                  <a:latin typeface="Microsoft JhengHei" pitchFamily="34" charset="0"/>
                  <a:ea typeface="Microsoft JhengHei" pitchFamily="34" charset="-122"/>
                </a:rPr>
                <a:t>精進方向</a:t>
              </a:r>
              <a:endParaRPr lang="en-US" sz="2000" b="1" dirty="0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endParaRPr>
            </a:p>
          </p:txBody>
        </p:sp>
      </p:grpSp>
      <p:sp>
        <p:nvSpPr>
          <p:cNvPr id="74" name="Rectangle 73"/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檢驗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3" name="Rectangle 55">
            <a:extLst>
              <a:ext uri="{FF2B5EF4-FFF2-40B4-BE49-F238E27FC236}">
                <a16:creationId xmlns:a16="http://schemas.microsoft.com/office/drawing/2014/main" id="{A1E6D8FD-1541-B44B-A23C-D5891AE68232}"/>
              </a:ext>
            </a:extLst>
          </p:cNvPr>
          <p:cNvSpPr/>
          <p:nvPr/>
        </p:nvSpPr>
        <p:spPr>
          <a:xfrm>
            <a:off x="8076594" y="275355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資料評分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6" name="Rectangle 55">
            <a:extLst>
              <a:ext uri="{FF2B5EF4-FFF2-40B4-BE49-F238E27FC236}">
                <a16:creationId xmlns:a16="http://schemas.microsoft.com/office/drawing/2014/main" id="{68727241-81D0-2050-D050-984DBC3FA936}"/>
              </a:ext>
            </a:extLst>
          </p:cNvPr>
          <p:cNvSpPr/>
          <p:nvPr/>
        </p:nvSpPr>
        <p:spPr>
          <a:xfrm>
            <a:off x="9034451" y="273025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chemeClr val="bg1"/>
                </a:solidFill>
                <a:latin typeface="Microsoft JhengHei"/>
              </a:rPr>
              <a:t>自我檢視</a:t>
            </a:r>
            <a:endParaRPr sz="850" b="0">
              <a:solidFill>
                <a:schemeClr val="bg1"/>
              </a:solidFill>
              <a:latin typeface="Microsoft JhengHei"/>
            </a:endParaRPr>
          </a:p>
        </p:txBody>
      </p:sp>
      <p:sp>
        <p:nvSpPr>
          <p:cNvPr id="4" name="Rectangle 55">
            <a:extLst>
              <a:ext uri="{FF2B5EF4-FFF2-40B4-BE49-F238E27FC236}">
                <a16:creationId xmlns:a16="http://schemas.microsoft.com/office/drawing/2014/main" id="{99162E40-5DBE-2C5F-97D6-7713E258475B}"/>
              </a:ext>
            </a:extLst>
          </p:cNvPr>
          <p:cNvSpPr/>
          <p:nvPr/>
        </p:nvSpPr>
        <p:spPr>
          <a:xfrm>
            <a:off x="9034451" y="509800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費用概算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8" name="Rectangle 55">
            <a:extLst>
              <a:ext uri="{FF2B5EF4-FFF2-40B4-BE49-F238E27FC236}">
                <a16:creationId xmlns:a16="http://schemas.microsoft.com/office/drawing/2014/main" id="{3A71DD15-EB21-E9AE-8DEF-3BC9CE931C6A}"/>
              </a:ext>
            </a:extLst>
          </p:cNvPr>
          <p:cNvSpPr/>
          <p:nvPr/>
        </p:nvSpPr>
        <p:spPr>
          <a:xfrm>
            <a:off x="8076594" y="509800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平台銜接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45655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E87362-AD29-50D2-9963-03315850B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平台銜接</a:t>
            </a:r>
            <a:endParaRPr lang="zh-TW" altLang="en-US" b="1" dirty="0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C8B1567-48C6-80A6-5F99-A5AA98EB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13" name="Rectangle 73">
            <a:extLst>
              <a:ext uri="{FF2B5EF4-FFF2-40B4-BE49-F238E27FC236}">
                <a16:creationId xmlns:a16="http://schemas.microsoft.com/office/drawing/2014/main" id="{C5FB6E28-1BE4-6247-A888-DE06868F8735}"/>
              </a:ext>
            </a:extLst>
          </p:cNvPr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14" name="Rectangle 74">
            <a:extLst>
              <a:ext uri="{FF2B5EF4-FFF2-40B4-BE49-F238E27FC236}">
                <a16:creationId xmlns:a16="http://schemas.microsoft.com/office/drawing/2014/main" id="{CA36B51E-A020-DAC1-61C0-D5F19C70FCF9}"/>
              </a:ext>
            </a:extLst>
          </p:cNvPr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15" name="Rectangle 75">
            <a:extLst>
              <a:ext uri="{FF2B5EF4-FFF2-40B4-BE49-F238E27FC236}">
                <a16:creationId xmlns:a16="http://schemas.microsoft.com/office/drawing/2014/main" id="{F0C800F3-EECF-FA03-516A-B046437715F4}"/>
              </a:ext>
            </a:extLst>
          </p:cNvPr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16" name="Rectangle 76">
            <a:extLst>
              <a:ext uri="{FF2B5EF4-FFF2-40B4-BE49-F238E27FC236}">
                <a16:creationId xmlns:a16="http://schemas.microsoft.com/office/drawing/2014/main" id="{4928A7B4-7A89-2BE5-177F-E45A4CDDB940}"/>
              </a:ext>
            </a:extLst>
          </p:cNvPr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7" name="Rectangle 77">
            <a:extLst>
              <a:ext uri="{FF2B5EF4-FFF2-40B4-BE49-F238E27FC236}">
                <a16:creationId xmlns:a16="http://schemas.microsoft.com/office/drawing/2014/main" id="{0A3F95EC-3758-F8F5-A2DD-C0028623C516}"/>
              </a:ext>
            </a:extLst>
          </p:cNvPr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檢驗</a:t>
            </a:r>
          </a:p>
        </p:txBody>
      </p:sp>
      <p:sp>
        <p:nvSpPr>
          <p:cNvPr id="18" name="Rectangle 78">
            <a:extLst>
              <a:ext uri="{FF2B5EF4-FFF2-40B4-BE49-F238E27FC236}">
                <a16:creationId xmlns:a16="http://schemas.microsoft.com/office/drawing/2014/main" id="{827A3C94-6D4A-DC10-53F3-EDDE43C33C7C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19" name="Rectangle 55">
            <a:extLst>
              <a:ext uri="{FF2B5EF4-FFF2-40B4-BE49-F238E27FC236}">
                <a16:creationId xmlns:a16="http://schemas.microsoft.com/office/drawing/2014/main" id="{DBBD2285-168B-9367-8A56-55A785A79326}"/>
              </a:ext>
            </a:extLst>
          </p:cNvPr>
          <p:cNvSpPr/>
          <p:nvPr/>
        </p:nvSpPr>
        <p:spPr>
          <a:xfrm>
            <a:off x="8076594" y="275355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資料評分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20" name="Rectangle 55">
            <a:extLst>
              <a:ext uri="{FF2B5EF4-FFF2-40B4-BE49-F238E27FC236}">
                <a16:creationId xmlns:a16="http://schemas.microsoft.com/office/drawing/2014/main" id="{C799B443-C7C0-E972-7461-1CE40CAC20BA}"/>
              </a:ext>
            </a:extLst>
          </p:cNvPr>
          <p:cNvSpPr/>
          <p:nvPr/>
        </p:nvSpPr>
        <p:spPr>
          <a:xfrm>
            <a:off x="9034451" y="273025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自我檢視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075BF6F6-91DA-FE05-166E-7425A41A0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100" y="1680483"/>
            <a:ext cx="6952867" cy="4635245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CE154AAB-20AB-E039-5335-ACE14DC11942}"/>
              </a:ext>
            </a:extLst>
          </p:cNvPr>
          <p:cNvSpPr txBox="1"/>
          <p:nvPr/>
        </p:nvSpPr>
        <p:spPr>
          <a:xfrm>
            <a:off x="256032" y="1680483"/>
            <a:ext cx="472706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《AI顧問服務知識助理平台》規劃的</a:t>
            </a:r>
            <a:r>
              <a:rPr lang="zh-TW" altLang="en-US" b="1" u="sng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資服廠商資料</a:t>
            </a:r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</a:t>
            </a:r>
            <a:r>
              <a:rPr lang="zh-TW" altLang="en-US" b="1" u="sng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方案資料</a:t>
            </a:r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，由本資料庫供應。</a:t>
            </a:r>
            <a:endParaRPr lang="en-US" altLang="zh-TW" b="1" noProof="1">
              <a:solidFill>
                <a:srgbClr val="10253A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前線作戰由</a:t>
            </a:r>
            <a:r>
              <a:rPr lang="en-US" altLang="zh-TW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知識助理平台</a:t>
            </a:r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發揮</a:t>
            </a:r>
            <a:endParaRPr lang="en-US" altLang="zh-TW" b="1" noProof="1">
              <a:solidFill>
                <a:srgbClr val="10253A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本資料庫擔任</a:t>
            </a:r>
            <a:r>
              <a:rPr lang="en-US" altLang="zh-TW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彈藥庫</a:t>
            </a:r>
            <a:r>
              <a:rPr lang="zh-TW" altLang="en-US" b="1" noProof="1">
                <a:solidFill>
                  <a:srgbClr val="1025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：資料持續補給、依前線需求快速供應。</a:t>
            </a:r>
            <a:endParaRPr lang="zh-TW" altLang="en-US" b="1" dirty="0"/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2F55C790-1038-2E81-07E3-6730C6F4DD23}"/>
              </a:ext>
            </a:extLst>
          </p:cNvPr>
          <p:cNvSpPr/>
          <p:nvPr/>
        </p:nvSpPr>
        <p:spPr>
          <a:xfrm>
            <a:off x="318665" y="3961935"/>
            <a:ext cx="2134743" cy="1009650"/>
          </a:xfrm>
          <a:prstGeom prst="roundRect">
            <a:avLst/>
          </a:prstGeom>
          <a:solidFill>
            <a:srgbClr val="0BA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/>
              <a:t>834 </a:t>
            </a:r>
            <a:r>
              <a:rPr lang="zh-TW" altLang="en-US" sz="2000" b="1"/>
              <a:t>家業者</a:t>
            </a:r>
            <a:endParaRPr lang="en-US" altLang="zh-TW" sz="2000" b="1" dirty="0"/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855F9D48-0F1D-ACED-16CB-2B84BBD6435F}"/>
              </a:ext>
            </a:extLst>
          </p:cNvPr>
          <p:cNvSpPr/>
          <p:nvPr/>
        </p:nvSpPr>
        <p:spPr>
          <a:xfrm>
            <a:off x="2546795" y="3961935"/>
            <a:ext cx="2134743" cy="1009650"/>
          </a:xfrm>
          <a:prstGeom prst="roundRect">
            <a:avLst/>
          </a:prstGeom>
          <a:solidFill>
            <a:srgbClr val="0BA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/>
              <a:t>2,340 筆方案</a:t>
            </a:r>
            <a:endParaRPr lang="en-US" altLang="zh-TW" sz="2000" b="1" dirty="0"/>
          </a:p>
          <a:p>
            <a:pPr algn="ctr"/>
            <a:r>
              <a:rPr lang="zh-TW" altLang="en-US" sz="2000" b="1" dirty="0"/>
              <a:t>四維評分＋標籤</a:t>
            </a:r>
            <a:endParaRPr lang="en-US" altLang="zh-TW" sz="2000" b="1" dirty="0"/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D9F867B1-02D9-6A67-ED1B-46534623D123}"/>
              </a:ext>
            </a:extLst>
          </p:cNvPr>
          <p:cNvSpPr/>
          <p:nvPr/>
        </p:nvSpPr>
        <p:spPr>
          <a:xfrm>
            <a:off x="318665" y="5088325"/>
            <a:ext cx="2134743" cy="100965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/>
              <a:t>串接</a:t>
            </a:r>
            <a:r>
              <a:rPr lang="en-US" altLang="zh-TW" sz="2000" b="1"/>
              <a:t>LLM</a:t>
            </a:r>
            <a:endParaRPr lang="en-US" altLang="zh-TW" sz="2000" b="1" dirty="0"/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B0E5DEC3-E166-6EE4-0937-AD8B7A6AF0C3}"/>
              </a:ext>
            </a:extLst>
          </p:cNvPr>
          <p:cNvSpPr/>
          <p:nvPr/>
        </p:nvSpPr>
        <p:spPr>
          <a:xfrm>
            <a:off x="2546795" y="5088325"/>
            <a:ext cx="2134743" cy="100965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/>
              <a:t>常態化</a:t>
            </a:r>
            <a:r>
              <a:rPr lang="en-US" altLang="zh-TW" sz="2000" b="1"/>
              <a:t>ETL</a:t>
            </a:r>
            <a:endParaRPr lang="zh-TW" altLang="en-US" sz="2000" b="1" dirty="0"/>
          </a:p>
        </p:txBody>
      </p:sp>
      <p:sp>
        <p:nvSpPr>
          <p:cNvPr id="6" name="Rectangle 55">
            <a:extLst>
              <a:ext uri="{FF2B5EF4-FFF2-40B4-BE49-F238E27FC236}">
                <a16:creationId xmlns:a16="http://schemas.microsoft.com/office/drawing/2014/main" id="{E05B16E1-2E58-F8F2-A3FE-F93994CB4C5D}"/>
              </a:ext>
            </a:extLst>
          </p:cNvPr>
          <p:cNvSpPr/>
          <p:nvPr/>
        </p:nvSpPr>
        <p:spPr>
          <a:xfrm>
            <a:off x="9034451" y="509800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費用概算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8" name="Rectangle 55">
            <a:extLst>
              <a:ext uri="{FF2B5EF4-FFF2-40B4-BE49-F238E27FC236}">
                <a16:creationId xmlns:a16="http://schemas.microsoft.com/office/drawing/2014/main" id="{A5A60516-181A-6CED-35FA-B748BE6F40ED}"/>
              </a:ext>
            </a:extLst>
          </p:cNvPr>
          <p:cNvSpPr/>
          <p:nvPr/>
        </p:nvSpPr>
        <p:spPr>
          <a:xfrm>
            <a:off x="8076594" y="509800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chemeClr val="bg1"/>
                </a:solidFill>
                <a:latin typeface="Microsoft JhengHei"/>
              </a:rPr>
              <a:t>平台銜接</a:t>
            </a:r>
            <a:endParaRPr sz="850">
              <a:solidFill>
                <a:schemeClr val="bg1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735929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6F28D-21C0-DE3F-2E74-792B5A9E6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6EA9CB-36E5-B478-5D64-FDD5297C2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費用概算</a:t>
            </a:r>
            <a:endParaRPr lang="zh-TW" altLang="en-US" b="1" dirty="0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1881E5-8501-C4CE-869D-1A7360F41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13" name="Rectangle 73">
            <a:extLst>
              <a:ext uri="{FF2B5EF4-FFF2-40B4-BE49-F238E27FC236}">
                <a16:creationId xmlns:a16="http://schemas.microsoft.com/office/drawing/2014/main" id="{AC739654-BCD1-5C54-052F-19792B9ECED4}"/>
              </a:ext>
            </a:extLst>
          </p:cNvPr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14" name="Rectangle 74">
            <a:extLst>
              <a:ext uri="{FF2B5EF4-FFF2-40B4-BE49-F238E27FC236}">
                <a16:creationId xmlns:a16="http://schemas.microsoft.com/office/drawing/2014/main" id="{77988446-D917-71EB-46AE-043A7B1D0EEB}"/>
              </a:ext>
            </a:extLst>
          </p:cNvPr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15" name="Rectangle 75">
            <a:extLst>
              <a:ext uri="{FF2B5EF4-FFF2-40B4-BE49-F238E27FC236}">
                <a16:creationId xmlns:a16="http://schemas.microsoft.com/office/drawing/2014/main" id="{DF89745F-7C6E-2B45-6F05-E74432EC1B9D}"/>
              </a:ext>
            </a:extLst>
          </p:cNvPr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16" name="Rectangle 76">
            <a:extLst>
              <a:ext uri="{FF2B5EF4-FFF2-40B4-BE49-F238E27FC236}">
                <a16:creationId xmlns:a16="http://schemas.microsoft.com/office/drawing/2014/main" id="{1D2DA04D-F636-2AE2-4F67-33AF5204B187}"/>
              </a:ext>
            </a:extLst>
          </p:cNvPr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7" name="Rectangle 77">
            <a:extLst>
              <a:ext uri="{FF2B5EF4-FFF2-40B4-BE49-F238E27FC236}">
                <a16:creationId xmlns:a16="http://schemas.microsoft.com/office/drawing/2014/main" id="{3720BD17-B47A-9715-EE3D-D71B784D22F6}"/>
              </a:ext>
            </a:extLst>
          </p:cNvPr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檢驗</a:t>
            </a:r>
          </a:p>
        </p:txBody>
      </p:sp>
      <p:sp>
        <p:nvSpPr>
          <p:cNvPr id="18" name="Rectangle 78">
            <a:extLst>
              <a:ext uri="{FF2B5EF4-FFF2-40B4-BE49-F238E27FC236}">
                <a16:creationId xmlns:a16="http://schemas.microsoft.com/office/drawing/2014/main" id="{18B7289A-E1C8-ABCB-BE32-96BC46A59CAA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0">
                <a:solidFill>
                  <a:srgbClr val="8A969E"/>
                </a:solidFill>
                <a:latin typeface="Microsoft JhengHei"/>
              </a:rPr>
              <a:t>結論</a:t>
            </a:r>
            <a:endParaRPr sz="850" b="0">
              <a:solidFill>
                <a:srgbClr val="8A969E"/>
              </a:solidFill>
              <a:latin typeface="Microsoft JhengHei"/>
            </a:endParaRPr>
          </a:p>
        </p:txBody>
      </p:sp>
      <p:sp>
        <p:nvSpPr>
          <p:cNvPr id="19" name="Rectangle 55">
            <a:extLst>
              <a:ext uri="{FF2B5EF4-FFF2-40B4-BE49-F238E27FC236}">
                <a16:creationId xmlns:a16="http://schemas.microsoft.com/office/drawing/2014/main" id="{BE1D9DE3-2A0D-8558-8E59-3ACCD2040A52}"/>
              </a:ext>
            </a:extLst>
          </p:cNvPr>
          <p:cNvSpPr/>
          <p:nvPr/>
        </p:nvSpPr>
        <p:spPr>
          <a:xfrm>
            <a:off x="8076594" y="275355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資料評分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20" name="Rectangle 55">
            <a:extLst>
              <a:ext uri="{FF2B5EF4-FFF2-40B4-BE49-F238E27FC236}">
                <a16:creationId xmlns:a16="http://schemas.microsoft.com/office/drawing/2014/main" id="{65DB1C92-F74E-DEA1-7C1C-36AFBD83D1C7}"/>
              </a:ext>
            </a:extLst>
          </p:cNvPr>
          <p:cNvSpPr/>
          <p:nvPr/>
        </p:nvSpPr>
        <p:spPr>
          <a:xfrm>
            <a:off x="9034451" y="273025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自我檢視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6" name="Rectangle 55">
            <a:extLst>
              <a:ext uri="{FF2B5EF4-FFF2-40B4-BE49-F238E27FC236}">
                <a16:creationId xmlns:a16="http://schemas.microsoft.com/office/drawing/2014/main" id="{A5FD5553-9307-0625-8E47-2768B7853A01}"/>
              </a:ext>
            </a:extLst>
          </p:cNvPr>
          <p:cNvSpPr/>
          <p:nvPr/>
        </p:nvSpPr>
        <p:spPr>
          <a:xfrm>
            <a:off x="9034451" y="509800"/>
            <a:ext cx="942030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>
                <a:solidFill>
                  <a:schemeClr val="bg1"/>
                </a:solidFill>
                <a:latin typeface="Microsoft JhengHei"/>
              </a:rPr>
              <a:t>費用概算</a:t>
            </a:r>
            <a:endParaRPr sz="850">
              <a:solidFill>
                <a:schemeClr val="bg1"/>
              </a:solidFill>
              <a:latin typeface="Microsoft JhengHei"/>
            </a:endParaRPr>
          </a:p>
        </p:txBody>
      </p:sp>
      <p:sp>
        <p:nvSpPr>
          <p:cNvPr id="8" name="Rectangle 55">
            <a:extLst>
              <a:ext uri="{FF2B5EF4-FFF2-40B4-BE49-F238E27FC236}">
                <a16:creationId xmlns:a16="http://schemas.microsoft.com/office/drawing/2014/main" id="{CD86C588-1241-51E0-50B4-6309FBA822C4}"/>
              </a:ext>
            </a:extLst>
          </p:cNvPr>
          <p:cNvSpPr/>
          <p:nvPr/>
        </p:nvSpPr>
        <p:spPr>
          <a:xfrm>
            <a:off x="8076594" y="509800"/>
            <a:ext cx="942030" cy="201168"/>
          </a:xfrm>
          <a:prstGeom prst="roundRect">
            <a:avLst>
              <a:gd name="adj" fmla="val 28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chemeClr val="bg1">
                    <a:lumMod val="65000"/>
                  </a:schemeClr>
                </a:solidFill>
                <a:latin typeface="Microsoft JhengHei"/>
              </a:rPr>
              <a:t>平台銜接</a:t>
            </a:r>
            <a:endParaRPr sz="850" b="1">
              <a:solidFill>
                <a:schemeClr val="bg1">
                  <a:lumMod val="65000"/>
                </a:schemeClr>
              </a:solidFill>
              <a:latin typeface="Microsoft JhengHei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0329105-BD58-3496-668A-9013F8082845}"/>
              </a:ext>
            </a:extLst>
          </p:cNvPr>
          <p:cNvSpPr txBox="1"/>
          <p:nvPr/>
        </p:nvSpPr>
        <p:spPr>
          <a:xfrm>
            <a:off x="530352" y="1115568"/>
            <a:ext cx="643386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64748B"/>
                </a:solidFill>
                <a:latin typeface="Microsoft JhengHei"/>
              </a:defRPr>
            </a:pPr>
            <a:r>
              <a:t>訂閱／儲值累計至 6 月 NT$ 8,029；方案探索採 </a:t>
            </a:r>
            <a:r>
              <a:rPr b="1" u="sng"/>
              <a:t>Haiku</a:t>
            </a:r>
            <a:r>
              <a:t>，</a:t>
            </a:r>
            <a:r>
              <a:rPr b="1" u="sng"/>
              <a:t>單次成本約 NT$ 0.6</a:t>
            </a:r>
            <a:r>
              <a:t>。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2CC82EB-575D-CD01-9A76-CBC45D9C7209}"/>
              </a:ext>
            </a:extLst>
          </p:cNvPr>
          <p:cNvSpPr/>
          <p:nvPr/>
        </p:nvSpPr>
        <p:spPr>
          <a:xfrm>
            <a:off x="548640" y="1536192"/>
            <a:ext cx="3337560" cy="71323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54E72FF3-DCF9-70E6-5D63-6B844A40D55F}"/>
              </a:ext>
            </a:extLst>
          </p:cNvPr>
          <p:cNvSpPr txBox="1"/>
          <p:nvPr/>
        </p:nvSpPr>
        <p:spPr>
          <a:xfrm>
            <a:off x="713232" y="1581393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Microsoft JhengHei"/>
              </a:defRPr>
            </a:pPr>
            <a:r>
              <a:rPr sz="1400"/>
              <a:t>累計支出</a:t>
            </a: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06DC74D6-EE5F-405E-EA9D-E5411B7A91FF}"/>
              </a:ext>
            </a:extLst>
          </p:cNvPr>
          <p:cNvSpPr txBox="1"/>
          <p:nvPr/>
        </p:nvSpPr>
        <p:spPr>
          <a:xfrm>
            <a:off x="713232" y="1819656"/>
            <a:ext cx="141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  <a:latin typeface="Microsoft JhengHei"/>
              </a:defRPr>
            </a:pPr>
            <a:r>
              <a:rPr sz="1600"/>
              <a:t>NT$ 8,029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BF13A1AC-98CA-6906-9660-393BBEDEC8B0}"/>
              </a:ext>
            </a:extLst>
          </p:cNvPr>
          <p:cNvSpPr txBox="1"/>
          <p:nvPr/>
        </p:nvSpPr>
        <p:spPr>
          <a:xfrm>
            <a:off x="2176272" y="1851547"/>
            <a:ext cx="1499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Microsoft JhengHei"/>
              </a:defRPr>
            </a:pPr>
            <a:r>
              <a:rPr lang="zh-TW" altLang="en-US" sz="1200"/>
              <a:t>計算</a:t>
            </a:r>
            <a:r>
              <a:rPr sz="1200"/>
              <a:t>至 6 </a:t>
            </a:r>
            <a:r>
              <a:rPr lang="en-US" altLang="zh-TW" sz="1200"/>
              <a:t>/30</a:t>
            </a:r>
            <a:endParaRPr sz="1200"/>
          </a:p>
        </p:txBody>
      </p:sp>
      <p:sp>
        <p:nvSpPr>
          <p:cNvPr id="41" name="Rounded Rectangle 18">
            <a:extLst>
              <a:ext uri="{FF2B5EF4-FFF2-40B4-BE49-F238E27FC236}">
                <a16:creationId xmlns:a16="http://schemas.microsoft.com/office/drawing/2014/main" id="{EBB3DCCC-353E-421A-C164-E00EFD6840D9}"/>
              </a:ext>
            </a:extLst>
          </p:cNvPr>
          <p:cNvSpPr/>
          <p:nvPr/>
        </p:nvSpPr>
        <p:spPr>
          <a:xfrm>
            <a:off x="4170680" y="1530387"/>
            <a:ext cx="3337560" cy="713232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3" name="TextBox 19">
            <a:extLst>
              <a:ext uri="{FF2B5EF4-FFF2-40B4-BE49-F238E27FC236}">
                <a16:creationId xmlns:a16="http://schemas.microsoft.com/office/drawing/2014/main" id="{06C54266-0846-D788-B765-74F8CCD3D8D5}"/>
              </a:ext>
            </a:extLst>
          </p:cNvPr>
          <p:cNvSpPr txBox="1"/>
          <p:nvPr/>
        </p:nvSpPr>
        <p:spPr>
          <a:xfrm>
            <a:off x="4335272" y="1575588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  <a:latin typeface="Microsoft JhengHei"/>
              </a:defRPr>
            </a:pPr>
            <a:r>
              <a:rPr sz="1400"/>
              <a:t>單次方案探索</a:t>
            </a:r>
          </a:p>
        </p:txBody>
      </p:sp>
      <p:sp>
        <p:nvSpPr>
          <p:cNvPr id="45" name="TextBox 20">
            <a:extLst>
              <a:ext uri="{FF2B5EF4-FFF2-40B4-BE49-F238E27FC236}">
                <a16:creationId xmlns:a16="http://schemas.microsoft.com/office/drawing/2014/main" id="{15C86DEB-A77B-8C0B-313B-75064F180224}"/>
              </a:ext>
            </a:extLst>
          </p:cNvPr>
          <p:cNvSpPr txBox="1"/>
          <p:nvPr/>
        </p:nvSpPr>
        <p:spPr>
          <a:xfrm>
            <a:off x="4335272" y="1813851"/>
            <a:ext cx="1417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92400E"/>
                </a:solidFill>
                <a:latin typeface="Microsoft JhengHei"/>
              </a:defRPr>
            </a:pPr>
            <a:r>
              <a:rPr sz="1600"/>
              <a:t>NT$ 0.6</a:t>
            </a:r>
          </a:p>
        </p:txBody>
      </p:sp>
      <p:sp>
        <p:nvSpPr>
          <p:cNvPr id="47" name="TextBox 21">
            <a:extLst>
              <a:ext uri="{FF2B5EF4-FFF2-40B4-BE49-F238E27FC236}">
                <a16:creationId xmlns:a16="http://schemas.microsoft.com/office/drawing/2014/main" id="{F4BDAAE5-3521-E222-7873-44349EB12C28}"/>
              </a:ext>
            </a:extLst>
          </p:cNvPr>
          <p:cNvSpPr txBox="1"/>
          <p:nvPr/>
        </p:nvSpPr>
        <p:spPr>
          <a:xfrm>
            <a:off x="5752592" y="1840789"/>
            <a:ext cx="1499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Microsoft JhengHei"/>
              </a:defRPr>
            </a:pPr>
            <a:r>
              <a:rPr sz="1200"/>
              <a:t>採用</a:t>
            </a:r>
            <a:r>
              <a:rPr lang="en-US" altLang="zh-TW" sz="1200"/>
              <a:t>Haiku 4.5 </a:t>
            </a:r>
            <a:endParaRPr sz="1200"/>
          </a:p>
        </p:txBody>
      </p:sp>
      <p:sp>
        <p:nvSpPr>
          <p:cNvPr id="49" name="Rounded Rectangle 22">
            <a:extLst>
              <a:ext uri="{FF2B5EF4-FFF2-40B4-BE49-F238E27FC236}">
                <a16:creationId xmlns:a16="http://schemas.microsoft.com/office/drawing/2014/main" id="{2CF52143-F650-6FAC-6F37-FFEC5D62C17E}"/>
              </a:ext>
            </a:extLst>
          </p:cNvPr>
          <p:cNvSpPr/>
          <p:nvPr/>
        </p:nvSpPr>
        <p:spPr>
          <a:xfrm>
            <a:off x="502920" y="2487168"/>
            <a:ext cx="53492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23">
            <a:extLst>
              <a:ext uri="{FF2B5EF4-FFF2-40B4-BE49-F238E27FC236}">
                <a16:creationId xmlns:a16="http://schemas.microsoft.com/office/drawing/2014/main" id="{55C19B0F-C3D2-7198-E1AC-23CBA3EA8E51}"/>
              </a:ext>
            </a:extLst>
          </p:cNvPr>
          <p:cNvSpPr txBox="1"/>
          <p:nvPr/>
        </p:nvSpPr>
        <p:spPr>
          <a:xfrm>
            <a:off x="713232" y="2637931"/>
            <a:ext cx="26517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訂閱與儲值明細</a:t>
            </a:r>
          </a:p>
        </p:txBody>
      </p:sp>
      <p:sp>
        <p:nvSpPr>
          <p:cNvPr id="53" name="TextBox 24">
            <a:extLst>
              <a:ext uri="{FF2B5EF4-FFF2-40B4-BE49-F238E27FC236}">
                <a16:creationId xmlns:a16="http://schemas.microsoft.com/office/drawing/2014/main" id="{235B5AA6-B70F-73C2-6000-FF79D8187469}"/>
              </a:ext>
            </a:extLst>
          </p:cNvPr>
          <p:cNvSpPr txBox="1"/>
          <p:nvPr/>
        </p:nvSpPr>
        <p:spPr>
          <a:xfrm>
            <a:off x="3611880" y="2715768"/>
            <a:ext cx="1691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Microsoft JhengHei"/>
              </a:defRPr>
            </a:pPr>
            <a:r>
              <a:t>累計至 6 月，台幣</a:t>
            </a:r>
          </a:p>
        </p:txBody>
      </p:sp>
      <p:sp>
        <p:nvSpPr>
          <p:cNvPr id="55" name="TextBox 25">
            <a:extLst>
              <a:ext uri="{FF2B5EF4-FFF2-40B4-BE49-F238E27FC236}">
                <a16:creationId xmlns:a16="http://schemas.microsoft.com/office/drawing/2014/main" id="{712E176B-02E1-0A57-0A4C-EB1156B6176B}"/>
              </a:ext>
            </a:extLst>
          </p:cNvPr>
          <p:cNvSpPr txBox="1"/>
          <p:nvPr/>
        </p:nvSpPr>
        <p:spPr>
          <a:xfrm>
            <a:off x="749808" y="3063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Claude AI 月費</a:t>
            </a:r>
          </a:p>
        </p:txBody>
      </p:sp>
      <p:sp>
        <p:nvSpPr>
          <p:cNvPr id="57" name="TextBox 26">
            <a:extLst>
              <a:ext uri="{FF2B5EF4-FFF2-40B4-BE49-F238E27FC236}">
                <a16:creationId xmlns:a16="http://schemas.microsoft.com/office/drawing/2014/main" id="{34D2DC3E-530A-6475-EF38-6A26B4C8E611}"/>
              </a:ext>
            </a:extLst>
          </p:cNvPr>
          <p:cNvSpPr txBox="1"/>
          <p:nvPr/>
        </p:nvSpPr>
        <p:spPr>
          <a:xfrm>
            <a:off x="2761488" y="306324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NT$ 2,040</a:t>
            </a:r>
          </a:p>
        </p:txBody>
      </p:sp>
      <p:sp>
        <p:nvSpPr>
          <p:cNvPr id="59" name="Rounded Rectangle 27">
            <a:extLst>
              <a:ext uri="{FF2B5EF4-FFF2-40B4-BE49-F238E27FC236}">
                <a16:creationId xmlns:a16="http://schemas.microsoft.com/office/drawing/2014/main" id="{D01B9BE5-1B99-4F7C-C5B7-FA6EE4CC5DCB}"/>
              </a:ext>
            </a:extLst>
          </p:cNvPr>
          <p:cNvSpPr/>
          <p:nvPr/>
        </p:nvSpPr>
        <p:spPr>
          <a:xfrm>
            <a:off x="3712463" y="3108960"/>
            <a:ext cx="1417320" cy="91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28">
            <a:extLst>
              <a:ext uri="{FF2B5EF4-FFF2-40B4-BE49-F238E27FC236}">
                <a16:creationId xmlns:a16="http://schemas.microsoft.com/office/drawing/2014/main" id="{58ABCDB0-EA13-3DD4-38F7-9B9B93510512}"/>
              </a:ext>
            </a:extLst>
          </p:cNvPr>
          <p:cNvSpPr/>
          <p:nvPr/>
        </p:nvSpPr>
        <p:spPr>
          <a:xfrm>
            <a:off x="3712463" y="3108960"/>
            <a:ext cx="917883" cy="91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29">
            <a:extLst>
              <a:ext uri="{FF2B5EF4-FFF2-40B4-BE49-F238E27FC236}">
                <a16:creationId xmlns:a16="http://schemas.microsoft.com/office/drawing/2014/main" id="{E1A47145-5A29-89D6-6102-72E0AD078CFA}"/>
              </a:ext>
            </a:extLst>
          </p:cNvPr>
          <p:cNvSpPr txBox="1"/>
          <p:nvPr/>
        </p:nvSpPr>
        <p:spPr>
          <a:xfrm>
            <a:off x="4315968" y="322783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60" b="0">
                <a:solidFill>
                  <a:srgbClr val="64748B"/>
                </a:solidFill>
                <a:latin typeface="Microsoft JhengHei"/>
              </a:defRPr>
            </a:pPr>
            <a:r>
              <a:t>4/5/6 月</a:t>
            </a:r>
          </a:p>
        </p:txBody>
      </p:sp>
      <p:sp>
        <p:nvSpPr>
          <p:cNvPr id="65" name="TextBox 30">
            <a:extLst>
              <a:ext uri="{FF2B5EF4-FFF2-40B4-BE49-F238E27FC236}">
                <a16:creationId xmlns:a16="http://schemas.microsoft.com/office/drawing/2014/main" id="{524CA568-1D60-E9EF-72F8-313AF338A637}"/>
              </a:ext>
            </a:extLst>
          </p:cNvPr>
          <p:cNvSpPr txBox="1"/>
          <p:nvPr/>
        </p:nvSpPr>
        <p:spPr>
          <a:xfrm>
            <a:off x="749808" y="36576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Codex / ChatGPT 月費</a:t>
            </a:r>
          </a:p>
        </p:txBody>
      </p:sp>
      <p:sp>
        <p:nvSpPr>
          <p:cNvPr id="67" name="TextBox 31">
            <a:extLst>
              <a:ext uri="{FF2B5EF4-FFF2-40B4-BE49-F238E27FC236}">
                <a16:creationId xmlns:a16="http://schemas.microsoft.com/office/drawing/2014/main" id="{51F48B2F-B581-EC92-B89E-E7DAF86A8C93}"/>
              </a:ext>
            </a:extLst>
          </p:cNvPr>
          <p:cNvSpPr txBox="1"/>
          <p:nvPr/>
        </p:nvSpPr>
        <p:spPr>
          <a:xfrm>
            <a:off x="2761488" y="365760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NT$ 1,280</a:t>
            </a:r>
          </a:p>
        </p:txBody>
      </p:sp>
      <p:sp>
        <p:nvSpPr>
          <p:cNvPr id="69" name="Rounded Rectangle 32">
            <a:extLst>
              <a:ext uri="{FF2B5EF4-FFF2-40B4-BE49-F238E27FC236}">
                <a16:creationId xmlns:a16="http://schemas.microsoft.com/office/drawing/2014/main" id="{65629F69-09E3-22EE-EAEE-0685964BC1F9}"/>
              </a:ext>
            </a:extLst>
          </p:cNvPr>
          <p:cNvSpPr/>
          <p:nvPr/>
        </p:nvSpPr>
        <p:spPr>
          <a:xfrm>
            <a:off x="3712463" y="3703320"/>
            <a:ext cx="1417320" cy="91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33">
            <a:extLst>
              <a:ext uri="{FF2B5EF4-FFF2-40B4-BE49-F238E27FC236}">
                <a16:creationId xmlns:a16="http://schemas.microsoft.com/office/drawing/2014/main" id="{4B978F99-4637-C642-8CBF-B5386B6D8976}"/>
              </a:ext>
            </a:extLst>
          </p:cNvPr>
          <p:cNvSpPr/>
          <p:nvPr/>
        </p:nvSpPr>
        <p:spPr>
          <a:xfrm>
            <a:off x="3712463" y="3703320"/>
            <a:ext cx="575926" cy="91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34">
            <a:extLst>
              <a:ext uri="{FF2B5EF4-FFF2-40B4-BE49-F238E27FC236}">
                <a16:creationId xmlns:a16="http://schemas.microsoft.com/office/drawing/2014/main" id="{5CCECC6C-A750-C609-766B-D4D2732F45A8}"/>
              </a:ext>
            </a:extLst>
          </p:cNvPr>
          <p:cNvSpPr txBox="1"/>
          <p:nvPr/>
        </p:nvSpPr>
        <p:spPr>
          <a:xfrm>
            <a:off x="4315968" y="3822191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60" b="0">
                <a:solidFill>
                  <a:srgbClr val="64748B"/>
                </a:solidFill>
                <a:latin typeface="Microsoft JhengHei"/>
              </a:defRPr>
            </a:pPr>
            <a:r>
              <a:t>5/6 月</a:t>
            </a:r>
          </a:p>
        </p:txBody>
      </p:sp>
      <p:sp>
        <p:nvSpPr>
          <p:cNvPr id="75" name="TextBox 35">
            <a:extLst>
              <a:ext uri="{FF2B5EF4-FFF2-40B4-BE49-F238E27FC236}">
                <a16:creationId xmlns:a16="http://schemas.microsoft.com/office/drawing/2014/main" id="{6D2FDD5B-E484-738D-CC80-F5B210930E3E}"/>
              </a:ext>
            </a:extLst>
          </p:cNvPr>
          <p:cNvSpPr txBox="1"/>
          <p:nvPr/>
        </p:nvSpPr>
        <p:spPr>
          <a:xfrm>
            <a:off x="749808" y="425196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Claude API Credit</a:t>
            </a:r>
          </a:p>
        </p:txBody>
      </p:sp>
      <p:sp>
        <p:nvSpPr>
          <p:cNvPr id="77" name="TextBox 36">
            <a:extLst>
              <a:ext uri="{FF2B5EF4-FFF2-40B4-BE49-F238E27FC236}">
                <a16:creationId xmlns:a16="http://schemas.microsoft.com/office/drawing/2014/main" id="{F9BE03E5-3081-7341-F97C-83967B3E94A9}"/>
              </a:ext>
            </a:extLst>
          </p:cNvPr>
          <p:cNvSpPr txBox="1"/>
          <p:nvPr/>
        </p:nvSpPr>
        <p:spPr>
          <a:xfrm>
            <a:off x="2761488" y="425196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NT$ 1,559</a:t>
            </a:r>
          </a:p>
        </p:txBody>
      </p:sp>
      <p:sp>
        <p:nvSpPr>
          <p:cNvPr id="79" name="Rounded Rectangle 37">
            <a:extLst>
              <a:ext uri="{FF2B5EF4-FFF2-40B4-BE49-F238E27FC236}">
                <a16:creationId xmlns:a16="http://schemas.microsoft.com/office/drawing/2014/main" id="{4E7E8CE2-169F-1E0C-A3F5-E87EACA2967C}"/>
              </a:ext>
            </a:extLst>
          </p:cNvPr>
          <p:cNvSpPr/>
          <p:nvPr/>
        </p:nvSpPr>
        <p:spPr>
          <a:xfrm>
            <a:off x="3712463" y="4297680"/>
            <a:ext cx="1417320" cy="91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38">
            <a:extLst>
              <a:ext uri="{FF2B5EF4-FFF2-40B4-BE49-F238E27FC236}">
                <a16:creationId xmlns:a16="http://schemas.microsoft.com/office/drawing/2014/main" id="{E4080FA1-18C1-E996-5529-45DE787A900F}"/>
              </a:ext>
            </a:extLst>
          </p:cNvPr>
          <p:cNvSpPr/>
          <p:nvPr/>
        </p:nvSpPr>
        <p:spPr>
          <a:xfrm>
            <a:off x="3712463" y="4297680"/>
            <a:ext cx="701460" cy="91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39">
            <a:extLst>
              <a:ext uri="{FF2B5EF4-FFF2-40B4-BE49-F238E27FC236}">
                <a16:creationId xmlns:a16="http://schemas.microsoft.com/office/drawing/2014/main" id="{3C1B45F3-1F07-9804-D541-4162FD55CABF}"/>
              </a:ext>
            </a:extLst>
          </p:cNvPr>
          <p:cNvSpPr txBox="1"/>
          <p:nvPr/>
        </p:nvSpPr>
        <p:spPr>
          <a:xfrm>
            <a:off x="4315968" y="441655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60" b="0">
                <a:solidFill>
                  <a:srgbClr val="64748B"/>
                </a:solidFill>
                <a:latin typeface="Microsoft JhengHei"/>
              </a:defRPr>
            </a:pPr>
            <a:r>
              <a:t>4月301・5月629・6月629</a:t>
            </a:r>
          </a:p>
        </p:txBody>
      </p:sp>
      <p:sp>
        <p:nvSpPr>
          <p:cNvPr id="85" name="TextBox 40">
            <a:extLst>
              <a:ext uri="{FF2B5EF4-FFF2-40B4-BE49-F238E27FC236}">
                <a16:creationId xmlns:a16="http://schemas.microsoft.com/office/drawing/2014/main" id="{3179995F-9797-66EA-3A80-B117421ABA36}"/>
              </a:ext>
            </a:extLst>
          </p:cNvPr>
          <p:cNvSpPr txBox="1"/>
          <p:nvPr/>
        </p:nvSpPr>
        <p:spPr>
          <a:xfrm>
            <a:off x="749808" y="48463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Crunchbase</a:t>
            </a:r>
          </a:p>
        </p:txBody>
      </p:sp>
      <p:sp>
        <p:nvSpPr>
          <p:cNvPr id="87" name="TextBox 41">
            <a:extLst>
              <a:ext uri="{FF2B5EF4-FFF2-40B4-BE49-F238E27FC236}">
                <a16:creationId xmlns:a16="http://schemas.microsoft.com/office/drawing/2014/main" id="{9329E5D3-0E2E-C34A-5A2E-D40B6C341E3D}"/>
              </a:ext>
            </a:extLst>
          </p:cNvPr>
          <p:cNvSpPr txBox="1"/>
          <p:nvPr/>
        </p:nvSpPr>
        <p:spPr>
          <a:xfrm>
            <a:off x="2761488" y="484632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Microsoft JhengHei"/>
              </a:defRPr>
            </a:pPr>
            <a:r>
              <a:t>NT$ 3,150</a:t>
            </a:r>
          </a:p>
        </p:txBody>
      </p:sp>
      <p:sp>
        <p:nvSpPr>
          <p:cNvPr id="89" name="Rounded Rectangle 42">
            <a:extLst>
              <a:ext uri="{FF2B5EF4-FFF2-40B4-BE49-F238E27FC236}">
                <a16:creationId xmlns:a16="http://schemas.microsoft.com/office/drawing/2014/main" id="{2AAB7EFC-115E-4D04-E490-E9741234E24B}"/>
              </a:ext>
            </a:extLst>
          </p:cNvPr>
          <p:cNvSpPr/>
          <p:nvPr/>
        </p:nvSpPr>
        <p:spPr>
          <a:xfrm>
            <a:off x="3712463" y="4892040"/>
            <a:ext cx="1417320" cy="91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43">
            <a:extLst>
              <a:ext uri="{FF2B5EF4-FFF2-40B4-BE49-F238E27FC236}">
                <a16:creationId xmlns:a16="http://schemas.microsoft.com/office/drawing/2014/main" id="{A60F5DE1-AA49-779C-079E-56BB55D18933}"/>
              </a:ext>
            </a:extLst>
          </p:cNvPr>
          <p:cNvSpPr/>
          <p:nvPr/>
        </p:nvSpPr>
        <p:spPr>
          <a:xfrm>
            <a:off x="3712463" y="4892040"/>
            <a:ext cx="1417320" cy="91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44">
            <a:extLst>
              <a:ext uri="{FF2B5EF4-FFF2-40B4-BE49-F238E27FC236}">
                <a16:creationId xmlns:a16="http://schemas.microsoft.com/office/drawing/2014/main" id="{73016295-D604-F180-0E73-E8F28811E083}"/>
              </a:ext>
            </a:extLst>
          </p:cNvPr>
          <p:cNvSpPr txBox="1"/>
          <p:nvPr/>
        </p:nvSpPr>
        <p:spPr>
          <a:xfrm>
            <a:off x="4315968" y="501091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60" b="0">
                <a:solidFill>
                  <a:srgbClr val="64748B"/>
                </a:solidFill>
                <a:latin typeface="Microsoft JhengHei"/>
              </a:defRPr>
            </a:pPr>
            <a:r>
              <a:t>99 美金，一次性</a:t>
            </a:r>
          </a:p>
        </p:txBody>
      </p:sp>
      <p:sp>
        <p:nvSpPr>
          <p:cNvPr id="95" name="Rectangle 45">
            <a:extLst>
              <a:ext uri="{FF2B5EF4-FFF2-40B4-BE49-F238E27FC236}">
                <a16:creationId xmlns:a16="http://schemas.microsoft.com/office/drawing/2014/main" id="{CB5C6772-3697-49EC-BA18-CE4B75A2B29B}"/>
              </a:ext>
            </a:extLst>
          </p:cNvPr>
          <p:cNvSpPr/>
          <p:nvPr/>
        </p:nvSpPr>
        <p:spPr>
          <a:xfrm>
            <a:off x="502920" y="5376672"/>
            <a:ext cx="5349240" cy="356616"/>
          </a:xfrm>
          <a:prstGeom prst="rect">
            <a:avLst/>
          </a:prstGeom>
          <a:solidFill>
            <a:srgbClr val="2E4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46">
            <a:extLst>
              <a:ext uri="{FF2B5EF4-FFF2-40B4-BE49-F238E27FC236}">
                <a16:creationId xmlns:a16="http://schemas.microsoft.com/office/drawing/2014/main" id="{6055CC4B-15AC-85F0-7976-831048485C5C}"/>
              </a:ext>
            </a:extLst>
          </p:cNvPr>
          <p:cNvSpPr txBox="1"/>
          <p:nvPr/>
        </p:nvSpPr>
        <p:spPr>
          <a:xfrm>
            <a:off x="704088" y="5390489"/>
            <a:ext cx="20574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Microsoft JhengHei"/>
              </a:defRPr>
            </a:pPr>
            <a:r>
              <a:rPr sz="1400"/>
              <a:t>累計合計（至 6 月）</a:t>
            </a:r>
          </a:p>
        </p:txBody>
      </p:sp>
      <p:sp>
        <p:nvSpPr>
          <p:cNvPr id="99" name="TextBox 47">
            <a:extLst>
              <a:ext uri="{FF2B5EF4-FFF2-40B4-BE49-F238E27FC236}">
                <a16:creationId xmlns:a16="http://schemas.microsoft.com/office/drawing/2014/main" id="{3F4D3397-B7B0-3FE1-3B86-E369436A263D}"/>
              </a:ext>
            </a:extLst>
          </p:cNvPr>
          <p:cNvSpPr txBox="1"/>
          <p:nvPr/>
        </p:nvSpPr>
        <p:spPr>
          <a:xfrm>
            <a:off x="2718419" y="5405878"/>
            <a:ext cx="1143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JhengHei"/>
              </a:defRPr>
            </a:pPr>
            <a:r>
              <a:rPr sz="1400"/>
              <a:t>NT$ 8,029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BFC34FFE-14BC-506B-BA05-F024AB3298D6}"/>
              </a:ext>
            </a:extLst>
          </p:cNvPr>
          <p:cNvGrpSpPr/>
          <p:nvPr/>
        </p:nvGrpSpPr>
        <p:grpSpPr>
          <a:xfrm>
            <a:off x="6093386" y="2487168"/>
            <a:ext cx="5394960" cy="2359152"/>
            <a:chOff x="6093386" y="2816937"/>
            <a:chExt cx="5394960" cy="2359152"/>
          </a:xfrm>
        </p:grpSpPr>
        <p:sp>
          <p:nvSpPr>
            <p:cNvPr id="109" name="Rounded Rectangle 52">
              <a:extLst>
                <a:ext uri="{FF2B5EF4-FFF2-40B4-BE49-F238E27FC236}">
                  <a16:creationId xmlns:a16="http://schemas.microsoft.com/office/drawing/2014/main" id="{07A225E8-C5D8-8AB4-F059-85B94D06B04F}"/>
                </a:ext>
              </a:extLst>
            </p:cNvPr>
            <p:cNvSpPr/>
            <p:nvPr/>
          </p:nvSpPr>
          <p:spPr>
            <a:xfrm>
              <a:off x="6093386" y="2816937"/>
              <a:ext cx="5394960" cy="235915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/>
            </a:p>
          </p:txBody>
        </p:sp>
        <p:sp>
          <p:nvSpPr>
            <p:cNvPr id="111" name="TextBox 53">
              <a:extLst>
                <a:ext uri="{FF2B5EF4-FFF2-40B4-BE49-F238E27FC236}">
                  <a16:creationId xmlns:a16="http://schemas.microsoft.com/office/drawing/2014/main" id="{D229DE5F-ACF4-035C-6C42-5C447A88FE72}"/>
                </a:ext>
              </a:extLst>
            </p:cNvPr>
            <p:cNvSpPr txBox="1"/>
            <p:nvPr/>
          </p:nvSpPr>
          <p:spPr>
            <a:xfrm>
              <a:off x="6303698" y="2975395"/>
              <a:ext cx="2926080" cy="3231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defRPr sz="1500" b="1">
                  <a:solidFill>
                    <a:srgbClr val="0F172A"/>
                  </a:solidFill>
                  <a:latin typeface="Microsoft JhengHei"/>
                </a:defRPr>
              </a:pPr>
              <a:r>
                <a:t>模型成本比較（單次方案探索）</a:t>
              </a:r>
            </a:p>
          </p:txBody>
        </p:sp>
        <p:sp>
          <p:nvSpPr>
            <p:cNvPr id="113" name="Rectangle 54">
              <a:extLst>
                <a:ext uri="{FF2B5EF4-FFF2-40B4-BE49-F238E27FC236}">
                  <a16:creationId xmlns:a16="http://schemas.microsoft.com/office/drawing/2014/main" id="{8BA5F9DE-1FF0-3413-BD80-CE979802EDA8}"/>
                </a:ext>
              </a:extLst>
            </p:cNvPr>
            <p:cNvSpPr/>
            <p:nvPr/>
          </p:nvSpPr>
          <p:spPr>
            <a:xfrm>
              <a:off x="6303698" y="3589704"/>
              <a:ext cx="1664208" cy="256032"/>
            </a:xfrm>
            <a:prstGeom prst="rect">
              <a:avLst/>
            </a:prstGeom>
            <a:solidFill>
              <a:srgbClr val="2E435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>
                <a:defRPr sz="850" b="1">
                  <a:solidFill>
                    <a:srgbClr val="FFFFFF"/>
                  </a:solidFill>
                  <a:latin typeface="Microsoft JhengHei"/>
                </a:defRPr>
              </a:pPr>
              <a:r>
                <a:rPr sz="1100"/>
                <a:t>模型</a:t>
              </a:r>
            </a:p>
          </p:txBody>
        </p:sp>
        <p:sp>
          <p:nvSpPr>
            <p:cNvPr id="115" name="Rectangle 55">
              <a:extLst>
                <a:ext uri="{FF2B5EF4-FFF2-40B4-BE49-F238E27FC236}">
                  <a16:creationId xmlns:a16="http://schemas.microsoft.com/office/drawing/2014/main" id="{00B16F95-D6F5-B578-6EDB-954E38145A92}"/>
                </a:ext>
              </a:extLst>
            </p:cNvPr>
            <p:cNvSpPr/>
            <p:nvPr/>
          </p:nvSpPr>
          <p:spPr>
            <a:xfrm>
              <a:off x="7967905" y="3589704"/>
              <a:ext cx="1060704" cy="256032"/>
            </a:xfrm>
            <a:prstGeom prst="rect">
              <a:avLst/>
            </a:prstGeom>
            <a:solidFill>
              <a:srgbClr val="2E435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>
                <a:defRPr sz="850" b="1">
                  <a:solidFill>
                    <a:srgbClr val="FFFFFF"/>
                  </a:solidFill>
                  <a:latin typeface="Microsoft JhengHei"/>
                </a:defRPr>
              </a:pPr>
              <a:r>
                <a:rPr sz="1100"/>
                <a:t>相對</a:t>
              </a:r>
            </a:p>
          </p:txBody>
        </p:sp>
        <p:sp>
          <p:nvSpPr>
            <p:cNvPr id="117" name="Rectangle 56">
              <a:extLst>
                <a:ext uri="{FF2B5EF4-FFF2-40B4-BE49-F238E27FC236}">
                  <a16:creationId xmlns:a16="http://schemas.microsoft.com/office/drawing/2014/main" id="{1F08B260-5021-9EE9-5F42-A5E1C308013B}"/>
                </a:ext>
              </a:extLst>
            </p:cNvPr>
            <p:cNvSpPr/>
            <p:nvPr/>
          </p:nvSpPr>
          <p:spPr>
            <a:xfrm>
              <a:off x="9028610" y="3589704"/>
              <a:ext cx="1078992" cy="256032"/>
            </a:xfrm>
            <a:prstGeom prst="rect">
              <a:avLst/>
            </a:prstGeom>
            <a:solidFill>
              <a:srgbClr val="2E435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>
                <a:defRPr sz="850" b="1">
                  <a:solidFill>
                    <a:srgbClr val="FFFFFF"/>
                  </a:solidFill>
                  <a:latin typeface="Microsoft JhengHei"/>
                </a:defRPr>
              </a:pPr>
              <a:r>
                <a:rPr sz="1100"/>
                <a:t>單次</a:t>
              </a:r>
            </a:p>
          </p:txBody>
        </p:sp>
        <p:sp>
          <p:nvSpPr>
            <p:cNvPr id="119" name="Rectangle 57">
              <a:extLst>
                <a:ext uri="{FF2B5EF4-FFF2-40B4-BE49-F238E27FC236}">
                  <a16:creationId xmlns:a16="http://schemas.microsoft.com/office/drawing/2014/main" id="{E359F089-2AFA-757B-8BE4-E070D64BB974}"/>
                </a:ext>
              </a:extLst>
            </p:cNvPr>
            <p:cNvSpPr/>
            <p:nvPr/>
          </p:nvSpPr>
          <p:spPr>
            <a:xfrm>
              <a:off x="10107602" y="3589704"/>
              <a:ext cx="960120" cy="256032"/>
            </a:xfrm>
            <a:prstGeom prst="rect">
              <a:avLst/>
            </a:prstGeom>
            <a:solidFill>
              <a:srgbClr val="2E435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45720" tIns="0" rIns="45720" bIns="0" rtlCol="0" anchor="ctr"/>
            <a:lstStyle/>
            <a:p>
              <a:pPr algn="ctr">
                <a:defRPr sz="850" b="1">
                  <a:solidFill>
                    <a:srgbClr val="FFFFFF"/>
                  </a:solidFill>
                  <a:latin typeface="Microsoft JhengHei"/>
                </a:defRPr>
              </a:pPr>
              <a:r>
                <a:rPr sz="1100"/>
                <a:t>1,000 次</a:t>
              </a:r>
            </a:p>
          </p:txBody>
        </p:sp>
        <p:sp>
          <p:nvSpPr>
            <p:cNvPr id="121" name="Rectangle 58">
              <a:extLst>
                <a:ext uri="{FF2B5EF4-FFF2-40B4-BE49-F238E27FC236}">
                  <a16:creationId xmlns:a16="http://schemas.microsoft.com/office/drawing/2014/main" id="{6DE48D18-7E3E-C714-BFD4-CDCAAE828BFF}"/>
                </a:ext>
              </a:extLst>
            </p:cNvPr>
            <p:cNvSpPr/>
            <p:nvPr/>
          </p:nvSpPr>
          <p:spPr>
            <a:xfrm>
              <a:off x="6303698" y="3864024"/>
              <a:ext cx="1664208" cy="283464"/>
            </a:xfrm>
            <a:prstGeom prst="rect">
              <a:avLst/>
            </a:prstGeom>
            <a:solidFill>
              <a:srgbClr val="ECFDF5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l">
                <a:defRPr sz="869" b="1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Haiku 4.5（目前採用）</a:t>
              </a:r>
            </a:p>
          </p:txBody>
        </p:sp>
        <p:sp>
          <p:nvSpPr>
            <p:cNvPr id="123" name="Rectangle 59">
              <a:extLst>
                <a:ext uri="{FF2B5EF4-FFF2-40B4-BE49-F238E27FC236}">
                  <a16:creationId xmlns:a16="http://schemas.microsoft.com/office/drawing/2014/main" id="{11D34FF8-4209-057B-9D57-F5E792AC4702}"/>
                </a:ext>
              </a:extLst>
            </p:cNvPr>
            <p:cNvSpPr/>
            <p:nvPr/>
          </p:nvSpPr>
          <p:spPr>
            <a:xfrm>
              <a:off x="7967905" y="3864024"/>
              <a:ext cx="1060704" cy="283464"/>
            </a:xfrm>
            <a:prstGeom prst="rect">
              <a:avLst/>
            </a:prstGeom>
            <a:solidFill>
              <a:srgbClr val="ECFDF5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ctr">
                <a:defRPr sz="869" b="1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1×</a:t>
              </a:r>
            </a:p>
          </p:txBody>
        </p:sp>
        <p:sp>
          <p:nvSpPr>
            <p:cNvPr id="125" name="Rectangle 60">
              <a:extLst>
                <a:ext uri="{FF2B5EF4-FFF2-40B4-BE49-F238E27FC236}">
                  <a16:creationId xmlns:a16="http://schemas.microsoft.com/office/drawing/2014/main" id="{0A2EB2E1-BB1D-C63D-54BA-C9C0A890C30D}"/>
                </a:ext>
              </a:extLst>
            </p:cNvPr>
            <p:cNvSpPr/>
            <p:nvPr/>
          </p:nvSpPr>
          <p:spPr>
            <a:xfrm>
              <a:off x="9028610" y="3864024"/>
              <a:ext cx="1078992" cy="283464"/>
            </a:xfrm>
            <a:prstGeom prst="rect">
              <a:avLst/>
            </a:prstGeom>
            <a:solidFill>
              <a:srgbClr val="ECFDF5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ctr">
                <a:defRPr sz="869" b="1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NT$ 0.6</a:t>
              </a:r>
            </a:p>
          </p:txBody>
        </p:sp>
        <p:sp>
          <p:nvSpPr>
            <p:cNvPr id="127" name="Rectangle 61">
              <a:extLst>
                <a:ext uri="{FF2B5EF4-FFF2-40B4-BE49-F238E27FC236}">
                  <a16:creationId xmlns:a16="http://schemas.microsoft.com/office/drawing/2014/main" id="{BB158293-0B06-D298-58B5-537532A77BD6}"/>
                </a:ext>
              </a:extLst>
            </p:cNvPr>
            <p:cNvSpPr/>
            <p:nvPr/>
          </p:nvSpPr>
          <p:spPr>
            <a:xfrm>
              <a:off x="10107602" y="3864024"/>
              <a:ext cx="960120" cy="283464"/>
            </a:xfrm>
            <a:prstGeom prst="rect">
              <a:avLst/>
            </a:prstGeom>
            <a:solidFill>
              <a:srgbClr val="ECFDF5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ctr">
                <a:defRPr sz="869" b="1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NT$ 600</a:t>
              </a:r>
            </a:p>
          </p:txBody>
        </p:sp>
        <p:sp>
          <p:nvSpPr>
            <p:cNvPr id="129" name="Rectangle 62">
              <a:extLst>
                <a:ext uri="{FF2B5EF4-FFF2-40B4-BE49-F238E27FC236}">
                  <a16:creationId xmlns:a16="http://schemas.microsoft.com/office/drawing/2014/main" id="{91CD44D8-1BA2-6345-0EA2-557B1743332A}"/>
                </a:ext>
              </a:extLst>
            </p:cNvPr>
            <p:cNvSpPr/>
            <p:nvPr/>
          </p:nvSpPr>
          <p:spPr>
            <a:xfrm>
              <a:off x="6303698" y="4147488"/>
              <a:ext cx="1664208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l">
                <a:defRPr sz="869" b="0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Sonnet 4.6</a:t>
              </a:r>
            </a:p>
          </p:txBody>
        </p:sp>
        <p:sp>
          <p:nvSpPr>
            <p:cNvPr id="131" name="Rectangle 63">
              <a:extLst>
                <a:ext uri="{FF2B5EF4-FFF2-40B4-BE49-F238E27FC236}">
                  <a16:creationId xmlns:a16="http://schemas.microsoft.com/office/drawing/2014/main" id="{E44DE08B-0C03-705B-AB5B-E01A9D76C26F}"/>
                </a:ext>
              </a:extLst>
            </p:cNvPr>
            <p:cNvSpPr/>
            <p:nvPr/>
          </p:nvSpPr>
          <p:spPr>
            <a:xfrm>
              <a:off x="7967905" y="4147488"/>
              <a:ext cx="1060704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ctr">
                <a:defRPr sz="869" b="0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3×</a:t>
              </a:r>
            </a:p>
          </p:txBody>
        </p:sp>
        <p:sp>
          <p:nvSpPr>
            <p:cNvPr id="133" name="Rectangle 64">
              <a:extLst>
                <a:ext uri="{FF2B5EF4-FFF2-40B4-BE49-F238E27FC236}">
                  <a16:creationId xmlns:a16="http://schemas.microsoft.com/office/drawing/2014/main" id="{78B572BE-F03E-618A-741F-A4355CB50711}"/>
                </a:ext>
              </a:extLst>
            </p:cNvPr>
            <p:cNvSpPr/>
            <p:nvPr/>
          </p:nvSpPr>
          <p:spPr>
            <a:xfrm>
              <a:off x="9028610" y="4147488"/>
              <a:ext cx="1078992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ctr">
                <a:defRPr sz="869" b="0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NT$ 1.8</a:t>
              </a:r>
            </a:p>
          </p:txBody>
        </p:sp>
        <p:sp>
          <p:nvSpPr>
            <p:cNvPr id="135" name="Rectangle 65">
              <a:extLst>
                <a:ext uri="{FF2B5EF4-FFF2-40B4-BE49-F238E27FC236}">
                  <a16:creationId xmlns:a16="http://schemas.microsoft.com/office/drawing/2014/main" id="{2C75663E-8CBB-E780-A07A-36981BA75BA2}"/>
                </a:ext>
              </a:extLst>
            </p:cNvPr>
            <p:cNvSpPr/>
            <p:nvPr/>
          </p:nvSpPr>
          <p:spPr>
            <a:xfrm>
              <a:off x="10107602" y="4147488"/>
              <a:ext cx="96012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ctr">
                <a:defRPr sz="869" b="0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NT$ 1,800</a:t>
              </a:r>
            </a:p>
          </p:txBody>
        </p:sp>
        <p:sp>
          <p:nvSpPr>
            <p:cNvPr id="137" name="Rectangle 66">
              <a:extLst>
                <a:ext uri="{FF2B5EF4-FFF2-40B4-BE49-F238E27FC236}">
                  <a16:creationId xmlns:a16="http://schemas.microsoft.com/office/drawing/2014/main" id="{F1FD5A22-92F4-9EA2-2623-62698F8E9B7C}"/>
                </a:ext>
              </a:extLst>
            </p:cNvPr>
            <p:cNvSpPr/>
            <p:nvPr/>
          </p:nvSpPr>
          <p:spPr>
            <a:xfrm>
              <a:off x="6303698" y="4430952"/>
              <a:ext cx="1664208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l">
                <a:defRPr sz="869" b="0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Opus 4.8</a:t>
              </a:r>
            </a:p>
          </p:txBody>
        </p:sp>
        <p:sp>
          <p:nvSpPr>
            <p:cNvPr id="139" name="Rectangle 67">
              <a:extLst>
                <a:ext uri="{FF2B5EF4-FFF2-40B4-BE49-F238E27FC236}">
                  <a16:creationId xmlns:a16="http://schemas.microsoft.com/office/drawing/2014/main" id="{44A1D694-1069-1228-541F-484380DB96E1}"/>
                </a:ext>
              </a:extLst>
            </p:cNvPr>
            <p:cNvSpPr/>
            <p:nvPr/>
          </p:nvSpPr>
          <p:spPr>
            <a:xfrm>
              <a:off x="7967905" y="4430952"/>
              <a:ext cx="1060704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ctr">
                <a:defRPr sz="869" b="0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5×</a:t>
              </a:r>
            </a:p>
          </p:txBody>
        </p:sp>
        <p:sp>
          <p:nvSpPr>
            <p:cNvPr id="141" name="Rectangle 68">
              <a:extLst>
                <a:ext uri="{FF2B5EF4-FFF2-40B4-BE49-F238E27FC236}">
                  <a16:creationId xmlns:a16="http://schemas.microsoft.com/office/drawing/2014/main" id="{5CF9F3C6-5A78-5C05-1AC8-2AE60729888A}"/>
                </a:ext>
              </a:extLst>
            </p:cNvPr>
            <p:cNvSpPr/>
            <p:nvPr/>
          </p:nvSpPr>
          <p:spPr>
            <a:xfrm>
              <a:off x="9028610" y="4430952"/>
              <a:ext cx="1078992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ctr">
                <a:defRPr sz="869" b="0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NT$ 3.0</a:t>
              </a:r>
            </a:p>
          </p:txBody>
        </p:sp>
        <p:sp>
          <p:nvSpPr>
            <p:cNvPr id="143" name="Rectangle 69">
              <a:extLst>
                <a:ext uri="{FF2B5EF4-FFF2-40B4-BE49-F238E27FC236}">
                  <a16:creationId xmlns:a16="http://schemas.microsoft.com/office/drawing/2014/main" id="{BDEFE38F-1F62-726E-68D0-FD1A554E1281}"/>
                </a:ext>
              </a:extLst>
            </p:cNvPr>
            <p:cNvSpPr/>
            <p:nvPr/>
          </p:nvSpPr>
          <p:spPr>
            <a:xfrm>
              <a:off x="10107602" y="4430952"/>
              <a:ext cx="960120" cy="28346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BEE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4864" tIns="0" rIns="45720" bIns="0" rtlCol="0" anchor="ctr"/>
            <a:lstStyle/>
            <a:p>
              <a:pPr algn="ctr">
                <a:defRPr sz="869" b="0">
                  <a:solidFill>
                    <a:srgbClr val="0F172A"/>
                  </a:solidFill>
                  <a:latin typeface="Microsoft JhengHei"/>
                </a:defRPr>
              </a:pPr>
              <a:r>
                <a:rPr sz="1100"/>
                <a:t>NT$ 3,000</a:t>
              </a:r>
            </a:p>
          </p:txBody>
        </p:sp>
      </p:grpSp>
      <p:sp>
        <p:nvSpPr>
          <p:cNvPr id="145" name="Rounded Rectangle 70">
            <a:extLst>
              <a:ext uri="{FF2B5EF4-FFF2-40B4-BE49-F238E27FC236}">
                <a16:creationId xmlns:a16="http://schemas.microsoft.com/office/drawing/2014/main" id="{1442AA93-732D-D342-F4C5-5E266B918F2C}"/>
              </a:ext>
            </a:extLst>
          </p:cNvPr>
          <p:cNvSpPr/>
          <p:nvPr/>
        </p:nvSpPr>
        <p:spPr>
          <a:xfrm>
            <a:off x="502920" y="5852160"/>
            <a:ext cx="10927080" cy="420624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71">
            <a:extLst>
              <a:ext uri="{FF2B5EF4-FFF2-40B4-BE49-F238E27FC236}">
                <a16:creationId xmlns:a16="http://schemas.microsoft.com/office/drawing/2014/main" id="{35A7EA42-D958-CEC4-0299-54A299C039AB}"/>
              </a:ext>
            </a:extLst>
          </p:cNvPr>
          <p:cNvSpPr txBox="1"/>
          <p:nvPr/>
        </p:nvSpPr>
        <p:spPr>
          <a:xfrm>
            <a:off x="758951" y="5890295"/>
            <a:ext cx="10149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40" b="1">
                <a:solidFill>
                  <a:srgbClr val="78350F"/>
                </a:solidFill>
                <a:latin typeface="Microsoft JhengHei"/>
              </a:defRPr>
            </a:pPr>
            <a:r>
              <a:rPr sz="1400"/>
              <a:t>成本策略：日常方案探索維持 Haiku；Sonnet / Opus</a:t>
            </a:r>
            <a:r>
              <a:rPr lang="zh-TW" altLang="en-US" sz="1400"/>
              <a:t> 可</a:t>
            </a:r>
            <a:r>
              <a:rPr sz="1400"/>
              <a:t>用於高價值報告或複雜摘要，避免例行查詢放大成本。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B00658E-E49E-C928-911D-4481F9F93228}"/>
              </a:ext>
            </a:extLst>
          </p:cNvPr>
          <p:cNvSpPr txBox="1"/>
          <p:nvPr/>
        </p:nvSpPr>
        <p:spPr>
          <a:xfrm>
            <a:off x="6128004" y="5172265"/>
            <a:ext cx="44845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  <a:defRPr sz="869" b="0">
                <a:solidFill>
                  <a:srgbClr val="0F172A"/>
                </a:solidFill>
                <a:latin typeface="Microsoft JhengHei"/>
              </a:defRPr>
            </a:pPr>
            <a:r>
              <a:rPr lang="zh-TW" altLang="en-US" sz="1200"/>
              <a:t>經過</a:t>
            </a:r>
            <a:r>
              <a:rPr lang="en-US" altLang="zh-TW" sz="1200"/>
              <a:t>30</a:t>
            </a:r>
            <a:r>
              <a:rPr lang="zh-TW" altLang="en-US" sz="1200"/>
              <a:t>次實測，</a:t>
            </a:r>
            <a:r>
              <a:rPr lang="en-US" altLang="zh-TW" sz="1200"/>
              <a:t>H</a:t>
            </a:r>
            <a:r>
              <a:rPr lang="zh-TW" altLang="en-US" sz="1200"/>
              <a:t>模型與</a:t>
            </a:r>
            <a:r>
              <a:rPr lang="en-US" altLang="zh-TW" sz="1200"/>
              <a:t>O</a:t>
            </a:r>
            <a:r>
              <a:rPr lang="zh-TW" altLang="en-US" sz="1200"/>
              <a:t>模型的分析結果無差異</a:t>
            </a:r>
            <a:endParaRPr lang="en-US" altLang="zh-TW" sz="1200"/>
          </a:p>
          <a:p>
            <a:pPr marL="171450" indent="-171450" algn="l">
              <a:buFont typeface="Arial" panose="020B0604020202020204" pitchFamily="34" charset="0"/>
              <a:buChar char="•"/>
              <a:defRPr sz="869" b="0">
                <a:solidFill>
                  <a:srgbClr val="0F172A"/>
                </a:solidFill>
                <a:latin typeface="Microsoft JhengHei"/>
              </a:defRPr>
            </a:pPr>
            <a:r>
              <a:rPr lang="zh-TW" altLang="en-US" sz="1200"/>
              <a:t>根據上述結果，最終採用</a:t>
            </a:r>
            <a:r>
              <a:rPr lang="en-US" altLang="zh-TW" sz="1200"/>
              <a:t>H</a:t>
            </a:r>
            <a:r>
              <a:rPr lang="zh-TW" altLang="en-US" sz="1200"/>
              <a:t>模型作為日常使用模型</a:t>
            </a:r>
            <a:endParaRPr lang="en-US" altLang="zh-TW" sz="1200"/>
          </a:p>
        </p:txBody>
      </p:sp>
    </p:spTree>
    <p:extLst>
      <p:ext uri="{BB962C8B-B14F-4D97-AF65-F5344CB8AC3E}">
        <p14:creationId xmlns:p14="http://schemas.microsoft.com/office/powerpoint/2010/main" val="997031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A9FC-E33B-6718-B5F9-F9E80E159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EAE83DCC-DF37-5B66-8749-BB842E083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7" y="3140946"/>
            <a:ext cx="9967762" cy="1215699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 sz="88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結論</a:t>
            </a:r>
            <a:endParaRPr lang="en-US" altLang="zh-TW" sz="8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EB4DEB2-1FA9-BF80-D457-84BA248855E5}"/>
              </a:ext>
            </a:extLst>
          </p:cNvPr>
          <p:cNvSpPr txBox="1">
            <a:spLocks/>
          </p:cNvSpPr>
          <p:nvPr/>
        </p:nvSpPr>
        <p:spPr>
          <a:xfrm>
            <a:off x="3205312" y="3071967"/>
            <a:ext cx="5691038" cy="1215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資料評分</a:t>
            </a:r>
            <a:endParaRPr lang="en-US" altLang="zh-TW" sz="3200" b="1" noProof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457200" indent="-4572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32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自我檢視</a:t>
            </a:r>
            <a:endParaRPr lang="en-US" altLang="zh-TW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542BC1-3907-4CBB-54A7-2BCC7B579E1A}"/>
              </a:ext>
            </a:extLst>
          </p:cNvPr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552137-51EE-CA97-9B08-0B769FDC4F28}"/>
              </a:ext>
            </a:extLst>
          </p:cNvPr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5F5CA6-4237-F491-D576-B1A23C68F54C}"/>
              </a:ext>
            </a:extLst>
          </p:cNvPr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D17114-CB3A-DB05-AF6C-2526D8B92A4C}"/>
              </a:ext>
            </a:extLst>
          </p:cNvPr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11" name="Rectangle 77">
            <a:extLst>
              <a:ext uri="{FF2B5EF4-FFF2-40B4-BE49-F238E27FC236}">
                <a16:creationId xmlns:a16="http://schemas.microsoft.com/office/drawing/2014/main" id="{33F50818-7F90-C63F-235E-A61F2198F29D}"/>
              </a:ext>
            </a:extLst>
          </p:cNvPr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13" name="Rectangle 78">
            <a:extLst>
              <a:ext uri="{FF2B5EF4-FFF2-40B4-BE49-F238E27FC236}">
                <a16:creationId xmlns:a16="http://schemas.microsoft.com/office/drawing/2014/main" id="{183EDA8A-D16E-61DF-7984-D2A797F31205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rgbClr val="FFFFFF"/>
                </a:solidFill>
                <a:latin typeface="Microsoft JhengHei"/>
              </a:rPr>
              <a:t>結論</a:t>
            </a:r>
            <a:endParaRPr sz="850" b="1">
              <a:solidFill>
                <a:srgbClr val="FFFFFF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48019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14F16-9C6C-55A2-2705-6A3F2BCFA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結論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942E50-AD46-41BE-F183-89CB25B66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49435846-4642-60EE-7C88-F96ABAFCB22C}"/>
              </a:ext>
            </a:extLst>
          </p:cNvPr>
          <p:cNvSpPr txBox="1"/>
          <p:nvPr/>
        </p:nvSpPr>
        <p:spPr>
          <a:xfrm>
            <a:off x="403136" y="1307628"/>
            <a:ext cx="5303520" cy="46166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253A"/>
                </a:solidFill>
                <a:latin typeface="Microsoft JhengHei"/>
              </a:rPr>
              <a:t>成果回顧</a:t>
            </a:r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A74F0516-57EA-2BDC-C723-49ADAB982FB0}"/>
              </a:ext>
            </a:extLst>
          </p:cNvPr>
          <p:cNvGrpSpPr/>
          <p:nvPr/>
        </p:nvGrpSpPr>
        <p:grpSpPr>
          <a:xfrm>
            <a:off x="439712" y="2066224"/>
            <a:ext cx="5442128" cy="3011719"/>
            <a:chOff x="439712" y="2089258"/>
            <a:chExt cx="5442128" cy="1936338"/>
          </a:xfrm>
        </p:grpSpPr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B1A452AB-D561-02F4-3C7D-0EF868AEC273}"/>
                </a:ext>
              </a:extLst>
            </p:cNvPr>
            <p:cNvSpPr/>
            <p:nvPr/>
          </p:nvSpPr>
          <p:spPr>
            <a:xfrm>
              <a:off x="439712" y="2182803"/>
              <a:ext cx="237744" cy="237744"/>
            </a:xfrm>
            <a:prstGeom prst="roundRect">
              <a:avLst>
                <a:gd name="adj" fmla="val 18000"/>
              </a:avLst>
            </a:prstGeom>
            <a:solidFill>
              <a:srgbClr val="0BA08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15ABF67F-CD0E-9431-9D50-380B18B602EA}"/>
                </a:ext>
              </a:extLst>
            </p:cNvPr>
            <p:cNvSpPr txBox="1"/>
            <p:nvPr/>
          </p:nvSpPr>
          <p:spPr>
            <a:xfrm>
              <a:off x="439712" y="2174717"/>
              <a:ext cx="23774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Microsoft JhengHei"/>
                </a:rPr>
                <a:t>✓</a:t>
              </a:r>
            </a:p>
          </p:txBody>
        </p:sp>
        <p:sp>
          <p:nvSpPr>
            <p:cNvPr id="14" name="TextBox 8">
              <a:extLst>
                <a:ext uri="{FF2B5EF4-FFF2-40B4-BE49-F238E27FC236}">
                  <a16:creationId xmlns:a16="http://schemas.microsoft.com/office/drawing/2014/main" id="{7EAC8B8E-1720-3139-D36A-47D72B6C83B2}"/>
                </a:ext>
              </a:extLst>
            </p:cNvPr>
            <p:cNvSpPr txBox="1"/>
            <p:nvPr/>
          </p:nvSpPr>
          <p:spPr>
            <a:xfrm>
              <a:off x="768896" y="2089258"/>
              <a:ext cx="4937760" cy="296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l"/>
              <a:r>
                <a:rPr sz="2400" b="1">
                  <a:solidFill>
                    <a:srgbClr val="10253A"/>
                  </a:solidFill>
                  <a:latin typeface="Microsoft JhengHei"/>
                </a:rPr>
                <a:t>2,340 筆方案 × 834 家業者</a:t>
              </a:r>
            </a:p>
          </p:txBody>
        </p:sp>
        <p:sp>
          <p:nvSpPr>
            <p:cNvPr id="16" name="TextBox 9">
              <a:extLst>
                <a:ext uri="{FF2B5EF4-FFF2-40B4-BE49-F238E27FC236}">
                  <a16:creationId xmlns:a16="http://schemas.microsoft.com/office/drawing/2014/main" id="{129F4CC2-EFEC-314A-D523-CD9BE286CB20}"/>
                </a:ext>
              </a:extLst>
            </p:cNvPr>
            <p:cNvSpPr txBox="1"/>
            <p:nvPr/>
          </p:nvSpPr>
          <p:spPr>
            <a:xfrm>
              <a:off x="768896" y="2403153"/>
              <a:ext cx="4937760" cy="2176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l"/>
              <a:r>
                <a:rPr sz="1600" b="0">
                  <a:solidFill>
                    <a:srgbClr val="5F6B76"/>
                  </a:solidFill>
                  <a:latin typeface="Microsoft JhengHei"/>
                </a:rPr>
                <a:t>7 大來源整合，稅籍官方比對 96.3%，AI 批次補完</a:t>
              </a:r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28620204-33D6-C1F4-D63B-5E8FA8F6F540}"/>
                </a:ext>
              </a:extLst>
            </p:cNvPr>
            <p:cNvSpPr/>
            <p:nvPr/>
          </p:nvSpPr>
          <p:spPr>
            <a:xfrm>
              <a:off x="439712" y="2896035"/>
              <a:ext cx="237744" cy="237744"/>
            </a:xfrm>
            <a:prstGeom prst="roundRect">
              <a:avLst>
                <a:gd name="adj" fmla="val 18000"/>
              </a:avLst>
            </a:prstGeom>
            <a:solidFill>
              <a:srgbClr val="0BA08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0" name="TextBox 11">
              <a:extLst>
                <a:ext uri="{FF2B5EF4-FFF2-40B4-BE49-F238E27FC236}">
                  <a16:creationId xmlns:a16="http://schemas.microsoft.com/office/drawing/2014/main" id="{B66857EE-CCB9-838B-B276-38C786F4A1D3}"/>
                </a:ext>
              </a:extLst>
            </p:cNvPr>
            <p:cNvSpPr txBox="1"/>
            <p:nvPr/>
          </p:nvSpPr>
          <p:spPr>
            <a:xfrm>
              <a:off x="439712" y="2887949"/>
              <a:ext cx="23774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Microsoft JhengHei"/>
                </a:rPr>
                <a:t>✓</a:t>
              </a:r>
            </a:p>
          </p:txBody>
        </p:sp>
        <p:sp>
          <p:nvSpPr>
            <p:cNvPr id="22" name="TextBox 12">
              <a:extLst>
                <a:ext uri="{FF2B5EF4-FFF2-40B4-BE49-F238E27FC236}">
                  <a16:creationId xmlns:a16="http://schemas.microsoft.com/office/drawing/2014/main" id="{195B9CF0-12DB-DA7C-E444-1F373089233A}"/>
                </a:ext>
              </a:extLst>
            </p:cNvPr>
            <p:cNvSpPr txBox="1"/>
            <p:nvPr/>
          </p:nvSpPr>
          <p:spPr>
            <a:xfrm>
              <a:off x="768896" y="2802489"/>
              <a:ext cx="4937760" cy="296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l"/>
              <a:r>
                <a:rPr sz="2400" b="1">
                  <a:solidFill>
                    <a:srgbClr val="10253A"/>
                  </a:solidFill>
                  <a:latin typeface="Microsoft JhengHei"/>
                </a:rPr>
                <a:t>7 輪模擬測試驗證品質</a:t>
              </a:r>
            </a:p>
          </p:txBody>
        </p:sp>
        <p:sp>
          <p:nvSpPr>
            <p:cNvPr id="24" name="TextBox 13">
              <a:extLst>
                <a:ext uri="{FF2B5EF4-FFF2-40B4-BE49-F238E27FC236}">
                  <a16:creationId xmlns:a16="http://schemas.microsoft.com/office/drawing/2014/main" id="{922F1BB8-375B-2E74-9BBB-1540E3264139}"/>
                </a:ext>
              </a:extLst>
            </p:cNvPr>
            <p:cNvSpPr txBox="1"/>
            <p:nvPr/>
          </p:nvSpPr>
          <p:spPr>
            <a:xfrm>
              <a:off x="768896" y="3116383"/>
              <a:ext cx="4937760" cy="2176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l"/>
              <a:r>
                <a:rPr sz="1600" b="0">
                  <a:solidFill>
                    <a:srgbClr val="5F6B76"/>
                  </a:solidFill>
                  <a:latin typeface="Microsoft JhengHei"/>
                </a:rPr>
                <a:t>100 情境自動執行，</a:t>
              </a:r>
              <a:r>
                <a:rPr lang="en-US" altLang="zh-TW" sz="1600">
                  <a:solidFill>
                    <a:srgbClr val="5F6B76"/>
                  </a:solidFill>
                  <a:latin typeface="Microsoft JhengHei"/>
                </a:rPr>
                <a:t>7</a:t>
              </a:r>
              <a:r>
                <a:rPr lang="zh-TW" altLang="en-US" sz="1600">
                  <a:solidFill>
                    <a:srgbClr val="5F6B76"/>
                  </a:solidFill>
                  <a:latin typeface="Microsoft JhengHei"/>
                </a:rPr>
                <a:t>輪反覆補充</a:t>
              </a:r>
              <a:r>
                <a:rPr sz="1600" b="0">
                  <a:solidFill>
                    <a:srgbClr val="5F6B76"/>
                  </a:solidFill>
                  <a:latin typeface="Microsoft JhengHei"/>
                </a:rPr>
                <a:t>・</a:t>
              </a:r>
              <a:r>
                <a:rPr lang="zh-TW" altLang="en-US" sz="1600" b="0">
                  <a:solidFill>
                    <a:srgbClr val="5F6B76"/>
                  </a:solidFill>
                  <a:latin typeface="Microsoft JhengHei"/>
                </a:rPr>
                <a:t>精準</a:t>
              </a:r>
              <a:r>
                <a:rPr sz="1600" b="0">
                  <a:solidFill>
                    <a:srgbClr val="5F6B76"/>
                  </a:solidFill>
                  <a:latin typeface="Microsoft JhengHei"/>
                </a:rPr>
                <a:t>度</a:t>
              </a:r>
              <a:r>
                <a:rPr lang="zh-TW" altLang="en-US" sz="1600" b="0">
                  <a:solidFill>
                    <a:srgbClr val="5F6B76"/>
                  </a:solidFill>
                  <a:latin typeface="Microsoft JhengHei"/>
                </a:rPr>
                <a:t>確實提升</a:t>
              </a:r>
              <a:endParaRPr sz="1600" b="0">
                <a:solidFill>
                  <a:srgbClr val="5F6B76"/>
                </a:solidFill>
                <a:latin typeface="Microsoft JhengHei"/>
              </a:endParaRPr>
            </a:p>
          </p:txBody>
        </p:sp>
        <p:sp>
          <p:nvSpPr>
            <p:cNvPr id="26" name="Rectangle 14">
              <a:extLst>
                <a:ext uri="{FF2B5EF4-FFF2-40B4-BE49-F238E27FC236}">
                  <a16:creationId xmlns:a16="http://schemas.microsoft.com/office/drawing/2014/main" id="{C2AD5870-4F9F-1E68-FE10-B22A011A8F7E}"/>
                </a:ext>
              </a:extLst>
            </p:cNvPr>
            <p:cNvSpPr/>
            <p:nvPr/>
          </p:nvSpPr>
          <p:spPr>
            <a:xfrm>
              <a:off x="439712" y="3609267"/>
              <a:ext cx="237744" cy="237744"/>
            </a:xfrm>
            <a:prstGeom prst="roundRect">
              <a:avLst>
                <a:gd name="adj" fmla="val 18000"/>
              </a:avLst>
            </a:prstGeom>
            <a:solidFill>
              <a:srgbClr val="0BA08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8" name="TextBox 15">
              <a:extLst>
                <a:ext uri="{FF2B5EF4-FFF2-40B4-BE49-F238E27FC236}">
                  <a16:creationId xmlns:a16="http://schemas.microsoft.com/office/drawing/2014/main" id="{4AF8E1D4-D14C-D90D-8C00-3B049F47D811}"/>
                </a:ext>
              </a:extLst>
            </p:cNvPr>
            <p:cNvSpPr txBox="1"/>
            <p:nvPr/>
          </p:nvSpPr>
          <p:spPr>
            <a:xfrm>
              <a:off x="439712" y="3601181"/>
              <a:ext cx="23774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Microsoft JhengHei"/>
                </a:rPr>
                <a:t>✓</a:t>
              </a:r>
            </a:p>
          </p:txBody>
        </p:sp>
        <p:sp>
          <p:nvSpPr>
            <p:cNvPr id="30" name="TextBox 16">
              <a:extLst>
                <a:ext uri="{FF2B5EF4-FFF2-40B4-BE49-F238E27FC236}">
                  <a16:creationId xmlns:a16="http://schemas.microsoft.com/office/drawing/2014/main" id="{AAC1C089-64D6-DEF6-6967-4E4BD96DC636}"/>
                </a:ext>
              </a:extLst>
            </p:cNvPr>
            <p:cNvSpPr txBox="1"/>
            <p:nvPr/>
          </p:nvSpPr>
          <p:spPr>
            <a:xfrm>
              <a:off x="768896" y="3515720"/>
              <a:ext cx="4937760" cy="296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l"/>
              <a:r>
                <a:rPr sz="2400" b="1">
                  <a:solidFill>
                    <a:srgbClr val="10253A"/>
                  </a:solidFill>
                  <a:latin typeface="Microsoft JhengHei"/>
                </a:rPr>
                <a:t>7 大功能完整上線</a:t>
              </a:r>
            </a:p>
          </p:txBody>
        </p:sp>
        <p:sp>
          <p:nvSpPr>
            <p:cNvPr id="32" name="TextBox 17">
              <a:extLst>
                <a:ext uri="{FF2B5EF4-FFF2-40B4-BE49-F238E27FC236}">
                  <a16:creationId xmlns:a16="http://schemas.microsoft.com/office/drawing/2014/main" id="{19373962-FAE1-F65F-0DC6-F532F5A2EB73}"/>
                </a:ext>
              </a:extLst>
            </p:cNvPr>
            <p:cNvSpPr txBox="1"/>
            <p:nvPr/>
          </p:nvSpPr>
          <p:spPr>
            <a:xfrm>
              <a:off x="768895" y="3807928"/>
              <a:ext cx="5112945" cy="2176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l"/>
              <a:r>
                <a:rPr sz="1600" b="0">
                  <a:solidFill>
                    <a:srgbClr val="5F6B76"/>
                  </a:solidFill>
                  <a:latin typeface="Microsoft JhengHei"/>
                </a:rPr>
                <a:t>語意搜尋・比較・診斷工具・星圖・方案探索・</a:t>
              </a:r>
              <a:r>
                <a:rPr lang="zh-TW" altLang="en-US" sz="1600" b="0">
                  <a:solidFill>
                    <a:srgbClr val="5F6B76"/>
                  </a:solidFill>
                  <a:latin typeface="Microsoft JhengHei"/>
                </a:rPr>
                <a:t>儀錶板</a:t>
              </a:r>
              <a:endParaRPr sz="1600" b="0">
                <a:solidFill>
                  <a:srgbClr val="5F6B76"/>
                </a:solidFill>
                <a:latin typeface="Microsoft JhengHei"/>
              </a:endParaRPr>
            </a:p>
          </p:txBody>
        </p:sp>
      </p:grpSp>
      <p:sp>
        <p:nvSpPr>
          <p:cNvPr id="34" name="Rectangle 18">
            <a:extLst>
              <a:ext uri="{FF2B5EF4-FFF2-40B4-BE49-F238E27FC236}">
                <a16:creationId xmlns:a16="http://schemas.microsoft.com/office/drawing/2014/main" id="{D30A914A-40AE-C21F-CE64-FF3A753A2C1B}"/>
              </a:ext>
            </a:extLst>
          </p:cNvPr>
          <p:cNvSpPr/>
          <p:nvPr/>
        </p:nvSpPr>
        <p:spPr>
          <a:xfrm>
            <a:off x="6310160" y="1522406"/>
            <a:ext cx="13716" cy="3931920"/>
          </a:xfrm>
          <a:prstGeom prst="rect">
            <a:avLst/>
          </a:prstGeom>
          <a:solidFill>
            <a:srgbClr val="E2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19">
            <a:extLst>
              <a:ext uri="{FF2B5EF4-FFF2-40B4-BE49-F238E27FC236}">
                <a16:creationId xmlns:a16="http://schemas.microsoft.com/office/drawing/2014/main" id="{53338799-D15A-98FE-53E1-112CC64611EC}"/>
              </a:ext>
            </a:extLst>
          </p:cNvPr>
          <p:cNvSpPr txBox="1"/>
          <p:nvPr/>
        </p:nvSpPr>
        <p:spPr>
          <a:xfrm>
            <a:off x="6630200" y="1307629"/>
            <a:ext cx="5303520" cy="46166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10253A"/>
                </a:solidFill>
                <a:latin typeface="Microsoft JhengHei"/>
              </a:rPr>
              <a:t>持續努力方向</a:t>
            </a:r>
          </a:p>
        </p:txBody>
      </p:sp>
      <p:sp>
        <p:nvSpPr>
          <p:cNvPr id="38" name="Rectangle 20">
            <a:extLst>
              <a:ext uri="{FF2B5EF4-FFF2-40B4-BE49-F238E27FC236}">
                <a16:creationId xmlns:a16="http://schemas.microsoft.com/office/drawing/2014/main" id="{D29D66FD-6E92-4D9D-87D4-731AF0A4AEE5}"/>
              </a:ext>
            </a:extLst>
          </p:cNvPr>
          <p:cNvSpPr/>
          <p:nvPr/>
        </p:nvSpPr>
        <p:spPr>
          <a:xfrm>
            <a:off x="6657632" y="1888166"/>
            <a:ext cx="5276088" cy="1572768"/>
          </a:xfrm>
          <a:prstGeom prst="roundRect">
            <a:avLst>
              <a:gd name="adj" fmla="val 18000"/>
            </a:avLst>
          </a:prstGeom>
          <a:solidFill>
            <a:srgbClr val="E1F5EE"/>
          </a:solidFill>
          <a:ln w="9525">
            <a:solidFill>
              <a:srgbClr val="0BA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21">
            <a:extLst>
              <a:ext uri="{FF2B5EF4-FFF2-40B4-BE49-F238E27FC236}">
                <a16:creationId xmlns:a16="http://schemas.microsoft.com/office/drawing/2014/main" id="{AECE6ACF-6C94-DFE2-1A2A-6DDC75561CFE}"/>
              </a:ext>
            </a:extLst>
          </p:cNvPr>
          <p:cNvSpPr txBox="1"/>
          <p:nvPr/>
        </p:nvSpPr>
        <p:spPr>
          <a:xfrm>
            <a:off x="6840512" y="1907567"/>
            <a:ext cx="4919472" cy="4001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6564B"/>
                </a:solidFill>
                <a:latin typeface="Microsoft JhengHei"/>
              </a:rPr>
              <a:t>方向 1　資料持續蒐集</a:t>
            </a:r>
          </a:p>
        </p:txBody>
      </p:sp>
      <p:sp>
        <p:nvSpPr>
          <p:cNvPr id="42" name="TextBox 22">
            <a:extLst>
              <a:ext uri="{FF2B5EF4-FFF2-40B4-BE49-F238E27FC236}">
                <a16:creationId xmlns:a16="http://schemas.microsoft.com/office/drawing/2014/main" id="{09E60FAC-5DD9-61A0-4D5D-21A32F19AAA7}"/>
              </a:ext>
            </a:extLst>
          </p:cNvPr>
          <p:cNvSpPr txBox="1"/>
          <p:nvPr/>
        </p:nvSpPr>
        <p:spPr>
          <a:xfrm>
            <a:off x="6840512" y="2368335"/>
            <a:ext cx="4919472" cy="92333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b="0">
                <a:solidFill>
                  <a:srgbClr val="06564B"/>
                </a:solidFill>
                <a:latin typeface="Microsoft JhengHei"/>
              </a:rPr>
              <a:t>爬蟲自動化 + 定期 ETL 更新，讓資料庫從靜態快照成為動態的產業地圖。
資料越</a:t>
            </a:r>
            <a:r>
              <a:rPr lang="zh-TW" altLang="en-US" b="0">
                <a:solidFill>
                  <a:srgbClr val="06564B"/>
                </a:solidFill>
                <a:latin typeface="Microsoft JhengHei"/>
              </a:rPr>
              <a:t>完整</a:t>
            </a:r>
            <a:r>
              <a:rPr b="0">
                <a:solidFill>
                  <a:srgbClr val="06564B"/>
                </a:solidFill>
                <a:latin typeface="Microsoft JhengHei"/>
              </a:rPr>
              <a:t>，顧問建議有底氣</a:t>
            </a:r>
            <a:r>
              <a:rPr lang="zh-TW" altLang="en-US" b="0">
                <a:solidFill>
                  <a:srgbClr val="06564B"/>
                </a:solidFill>
                <a:latin typeface="Microsoft JhengHei"/>
              </a:rPr>
              <a:t>與含金量</a:t>
            </a:r>
            <a:r>
              <a:rPr b="0">
                <a:solidFill>
                  <a:srgbClr val="06564B"/>
                </a:solidFill>
                <a:latin typeface="Microsoft JhengHei"/>
              </a:rPr>
              <a:t>。</a:t>
            </a:r>
          </a:p>
        </p:txBody>
      </p:sp>
      <p:sp>
        <p:nvSpPr>
          <p:cNvPr id="44" name="Rectangle 23">
            <a:extLst>
              <a:ext uri="{FF2B5EF4-FFF2-40B4-BE49-F238E27FC236}">
                <a16:creationId xmlns:a16="http://schemas.microsoft.com/office/drawing/2014/main" id="{C4004EF2-E26F-16B4-2951-59C013796730}"/>
              </a:ext>
            </a:extLst>
          </p:cNvPr>
          <p:cNvSpPr/>
          <p:nvPr/>
        </p:nvSpPr>
        <p:spPr>
          <a:xfrm>
            <a:off x="6657632" y="3588950"/>
            <a:ext cx="5276088" cy="1901952"/>
          </a:xfrm>
          <a:prstGeom prst="roundRect">
            <a:avLst>
              <a:gd name="adj" fmla="val 18000"/>
            </a:avLst>
          </a:prstGeom>
          <a:solidFill>
            <a:srgbClr val="FAEEDA"/>
          </a:solidFill>
          <a:ln w="9525">
            <a:solidFill>
              <a:srgbClr val="E8A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4">
            <a:extLst>
              <a:ext uri="{FF2B5EF4-FFF2-40B4-BE49-F238E27FC236}">
                <a16:creationId xmlns:a16="http://schemas.microsoft.com/office/drawing/2014/main" id="{A8B361C5-0B41-8DD5-86F2-B4760FB06DAA}"/>
              </a:ext>
            </a:extLst>
          </p:cNvPr>
          <p:cNvSpPr txBox="1"/>
          <p:nvPr/>
        </p:nvSpPr>
        <p:spPr>
          <a:xfrm>
            <a:off x="6840512" y="3617495"/>
            <a:ext cx="4919472" cy="4001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633806"/>
                </a:solidFill>
                <a:latin typeface="Microsoft JhengHei"/>
              </a:rPr>
              <a:t>方向 2　支援知識助理平台</a:t>
            </a:r>
          </a:p>
        </p:txBody>
      </p:sp>
      <p:sp>
        <p:nvSpPr>
          <p:cNvPr id="48" name="TextBox 25">
            <a:extLst>
              <a:ext uri="{FF2B5EF4-FFF2-40B4-BE49-F238E27FC236}">
                <a16:creationId xmlns:a16="http://schemas.microsoft.com/office/drawing/2014/main" id="{68B37BD8-22A5-C43F-B1D1-7D6729ED500B}"/>
              </a:ext>
            </a:extLst>
          </p:cNvPr>
          <p:cNvSpPr txBox="1"/>
          <p:nvPr/>
        </p:nvSpPr>
        <p:spPr>
          <a:xfrm>
            <a:off x="6840512" y="4095211"/>
            <a:ext cx="4919472" cy="120032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b="0">
                <a:solidFill>
                  <a:srgbClr val="633806"/>
                </a:solidFill>
                <a:latin typeface="Microsoft JhengHei"/>
              </a:rPr>
              <a:t>本資料庫的業者能力與方案知識，可直接供應知識助理平台的</a:t>
            </a:r>
            <a:r>
              <a:rPr lang="zh-TW" altLang="en-US" b="0">
                <a:solidFill>
                  <a:srgbClr val="633806"/>
                </a:solidFill>
                <a:latin typeface="Microsoft JhengHei"/>
              </a:rPr>
              <a:t>底層資料</a:t>
            </a:r>
            <a:r>
              <a:rPr b="0">
                <a:solidFill>
                  <a:srgbClr val="633806"/>
                </a:solidFill>
                <a:latin typeface="Microsoft JhengHei"/>
              </a:rPr>
              <a:t>。
前線由平台發揮，本庫負責彈藥補給：資料常保最新、依需求快速供應。</a:t>
            </a:r>
          </a:p>
        </p:txBody>
      </p:sp>
      <p:sp>
        <p:nvSpPr>
          <p:cNvPr id="50" name="Rectangle 26">
            <a:extLst>
              <a:ext uri="{FF2B5EF4-FFF2-40B4-BE49-F238E27FC236}">
                <a16:creationId xmlns:a16="http://schemas.microsoft.com/office/drawing/2014/main" id="{C4E677DA-AA59-210C-B694-EE4ACD5A2ABB}"/>
              </a:ext>
            </a:extLst>
          </p:cNvPr>
          <p:cNvSpPr/>
          <p:nvPr/>
        </p:nvSpPr>
        <p:spPr>
          <a:xfrm>
            <a:off x="439712" y="5803827"/>
            <a:ext cx="11494008" cy="658368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1E00F420-8760-2BC5-0C84-C03DB1263FDF}"/>
              </a:ext>
            </a:extLst>
          </p:cNvPr>
          <p:cNvSpPr txBox="1"/>
          <p:nvPr/>
        </p:nvSpPr>
        <p:spPr>
          <a:xfrm>
            <a:off x="640880" y="5963734"/>
            <a:ext cx="11155680" cy="33855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JhengHei"/>
              </a:rPr>
              <a:t>3 個月從 0 到 MVP，ETL 持續運行</a:t>
            </a:r>
            <a:r>
              <a:rPr lang="zh-TW" altLang="en-US" sz="1600" b="0">
                <a:solidFill>
                  <a:srgbClr val="FFFFFF"/>
                </a:solidFill>
                <a:latin typeface="Microsoft JhengHei"/>
              </a:rPr>
              <a:t>中</a:t>
            </a:r>
            <a:r>
              <a:rPr sz="1600" b="0">
                <a:solidFill>
                  <a:srgbClr val="FFFFFF"/>
                </a:solidFill>
                <a:latin typeface="Microsoft JhengHei"/>
              </a:rPr>
              <a:t> </a:t>
            </a:r>
            <a:r>
              <a:rPr lang="zh-TW" altLang="en-US" sz="1600" b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1600" b="0">
                <a:solidFill>
                  <a:srgbClr val="FFFFFF"/>
                </a:solidFill>
                <a:latin typeface="Microsoft JhengHei"/>
              </a:rPr>
              <a:t>—</a:t>
            </a:r>
            <a:r>
              <a:rPr lang="zh-TW" altLang="en-US" sz="1600" b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1600" b="0">
                <a:solidFill>
                  <a:srgbClr val="FFFF00"/>
                </a:solidFill>
                <a:latin typeface="Microsoft JhengHei"/>
              </a:rPr>
              <a:t>後續依顧問實際需求調整發展方向，成為本中心特有資產護城河</a:t>
            </a:r>
          </a:p>
        </p:txBody>
      </p:sp>
      <p:sp>
        <p:nvSpPr>
          <p:cNvPr id="55" name="Rectangle 73">
            <a:extLst>
              <a:ext uri="{FF2B5EF4-FFF2-40B4-BE49-F238E27FC236}">
                <a16:creationId xmlns:a16="http://schemas.microsoft.com/office/drawing/2014/main" id="{63F676FA-EB1E-CDF6-A169-D15A0D5A6912}"/>
              </a:ext>
            </a:extLst>
          </p:cNvPr>
          <p:cNvSpPr/>
          <p:nvPr/>
        </p:nvSpPr>
        <p:spPr>
          <a:xfrm>
            <a:off x="256032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前言</a:t>
            </a:r>
          </a:p>
        </p:txBody>
      </p:sp>
      <p:sp>
        <p:nvSpPr>
          <p:cNvPr id="57" name="Rectangle 74">
            <a:extLst>
              <a:ext uri="{FF2B5EF4-FFF2-40B4-BE49-F238E27FC236}">
                <a16:creationId xmlns:a16="http://schemas.microsoft.com/office/drawing/2014/main" id="{C4F4E6FD-A084-7F31-13E7-A6EA10161FA7}"/>
              </a:ext>
            </a:extLst>
          </p:cNvPr>
          <p:cNvSpPr/>
          <p:nvPr/>
        </p:nvSpPr>
        <p:spPr>
          <a:xfrm>
            <a:off x="2213356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建置</a:t>
            </a:r>
          </a:p>
        </p:txBody>
      </p:sp>
      <p:sp>
        <p:nvSpPr>
          <p:cNvPr id="59" name="Rectangle 75">
            <a:extLst>
              <a:ext uri="{FF2B5EF4-FFF2-40B4-BE49-F238E27FC236}">
                <a16:creationId xmlns:a16="http://schemas.microsoft.com/office/drawing/2014/main" id="{0C4C8D28-C8C6-13DE-869A-AEB9DDF2A243}"/>
              </a:ext>
            </a:extLst>
          </p:cNvPr>
          <p:cNvSpPr/>
          <p:nvPr/>
        </p:nvSpPr>
        <p:spPr>
          <a:xfrm>
            <a:off x="4170680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開發</a:t>
            </a:r>
          </a:p>
        </p:txBody>
      </p:sp>
      <p:sp>
        <p:nvSpPr>
          <p:cNvPr id="61" name="Rectangle 76">
            <a:extLst>
              <a:ext uri="{FF2B5EF4-FFF2-40B4-BE49-F238E27FC236}">
                <a16:creationId xmlns:a16="http://schemas.microsoft.com/office/drawing/2014/main" id="{CC5ACC24-19AE-381F-C276-3B6EFF17CF42}"/>
              </a:ext>
            </a:extLst>
          </p:cNvPr>
          <p:cNvSpPr/>
          <p:nvPr/>
        </p:nvSpPr>
        <p:spPr>
          <a:xfrm>
            <a:off x="6128004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 b="0">
                <a:solidFill>
                  <a:srgbClr val="8A969E"/>
                </a:solidFill>
                <a:latin typeface="Microsoft JhengHei"/>
              </a:rPr>
              <a:t>測試</a:t>
            </a:r>
          </a:p>
        </p:txBody>
      </p:sp>
      <p:sp>
        <p:nvSpPr>
          <p:cNvPr id="63" name="Rectangle 77">
            <a:extLst>
              <a:ext uri="{FF2B5EF4-FFF2-40B4-BE49-F238E27FC236}">
                <a16:creationId xmlns:a16="http://schemas.microsoft.com/office/drawing/2014/main" id="{A399533A-A1A5-CD16-0D5A-3DEC4270CF65}"/>
              </a:ext>
            </a:extLst>
          </p:cNvPr>
          <p:cNvSpPr/>
          <p:nvPr/>
        </p:nvSpPr>
        <p:spPr>
          <a:xfrm>
            <a:off x="8085327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50">
                <a:solidFill>
                  <a:srgbClr val="8A969E"/>
                </a:solidFill>
                <a:latin typeface="Microsoft JhengHei"/>
              </a:rPr>
              <a:t>檢驗</a:t>
            </a:r>
          </a:p>
        </p:txBody>
      </p:sp>
      <p:sp>
        <p:nvSpPr>
          <p:cNvPr id="65" name="Rectangle 78">
            <a:extLst>
              <a:ext uri="{FF2B5EF4-FFF2-40B4-BE49-F238E27FC236}">
                <a16:creationId xmlns:a16="http://schemas.microsoft.com/office/drawing/2014/main" id="{B2827F63-C25C-3BDA-9622-E971E1B8F8FB}"/>
              </a:ext>
            </a:extLst>
          </p:cNvPr>
          <p:cNvSpPr/>
          <p:nvPr/>
        </p:nvSpPr>
        <p:spPr>
          <a:xfrm>
            <a:off x="10042651" y="36576"/>
            <a:ext cx="1893316" cy="201168"/>
          </a:xfrm>
          <a:prstGeom prst="roundRect">
            <a:avLst>
              <a:gd name="adj" fmla="val 28000"/>
            </a:avLst>
          </a:prstGeom>
          <a:solidFill>
            <a:srgbClr val="0BA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TW" altLang="en-US" sz="850" b="1">
                <a:solidFill>
                  <a:srgbClr val="FFFFFF"/>
                </a:solidFill>
                <a:latin typeface="Microsoft JhengHei"/>
              </a:rPr>
              <a:t>結論</a:t>
            </a:r>
            <a:endParaRPr sz="850" b="1">
              <a:solidFill>
                <a:srgbClr val="FFFFFF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738652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7E752-B53D-2042-0C5E-E002F50D0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B2A87738-4E53-DB17-E32B-EBA64753C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37" y="3140946"/>
            <a:ext cx="9967762" cy="1215699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 sz="88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附件</a:t>
            </a:r>
            <a:endParaRPr lang="en-US" altLang="zh-TW" sz="8800" b="1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62CEAE9-39AE-6E07-C1BE-CD297768CBF4}"/>
              </a:ext>
            </a:extLst>
          </p:cNvPr>
          <p:cNvSpPr txBox="1">
            <a:spLocks/>
          </p:cNvSpPr>
          <p:nvPr/>
        </p:nvSpPr>
        <p:spPr>
          <a:xfrm>
            <a:off x="3205312" y="3071967"/>
            <a:ext cx="5310038" cy="1215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TW" altLang="zh-TW" sz="40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架構</a:t>
            </a:r>
            <a:r>
              <a:rPr lang="zh-TW" altLang="en-US" sz="40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 </a:t>
            </a:r>
            <a:r>
              <a:rPr lang="zh-TW" altLang="zh-TW" sz="4000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ERD</a:t>
            </a:r>
            <a:endParaRPr lang="en-US" altLang="zh-TW" sz="4000" b="1" noProof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TW" altLang="en-US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資料完整度</a:t>
            </a:r>
            <a:endParaRPr lang="en-US" altLang="zh-TW" sz="4000" b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TW" altLang="en-US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資料庫</a:t>
            </a:r>
            <a:r>
              <a:rPr lang="en-US" altLang="zh-TW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7</a:t>
            </a:r>
            <a:r>
              <a:rPr lang="zh-TW" altLang="en-US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表</a:t>
            </a:r>
            <a:endParaRPr lang="en-US" altLang="zh-TW" sz="4000" b="1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TW" altLang="en-US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資料庫</a:t>
            </a:r>
            <a:r>
              <a:rPr lang="en-US" altLang="zh-TW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3</a:t>
            </a:r>
            <a:r>
              <a:rPr lang="zh-TW" altLang="en-US" sz="4000" b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層</a:t>
            </a:r>
            <a:endParaRPr lang="en-US" altLang="zh-TW" sz="3100" b="1" dirty="0">
              <a:solidFill>
                <a:srgbClr val="0D2237"/>
              </a:solidFill>
              <a:latin typeface="Microsoft JhengHei" pitchFamily="34" charset="0"/>
              <a:ea typeface="Microsoft Jheng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730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14BF64-8FC8-DECA-3D96-7619A505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b="1" noProof="1"/>
              <a:t>資料庫架構</a:t>
            </a:r>
            <a:r>
              <a:rPr lang="zh-TW" altLang="en-US" b="1" noProof="1">
                <a:solidFill>
                  <a:srgbClr val="0D2237"/>
                </a:solidFill>
                <a:latin typeface="Microsoft JhengHei" pitchFamily="34" charset="0"/>
                <a:ea typeface="Microsoft JhengHei" pitchFamily="34" charset="-122"/>
              </a:rPr>
              <a:t> </a:t>
            </a:r>
            <a:r>
              <a:rPr lang="zh-TW" b="1" noProof="1"/>
              <a:t>ERD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C4C2CF-B627-92B3-8932-4F403CD10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en-US" altLang="zh-TW" noProof="1" smtClean="0"/>
              <a:pPr/>
              <a:t>21</a:t>
            </a:fld>
            <a:endParaRPr lang="zh-TW" noProof="1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041E34E5-B565-3B93-966E-9FA6E7B4670C}"/>
              </a:ext>
            </a:extLst>
          </p:cNvPr>
          <p:cNvSpPr/>
          <p:nvPr/>
        </p:nvSpPr>
        <p:spPr>
          <a:xfrm>
            <a:off x="4619016" y="1393836"/>
            <a:ext cx="1744948" cy="614418"/>
          </a:xfrm>
          <a:prstGeom prst="rect">
            <a:avLst/>
          </a:prstGeom>
          <a:solidFill>
            <a:srgbClr val="1E2761"/>
          </a:solidFill>
          <a:ln w="38100">
            <a:solidFill>
              <a:srgbClr val="FF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sz="3200" noProof="1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4D56DAE-95AB-95E2-2402-C1E8B1A4A934}"/>
              </a:ext>
            </a:extLst>
          </p:cNvPr>
          <p:cNvSpPr/>
          <p:nvPr/>
        </p:nvSpPr>
        <p:spPr>
          <a:xfrm>
            <a:off x="4619016" y="1418413"/>
            <a:ext cx="1744948" cy="31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2000" b="1" noProof="1">
                <a:solidFill>
                  <a:srgbClr val="FFFFFF"/>
                </a:solidFill>
              </a:rPr>
              <a:t>業者</a:t>
            </a:r>
            <a:endParaRPr lang="zh-TW" sz="2000" noProof="1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F727E03-0C87-7699-3EBA-D29E58A15DB2}"/>
              </a:ext>
            </a:extLst>
          </p:cNvPr>
          <p:cNvSpPr/>
          <p:nvPr/>
        </p:nvSpPr>
        <p:spPr>
          <a:xfrm>
            <a:off x="4619016" y="1737910"/>
            <a:ext cx="1744948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00" noProof="1">
                <a:solidFill>
                  <a:srgbClr val="9BB4E0"/>
                </a:solidFill>
              </a:rPr>
              <a:t>Companies</a:t>
            </a:r>
            <a:endParaRPr lang="zh-TW" sz="1100" noProof="1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9AEC0FB4-4C62-0158-0F77-51226A8261A2}"/>
              </a:ext>
            </a:extLst>
          </p:cNvPr>
          <p:cNvSpPr/>
          <p:nvPr/>
        </p:nvSpPr>
        <p:spPr>
          <a:xfrm>
            <a:off x="5491490" y="2008254"/>
            <a:ext cx="0" cy="460814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5C5A5611-E0D6-2D09-26B7-D59A7AF89024}"/>
              </a:ext>
            </a:extLst>
          </p:cNvPr>
          <p:cNvSpPr/>
          <p:nvPr/>
        </p:nvSpPr>
        <p:spPr>
          <a:xfrm>
            <a:off x="1356455" y="2929882"/>
            <a:ext cx="1744948" cy="61441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sz="3200" noProof="1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357538BC-AAA3-58AC-5BE2-1AE86988105D}"/>
              </a:ext>
            </a:extLst>
          </p:cNvPr>
          <p:cNvSpPr/>
          <p:nvPr/>
        </p:nvSpPr>
        <p:spPr>
          <a:xfrm>
            <a:off x="1356455" y="2954458"/>
            <a:ext cx="1744948" cy="31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2000" b="1" noProof="1">
                <a:solidFill>
                  <a:srgbClr val="FFFFFF"/>
                </a:solidFill>
              </a:rPr>
              <a:t>聯絡人</a:t>
            </a:r>
            <a:endParaRPr lang="zh-TW" sz="2000" noProof="1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C82429E5-156B-32CE-0A50-243E90621D34}"/>
              </a:ext>
            </a:extLst>
          </p:cNvPr>
          <p:cNvSpPr/>
          <p:nvPr/>
        </p:nvSpPr>
        <p:spPr>
          <a:xfrm>
            <a:off x="1356455" y="3273956"/>
            <a:ext cx="1744948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00" noProof="1">
                <a:solidFill>
                  <a:srgbClr val="E0D8C0"/>
                </a:solidFill>
              </a:rPr>
              <a:t>Contacts</a:t>
            </a:r>
            <a:endParaRPr lang="zh-TW" sz="1100" noProof="1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03085D7E-B1E0-F885-3DD4-595CF254B235}"/>
              </a:ext>
            </a:extLst>
          </p:cNvPr>
          <p:cNvSpPr/>
          <p:nvPr/>
        </p:nvSpPr>
        <p:spPr>
          <a:xfrm>
            <a:off x="2228929" y="2469068"/>
            <a:ext cx="3262561" cy="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C5CB6D3A-8982-B324-9B6C-BF2AECC1B41E}"/>
              </a:ext>
            </a:extLst>
          </p:cNvPr>
          <p:cNvSpPr/>
          <p:nvPr/>
        </p:nvSpPr>
        <p:spPr>
          <a:xfrm>
            <a:off x="2228929" y="2469068"/>
            <a:ext cx="0" cy="460814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CB9BC99C-1020-F1DA-0910-C7FE098266C7}"/>
              </a:ext>
            </a:extLst>
          </p:cNvPr>
          <p:cNvSpPr/>
          <p:nvPr/>
        </p:nvSpPr>
        <p:spPr>
          <a:xfrm>
            <a:off x="2007738" y="2684114"/>
            <a:ext cx="442381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50" noProof="1">
                <a:solidFill>
                  <a:srgbClr val="8899CC"/>
                </a:solidFill>
              </a:rPr>
              <a:t>1:N</a:t>
            </a:r>
            <a:endParaRPr lang="zh-TW" sz="1050" noProof="1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6A3747E4-ED02-C3F6-CD2B-D9863DE3F7B4}"/>
              </a:ext>
            </a:extLst>
          </p:cNvPr>
          <p:cNvSpPr/>
          <p:nvPr/>
        </p:nvSpPr>
        <p:spPr>
          <a:xfrm>
            <a:off x="3531496" y="2929882"/>
            <a:ext cx="1744948" cy="61441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sz="3200" noProof="1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7C5C0A24-7FF2-8A29-44C7-307307B76BC7}"/>
              </a:ext>
            </a:extLst>
          </p:cNvPr>
          <p:cNvSpPr/>
          <p:nvPr/>
        </p:nvSpPr>
        <p:spPr>
          <a:xfrm>
            <a:off x="3531496" y="2954458"/>
            <a:ext cx="1744948" cy="31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2000" b="1" noProof="1">
                <a:solidFill>
                  <a:srgbClr val="FFFFFF"/>
                </a:solidFill>
              </a:rPr>
              <a:t>得獎</a:t>
            </a:r>
            <a:endParaRPr lang="zh-TW" sz="2000" noProof="1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68DF9F90-2E00-771E-1EDA-931991AAAE47}"/>
              </a:ext>
            </a:extLst>
          </p:cNvPr>
          <p:cNvSpPr/>
          <p:nvPr/>
        </p:nvSpPr>
        <p:spPr>
          <a:xfrm>
            <a:off x="3531496" y="3273956"/>
            <a:ext cx="1744948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00" noProof="1">
                <a:solidFill>
                  <a:srgbClr val="E0D8C0"/>
                </a:solidFill>
              </a:rPr>
              <a:t>Awards</a:t>
            </a:r>
            <a:endParaRPr lang="zh-TW" sz="1100" noProof="1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B53B0F9E-00B4-5BF8-A7C8-52763C41F92D}"/>
              </a:ext>
            </a:extLst>
          </p:cNvPr>
          <p:cNvSpPr/>
          <p:nvPr/>
        </p:nvSpPr>
        <p:spPr>
          <a:xfrm>
            <a:off x="4403970" y="2469068"/>
            <a:ext cx="1087520" cy="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9897DA6A-10D0-FA1D-9967-51A26D21526A}"/>
              </a:ext>
            </a:extLst>
          </p:cNvPr>
          <p:cNvSpPr/>
          <p:nvPr/>
        </p:nvSpPr>
        <p:spPr>
          <a:xfrm>
            <a:off x="4403970" y="2469068"/>
            <a:ext cx="0" cy="460814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6CF094AF-E728-8794-C697-1AD6FE299C45}"/>
              </a:ext>
            </a:extLst>
          </p:cNvPr>
          <p:cNvSpPr/>
          <p:nvPr/>
        </p:nvSpPr>
        <p:spPr>
          <a:xfrm>
            <a:off x="4182779" y="2684114"/>
            <a:ext cx="442381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50" noProof="1">
                <a:solidFill>
                  <a:srgbClr val="8899CC"/>
                </a:solidFill>
              </a:rPr>
              <a:t>1:N</a:t>
            </a:r>
            <a:endParaRPr lang="zh-TW" sz="1050" noProof="1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1C0C8D67-1FA8-82BF-7A52-8D20A84C34FC}"/>
              </a:ext>
            </a:extLst>
          </p:cNvPr>
          <p:cNvSpPr/>
          <p:nvPr/>
        </p:nvSpPr>
        <p:spPr>
          <a:xfrm>
            <a:off x="5706537" y="2929882"/>
            <a:ext cx="1744948" cy="61441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sz="3200" noProof="1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1941DB3E-D23B-25E2-4FA2-5D93B063AB9A}"/>
              </a:ext>
            </a:extLst>
          </p:cNvPr>
          <p:cNvSpPr/>
          <p:nvPr/>
        </p:nvSpPr>
        <p:spPr>
          <a:xfrm>
            <a:off x="5706537" y="2954458"/>
            <a:ext cx="1744948" cy="31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FFFFFF"/>
                </a:solidFill>
              </a:rPr>
              <a:t>資服資服潛在需求</a:t>
            </a:r>
            <a:endParaRPr lang="zh-TW" sz="1600" noProof="1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D4BE21D4-88B0-26C6-39FE-F0A9D09FAF55}"/>
              </a:ext>
            </a:extLst>
          </p:cNvPr>
          <p:cNvSpPr/>
          <p:nvPr/>
        </p:nvSpPr>
        <p:spPr>
          <a:xfrm>
            <a:off x="5706537" y="3273956"/>
            <a:ext cx="1744948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00" noProof="1">
                <a:solidFill>
                  <a:srgbClr val="E0D8C0"/>
                </a:solidFill>
              </a:rPr>
              <a:t>Digital_needs</a:t>
            </a:r>
            <a:endParaRPr lang="zh-TW" sz="1100" noProof="1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C8D8E2AB-55A6-8EA0-F778-6570794CAAFF}"/>
              </a:ext>
            </a:extLst>
          </p:cNvPr>
          <p:cNvSpPr/>
          <p:nvPr/>
        </p:nvSpPr>
        <p:spPr>
          <a:xfrm>
            <a:off x="5491490" y="2469068"/>
            <a:ext cx="1087520" cy="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2A48D68F-A97E-B3FF-7685-3D5C339463C1}"/>
              </a:ext>
            </a:extLst>
          </p:cNvPr>
          <p:cNvSpPr/>
          <p:nvPr/>
        </p:nvSpPr>
        <p:spPr>
          <a:xfrm>
            <a:off x="6579011" y="2469068"/>
            <a:ext cx="0" cy="460814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15F648CE-59F3-FF4D-141E-6776FE52E686}"/>
              </a:ext>
            </a:extLst>
          </p:cNvPr>
          <p:cNvSpPr/>
          <p:nvPr/>
        </p:nvSpPr>
        <p:spPr>
          <a:xfrm>
            <a:off x="6357820" y="2684114"/>
            <a:ext cx="442381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50" noProof="1">
                <a:solidFill>
                  <a:srgbClr val="8899CC"/>
                </a:solidFill>
              </a:rPr>
              <a:t>1:N</a:t>
            </a:r>
            <a:endParaRPr lang="zh-TW" sz="1050" noProof="1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F43C0DCF-D0AA-D591-853F-DFF10A39CFA9}"/>
              </a:ext>
            </a:extLst>
          </p:cNvPr>
          <p:cNvSpPr/>
          <p:nvPr/>
        </p:nvSpPr>
        <p:spPr>
          <a:xfrm>
            <a:off x="7881577" y="2929882"/>
            <a:ext cx="1744948" cy="614418"/>
          </a:xfrm>
          <a:prstGeom prst="rect">
            <a:avLst/>
          </a:prstGeom>
          <a:solidFill>
            <a:srgbClr val="185FA5"/>
          </a:solidFill>
          <a:ln w="38100">
            <a:solidFill>
              <a:srgbClr val="FF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sz="3200" noProof="1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C7BC7BA4-0D90-AB73-7E05-58F1D5D28DDE}"/>
              </a:ext>
            </a:extLst>
          </p:cNvPr>
          <p:cNvSpPr/>
          <p:nvPr/>
        </p:nvSpPr>
        <p:spPr>
          <a:xfrm>
            <a:off x="7881577" y="2954458"/>
            <a:ext cx="1744948" cy="31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2000" b="1" noProof="1">
                <a:solidFill>
                  <a:srgbClr val="FFFFFF"/>
                </a:solidFill>
              </a:rPr>
              <a:t>方案</a:t>
            </a:r>
            <a:endParaRPr lang="zh-TW" sz="2000" noProof="1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404BD99A-ABC3-2FD8-E3C5-C2B74AB3A519}"/>
              </a:ext>
            </a:extLst>
          </p:cNvPr>
          <p:cNvSpPr/>
          <p:nvPr/>
        </p:nvSpPr>
        <p:spPr>
          <a:xfrm>
            <a:off x="7881577" y="3273956"/>
            <a:ext cx="1744948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00" noProof="1">
                <a:solidFill>
                  <a:srgbClr val="E0D8C0"/>
                </a:solidFill>
              </a:rPr>
              <a:t>Solutions</a:t>
            </a:r>
            <a:endParaRPr lang="zh-TW" sz="1100" noProof="1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2506EC9E-45A8-855B-035D-E9943F5A055C}"/>
              </a:ext>
            </a:extLst>
          </p:cNvPr>
          <p:cNvSpPr/>
          <p:nvPr/>
        </p:nvSpPr>
        <p:spPr>
          <a:xfrm>
            <a:off x="5491490" y="2469068"/>
            <a:ext cx="3262561" cy="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3E231B5E-B387-B939-7611-6D4E556D9C8A}"/>
              </a:ext>
            </a:extLst>
          </p:cNvPr>
          <p:cNvSpPr/>
          <p:nvPr/>
        </p:nvSpPr>
        <p:spPr>
          <a:xfrm>
            <a:off x="8754051" y="2469068"/>
            <a:ext cx="0" cy="460814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A705F9CC-E435-D1FA-18BD-20232DF44076}"/>
              </a:ext>
            </a:extLst>
          </p:cNvPr>
          <p:cNvSpPr/>
          <p:nvPr/>
        </p:nvSpPr>
        <p:spPr>
          <a:xfrm>
            <a:off x="8532861" y="2684114"/>
            <a:ext cx="442381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50" noProof="1">
                <a:solidFill>
                  <a:srgbClr val="8899CC"/>
                </a:solidFill>
              </a:rPr>
              <a:t>1:N</a:t>
            </a:r>
            <a:endParaRPr lang="zh-TW" sz="1050" noProof="1"/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AE5C56CF-3F86-FC1D-B211-9F84A235CFDD}"/>
              </a:ext>
            </a:extLst>
          </p:cNvPr>
          <p:cNvSpPr/>
          <p:nvPr/>
        </p:nvSpPr>
        <p:spPr>
          <a:xfrm>
            <a:off x="8754051" y="3544300"/>
            <a:ext cx="0" cy="41166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F419334-E0A8-75F1-9096-372FE1C66DD0}"/>
              </a:ext>
            </a:extLst>
          </p:cNvPr>
          <p:cNvSpPr/>
          <p:nvPr/>
        </p:nvSpPr>
        <p:spPr>
          <a:xfrm>
            <a:off x="4019487" y="4369263"/>
            <a:ext cx="1744948" cy="61441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sz="3200" noProof="1"/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8FEB88B8-B890-A87D-A101-6A69D5019CA4}"/>
              </a:ext>
            </a:extLst>
          </p:cNvPr>
          <p:cNvSpPr/>
          <p:nvPr/>
        </p:nvSpPr>
        <p:spPr>
          <a:xfrm>
            <a:off x="4019487" y="4393839"/>
            <a:ext cx="1744948" cy="319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2000" b="1" noProof="1">
                <a:solidFill>
                  <a:srgbClr val="FFFFFF"/>
                </a:solidFill>
              </a:rPr>
              <a:t>服務領域</a:t>
            </a:r>
            <a:endParaRPr lang="zh-TW" sz="2000" noProof="1"/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4752DDCB-420B-7D69-327B-21CD13B32C5B}"/>
              </a:ext>
            </a:extLst>
          </p:cNvPr>
          <p:cNvSpPr/>
          <p:nvPr/>
        </p:nvSpPr>
        <p:spPr>
          <a:xfrm>
            <a:off x="4075256" y="4722481"/>
            <a:ext cx="1744948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100" noProof="1">
                <a:solidFill>
                  <a:srgbClr val="C8E0C8"/>
                </a:solidFill>
              </a:rPr>
              <a:t>Solution_Domains</a:t>
            </a:r>
            <a:endParaRPr lang="zh-TW" sz="1100" noProof="1"/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91A85A96-2979-B065-D42A-C3BA0FB3534E}"/>
              </a:ext>
            </a:extLst>
          </p:cNvPr>
          <p:cNvSpPr/>
          <p:nvPr/>
        </p:nvSpPr>
        <p:spPr>
          <a:xfrm>
            <a:off x="5184363" y="3955960"/>
            <a:ext cx="3569688" cy="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B533EF84-E4C0-B0DD-115A-8B66B4DD5068}"/>
              </a:ext>
            </a:extLst>
          </p:cNvPr>
          <p:cNvSpPr/>
          <p:nvPr/>
        </p:nvSpPr>
        <p:spPr>
          <a:xfrm>
            <a:off x="5184363" y="3952224"/>
            <a:ext cx="0" cy="411660"/>
          </a:xfrm>
          <a:prstGeom prst="line">
            <a:avLst/>
          </a:prstGeom>
          <a:noFill/>
          <a:ln w="1270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3200" noProof="1"/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39C39F92-B428-4E2E-6FF0-BF1772AC1AEE}"/>
              </a:ext>
            </a:extLst>
          </p:cNvPr>
          <p:cNvSpPr/>
          <p:nvPr/>
        </p:nvSpPr>
        <p:spPr>
          <a:xfrm>
            <a:off x="4684807" y="4123444"/>
            <a:ext cx="442381" cy="22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50" noProof="1">
                <a:solidFill>
                  <a:srgbClr val="8899CC"/>
                </a:solidFill>
              </a:rPr>
              <a:t>1:N</a:t>
            </a:r>
            <a:endParaRPr lang="zh-TW" sz="1050" noProof="1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205B4794-572C-EA6B-A8AC-4E665FB1A5D6}"/>
              </a:ext>
            </a:extLst>
          </p:cNvPr>
          <p:cNvSpPr/>
          <p:nvPr/>
        </p:nvSpPr>
        <p:spPr>
          <a:xfrm>
            <a:off x="1386037" y="5675864"/>
            <a:ext cx="9431774" cy="804672"/>
          </a:xfrm>
          <a:prstGeom prst="rect">
            <a:avLst/>
          </a:prstGeom>
          <a:solidFill>
            <a:srgbClr val="EEF3FD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noProof="1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3766460A-8DFB-2FDF-A758-A056B1628868}"/>
              </a:ext>
            </a:extLst>
          </p:cNvPr>
          <p:cNvSpPr/>
          <p:nvPr/>
        </p:nvSpPr>
        <p:spPr>
          <a:xfrm>
            <a:off x="1568917" y="5721584"/>
            <a:ext cx="2006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b="1" noProof="1">
                <a:solidFill>
                  <a:srgbClr val="1E2761"/>
                </a:solidFill>
              </a:rPr>
              <a:t>主要外鍵關係</a:t>
            </a:r>
            <a:endParaRPr lang="zh-TW" sz="1000" noProof="1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11E69641-132C-AC57-B3CD-063B5881B39C}"/>
              </a:ext>
            </a:extLst>
          </p:cNvPr>
          <p:cNvSpPr/>
          <p:nvPr/>
        </p:nvSpPr>
        <p:spPr>
          <a:xfrm>
            <a:off x="1568916" y="5913608"/>
            <a:ext cx="31104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b="1" noProof="1">
                <a:solidFill>
                  <a:srgbClr val="1E2761"/>
                </a:solidFill>
              </a:rPr>
              <a:t>Solutions.company_id</a:t>
            </a:r>
            <a:endParaRPr lang="zh-TW" sz="1000" noProof="1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161D7327-493B-0DB3-0EC1-4889EFF4C996}"/>
              </a:ext>
            </a:extLst>
          </p:cNvPr>
          <p:cNvSpPr/>
          <p:nvPr/>
        </p:nvSpPr>
        <p:spPr>
          <a:xfrm>
            <a:off x="4449276" y="5913608"/>
            <a:ext cx="25084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noProof="1">
                <a:solidFill>
                  <a:srgbClr val="185FA5"/>
                </a:solidFill>
              </a:rPr>
              <a:t>→ Companies.company_id</a:t>
            </a:r>
            <a:endParaRPr lang="zh-TW" sz="1000" noProof="1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281003A8-8362-0B6C-0193-981D314AB003}"/>
              </a:ext>
            </a:extLst>
          </p:cNvPr>
          <p:cNvSpPr/>
          <p:nvPr/>
        </p:nvSpPr>
        <p:spPr>
          <a:xfrm>
            <a:off x="6780996" y="5913608"/>
            <a:ext cx="3411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noProof="1">
                <a:solidFill>
                  <a:srgbClr val="6B7A99"/>
                </a:solidFill>
              </a:rPr>
              <a:t>83</a:t>
            </a:r>
            <a:r>
              <a:rPr lang="en-US" altLang="zh-TW" sz="1000" noProof="1">
                <a:solidFill>
                  <a:srgbClr val="6B7A99"/>
                </a:solidFill>
              </a:rPr>
              <a:t>4</a:t>
            </a:r>
            <a:r>
              <a:rPr lang="zh-TW" sz="1000" noProof="1">
                <a:solidFill>
                  <a:srgbClr val="6B7A99"/>
                </a:solidFill>
              </a:rPr>
              <a:t> 業者 ／ 2,</a:t>
            </a:r>
            <a:r>
              <a:rPr lang="en-US" altLang="zh-TW" sz="1000" noProof="1">
                <a:solidFill>
                  <a:srgbClr val="6B7A99"/>
                </a:solidFill>
              </a:rPr>
              <a:t>340</a:t>
            </a:r>
            <a:r>
              <a:rPr lang="zh-TW" sz="1000" noProof="1">
                <a:solidFill>
                  <a:srgbClr val="6B7A99"/>
                </a:solidFill>
              </a:rPr>
              <a:t> 方案</a:t>
            </a:r>
            <a:endParaRPr lang="zh-TW" sz="1000" noProof="1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527BC6CD-7580-E2C8-C3EE-92F0156B65AA}"/>
              </a:ext>
            </a:extLst>
          </p:cNvPr>
          <p:cNvSpPr/>
          <p:nvPr/>
        </p:nvSpPr>
        <p:spPr>
          <a:xfrm>
            <a:off x="1568916" y="6096488"/>
            <a:ext cx="31104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b="1" noProof="1">
                <a:solidFill>
                  <a:srgbClr val="1E2761"/>
                </a:solidFill>
              </a:rPr>
              <a:t>Contacts / Awards / Digital_needs.company_id</a:t>
            </a:r>
            <a:endParaRPr lang="zh-TW" sz="1000" noProof="1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884F1CA6-5B50-2757-F1A7-C4DF79EF837A}"/>
              </a:ext>
            </a:extLst>
          </p:cNvPr>
          <p:cNvSpPr/>
          <p:nvPr/>
        </p:nvSpPr>
        <p:spPr>
          <a:xfrm>
            <a:off x="4449276" y="6096488"/>
            <a:ext cx="25084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noProof="1">
                <a:solidFill>
                  <a:srgbClr val="185FA5"/>
                </a:solidFill>
              </a:rPr>
              <a:t>→ Companies.company_id</a:t>
            </a:r>
            <a:endParaRPr lang="zh-TW" sz="1000" noProof="1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3836BB19-FF95-BA9B-74A2-8E89DB8B879B}"/>
              </a:ext>
            </a:extLst>
          </p:cNvPr>
          <p:cNvSpPr/>
          <p:nvPr/>
        </p:nvSpPr>
        <p:spPr>
          <a:xfrm>
            <a:off x="6780996" y="6096488"/>
            <a:ext cx="3411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noProof="1">
                <a:solidFill>
                  <a:srgbClr val="6B7A99"/>
                </a:solidFill>
              </a:rPr>
              <a:t>業者四大屬性表</a:t>
            </a:r>
            <a:endParaRPr lang="zh-TW" sz="1000" noProof="1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4FC43A0D-57D4-215F-9C8D-A0AFECE9CAD1}"/>
              </a:ext>
            </a:extLst>
          </p:cNvPr>
          <p:cNvSpPr/>
          <p:nvPr/>
        </p:nvSpPr>
        <p:spPr>
          <a:xfrm>
            <a:off x="1568916" y="6279368"/>
            <a:ext cx="311047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b="1" noProof="1">
                <a:solidFill>
                  <a:srgbClr val="1E2761"/>
                </a:solidFill>
              </a:rPr>
              <a:t>Solution_Domains / Logs.solution_id</a:t>
            </a:r>
            <a:endParaRPr lang="zh-TW" sz="1000" noProof="1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929DA1A-BCDF-D28E-712D-3752FEF9C2EC}"/>
              </a:ext>
            </a:extLst>
          </p:cNvPr>
          <p:cNvSpPr/>
          <p:nvPr/>
        </p:nvSpPr>
        <p:spPr>
          <a:xfrm>
            <a:off x="4449276" y="6279368"/>
            <a:ext cx="25084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noProof="1">
                <a:solidFill>
                  <a:srgbClr val="185FA5"/>
                </a:solidFill>
              </a:rPr>
              <a:t>→ Solutions.solution_id</a:t>
            </a:r>
            <a:endParaRPr lang="zh-TW" sz="1000" noProof="1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09164E70-C951-7D72-8137-74685EC34183}"/>
              </a:ext>
            </a:extLst>
          </p:cNvPr>
          <p:cNvSpPr/>
          <p:nvPr/>
        </p:nvSpPr>
        <p:spPr>
          <a:xfrm>
            <a:off x="6780996" y="6279368"/>
            <a:ext cx="34114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noProof="1">
                <a:solidFill>
                  <a:srgbClr val="6B7A99"/>
                </a:solidFill>
              </a:rPr>
              <a:t>方案延伸資料</a:t>
            </a:r>
            <a:endParaRPr lang="zh-TW" sz="1000" noProof="1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29D3E113-6C26-1C3D-01B2-DC74BA34327F}"/>
              </a:ext>
            </a:extLst>
          </p:cNvPr>
          <p:cNvSpPr txBox="1"/>
          <p:nvPr/>
        </p:nvSpPr>
        <p:spPr>
          <a:xfrm>
            <a:off x="1254102" y="3560203"/>
            <a:ext cx="1951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sz="1200" b="1" noProof="1"/>
              <a:t>用途：建立連結</a:t>
            </a:r>
          </a:p>
          <a:p>
            <a:pPr marL="0" indent="0">
              <a:buNone/>
            </a:pPr>
            <a:r>
              <a:rPr lang="zh-TW" sz="1200" b="1" noProof="1"/>
              <a:t>ＫＷ：人名、電話、電郵</a:t>
            </a:r>
            <a:endParaRPr lang="zh-TW" sz="1200" noProof="1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F8D154B3-9CC6-4F79-D13B-CBC9A5ADAB19}"/>
              </a:ext>
            </a:extLst>
          </p:cNvPr>
          <p:cNvSpPr txBox="1"/>
          <p:nvPr/>
        </p:nvSpPr>
        <p:spPr>
          <a:xfrm>
            <a:off x="6357819" y="1578289"/>
            <a:ext cx="3906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sz="1200" b="1" noProof="1"/>
              <a:t>用途：主體，所有業者的基本資料</a:t>
            </a:r>
          </a:p>
          <a:p>
            <a:pPr marL="0" indent="0">
              <a:buNone/>
            </a:pPr>
            <a:r>
              <a:rPr lang="zh-TW" sz="1200" b="1" noProof="1"/>
              <a:t>ＫＷ：公司名、是否新創、地區、得獎、認證、官網</a:t>
            </a:r>
            <a:endParaRPr lang="zh-TW" sz="1200" noProof="1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CAA2B861-9BCE-EB12-E87B-5145B4B0463B}"/>
              </a:ext>
            </a:extLst>
          </p:cNvPr>
          <p:cNvSpPr txBox="1"/>
          <p:nvPr/>
        </p:nvSpPr>
        <p:spPr>
          <a:xfrm>
            <a:off x="3400622" y="3557175"/>
            <a:ext cx="20066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sz="1200" b="1" noProof="1"/>
              <a:t>用途：含金量識別</a:t>
            </a:r>
          </a:p>
          <a:p>
            <a:pPr marL="0" indent="0">
              <a:buNone/>
            </a:pPr>
            <a:r>
              <a:rPr lang="zh-TW" sz="1200" b="1" noProof="1"/>
              <a:t>ＫＷ：人名、電話、電郵</a:t>
            </a:r>
            <a:endParaRPr lang="zh-TW" sz="1200" noProof="1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19414FFB-C4C6-9EF6-DF39-5C70E5EA846D}"/>
              </a:ext>
            </a:extLst>
          </p:cNvPr>
          <p:cNvSpPr txBox="1"/>
          <p:nvPr/>
        </p:nvSpPr>
        <p:spPr>
          <a:xfrm>
            <a:off x="5648078" y="3570923"/>
            <a:ext cx="1877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sz="1200" b="1" noProof="1"/>
              <a:t>用途：挖掘資服潛在需求</a:t>
            </a:r>
          </a:p>
          <a:p>
            <a:pPr marL="0" indent="0">
              <a:buNone/>
            </a:pPr>
            <a:r>
              <a:rPr lang="zh-TW" sz="1200" b="1" noProof="1"/>
              <a:t>ＫＷ：需求類型標籤</a:t>
            </a:r>
            <a:endParaRPr lang="zh-TW" sz="1200" noProof="1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DD4009A9-ADDA-2C60-081A-0C1E4DCC77BC}"/>
              </a:ext>
            </a:extLst>
          </p:cNvPr>
          <p:cNvSpPr txBox="1"/>
          <p:nvPr/>
        </p:nvSpPr>
        <p:spPr>
          <a:xfrm>
            <a:off x="8828393" y="3590289"/>
            <a:ext cx="2808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sz="1200" b="1" noProof="1"/>
              <a:t>用途：業者提供具體服務項目</a:t>
            </a:r>
          </a:p>
          <a:p>
            <a:pPr marL="0" indent="0">
              <a:buNone/>
            </a:pPr>
            <a:r>
              <a:rPr lang="zh-TW" sz="1200" b="1" noProof="1"/>
              <a:t>ＫＷ：方案內容價格、模式、適合產業</a:t>
            </a:r>
            <a:endParaRPr lang="zh-TW" sz="1200" noProof="1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EB78CE74-E83E-7C8F-BDAA-8591F3080ECF}"/>
              </a:ext>
            </a:extLst>
          </p:cNvPr>
          <p:cNvGrpSpPr/>
          <p:nvPr/>
        </p:nvGrpSpPr>
        <p:grpSpPr>
          <a:xfrm>
            <a:off x="6750851" y="4367621"/>
            <a:ext cx="3256889" cy="1075230"/>
            <a:chOff x="8539671" y="4367621"/>
            <a:chExt cx="3256889" cy="1075230"/>
          </a:xfrm>
        </p:grpSpPr>
        <p:sp>
          <p:nvSpPr>
            <p:cNvPr id="40" name="Shape 39">
              <a:extLst>
                <a:ext uri="{FF2B5EF4-FFF2-40B4-BE49-F238E27FC236}">
                  <a16:creationId xmlns:a16="http://schemas.microsoft.com/office/drawing/2014/main" id="{D63D693A-F8EC-8280-3E73-9FB1E974A10C}"/>
                </a:ext>
              </a:extLst>
            </p:cNvPr>
            <p:cNvSpPr/>
            <p:nvPr/>
          </p:nvSpPr>
          <p:spPr>
            <a:xfrm>
              <a:off x="9051430" y="4367621"/>
              <a:ext cx="1744948" cy="614418"/>
            </a:xfrm>
            <a:prstGeom prst="rect">
              <a:avLst/>
            </a:prstGeom>
            <a:solidFill>
              <a:srgbClr val="4B7A3A"/>
            </a:solidFill>
            <a:ln w="12700">
              <a:solidFill>
                <a:srgbClr val="4B7A3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3200" noProof="1"/>
            </a:p>
          </p:txBody>
        </p:sp>
        <p:sp>
          <p:nvSpPr>
            <p:cNvPr id="41" name="Text 40">
              <a:extLst>
                <a:ext uri="{FF2B5EF4-FFF2-40B4-BE49-F238E27FC236}">
                  <a16:creationId xmlns:a16="http://schemas.microsoft.com/office/drawing/2014/main" id="{9016B132-573D-8993-01AD-D427C96027E9}"/>
                </a:ext>
              </a:extLst>
            </p:cNvPr>
            <p:cNvSpPr/>
            <p:nvPr/>
          </p:nvSpPr>
          <p:spPr>
            <a:xfrm>
              <a:off x="9051430" y="4392197"/>
              <a:ext cx="1744948" cy="3194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rgbClr val="FFFFFF"/>
                  </a:solidFill>
                </a:rPr>
                <a:t>問答記錄</a:t>
              </a:r>
              <a:endParaRPr lang="zh-TW" sz="2000" noProof="1"/>
            </a:p>
          </p:txBody>
        </p:sp>
        <p:sp>
          <p:nvSpPr>
            <p:cNvPr id="42" name="Text 41">
              <a:extLst>
                <a:ext uri="{FF2B5EF4-FFF2-40B4-BE49-F238E27FC236}">
                  <a16:creationId xmlns:a16="http://schemas.microsoft.com/office/drawing/2014/main" id="{E33D6C0B-45DF-9CEA-0749-07FC2612EDBD}"/>
                </a:ext>
              </a:extLst>
            </p:cNvPr>
            <p:cNvSpPr/>
            <p:nvPr/>
          </p:nvSpPr>
          <p:spPr>
            <a:xfrm>
              <a:off x="9051430" y="4711695"/>
              <a:ext cx="1744948" cy="2211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100" noProof="1">
                  <a:solidFill>
                    <a:srgbClr val="C8E0C8"/>
                  </a:solidFill>
                </a:rPr>
                <a:t>Logs</a:t>
              </a:r>
              <a:endParaRPr lang="zh-TW" sz="1100" noProof="1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127CE661-9C23-D7EF-4E41-70FD594319A6}"/>
                </a:ext>
              </a:extLst>
            </p:cNvPr>
            <p:cNvSpPr txBox="1"/>
            <p:nvPr/>
          </p:nvSpPr>
          <p:spPr>
            <a:xfrm>
              <a:off x="8539671" y="4981186"/>
              <a:ext cx="32568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zh-TW" sz="1200" b="1" noProof="1"/>
                <a:t>用途：使用者的行為紀錄，優化 prompt </a:t>
              </a:r>
            </a:p>
            <a:p>
              <a:pPr marL="0" indent="0">
                <a:buNone/>
              </a:pPr>
              <a:r>
                <a:rPr lang="zh-TW" sz="1200" b="1" noProof="1"/>
                <a:t>ＫＷ：搜尋詞、問題、時間戳</a:t>
              </a:r>
              <a:endParaRPr lang="zh-TW" sz="1200" noProof="1"/>
            </a:p>
          </p:txBody>
        </p:sp>
      </p:grp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3A178792-4E21-F1F6-71C3-EA624F40B0E6}"/>
              </a:ext>
            </a:extLst>
          </p:cNvPr>
          <p:cNvSpPr txBox="1"/>
          <p:nvPr/>
        </p:nvSpPr>
        <p:spPr>
          <a:xfrm>
            <a:off x="3575677" y="5005276"/>
            <a:ext cx="3256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TW" sz="1200" b="1" noProof="1"/>
              <a:t>用途：方案的分類，篩選語意搜尋</a:t>
            </a:r>
          </a:p>
          <a:p>
            <a:pPr marL="0" indent="0">
              <a:buNone/>
            </a:pPr>
            <a:r>
              <a:rPr lang="zh-TW" sz="1200" b="1" noProof="1"/>
              <a:t>ＫＷ：領域名稱（如 ERP、SEO、POS）</a:t>
            </a:r>
            <a:endParaRPr lang="zh-TW" sz="1200" noProof="1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31F2F641-36F4-96F6-9890-DC9487F7DC2B}"/>
              </a:ext>
            </a:extLst>
          </p:cNvPr>
          <p:cNvSpPr txBox="1"/>
          <p:nvPr/>
        </p:nvSpPr>
        <p:spPr>
          <a:xfrm>
            <a:off x="6771910" y="1018220"/>
            <a:ext cx="32147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sz="1000" b="1" i="0" spc="300" noProof="1">
                <a:solidFill>
                  <a:schemeClr val="bg1">
                    <a:lumMod val="65000"/>
                  </a:schemeClr>
                </a:solidFill>
                <a:effectLst/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 (Entity Relationship Model) </a:t>
            </a:r>
            <a:endParaRPr lang="zh-TW" sz="1000" b="1" spc="300" noProof="1">
              <a:solidFill>
                <a:schemeClr val="bg1">
                  <a:lumMod val="65000"/>
                </a:schemeClr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3734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17A48-C77D-CE2A-B0B7-8D9EDEF91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5FEFBC-2DE6-5B21-2BD8-FFFEF4EC0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b="1" noProof="1"/>
              <a:t>資料完整度</a:t>
            </a:r>
            <a:endParaRPr lang="zh-TW" noProof="1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2EFD7A3-2A43-7C02-6815-CF574FF8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en-US" altLang="zh-TW" noProof="1" smtClean="0"/>
              <a:pPr/>
              <a:t>22</a:t>
            </a:fld>
            <a:endParaRPr lang="zh-TW" noProof="1"/>
          </a:p>
        </p:txBody>
      </p:sp>
      <p:sp>
        <p:nvSpPr>
          <p:cNvPr id="217" name="Shape 5">
            <a:extLst>
              <a:ext uri="{FF2B5EF4-FFF2-40B4-BE49-F238E27FC236}">
                <a16:creationId xmlns:a16="http://schemas.microsoft.com/office/drawing/2014/main" id="{28205A04-9669-157F-D29D-FCBC72449A88}"/>
              </a:ext>
            </a:extLst>
          </p:cNvPr>
          <p:cNvSpPr/>
          <p:nvPr/>
        </p:nvSpPr>
        <p:spPr>
          <a:xfrm>
            <a:off x="705829" y="2253605"/>
            <a:ext cx="3355047" cy="44216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sz="6600" noProof="1"/>
          </a:p>
        </p:txBody>
      </p:sp>
      <p:sp>
        <p:nvSpPr>
          <p:cNvPr id="218" name="Text 6">
            <a:extLst>
              <a:ext uri="{FF2B5EF4-FFF2-40B4-BE49-F238E27FC236}">
                <a16:creationId xmlns:a16="http://schemas.microsoft.com/office/drawing/2014/main" id="{FFFBF93E-1C25-D4C7-380A-6D38034C8121}"/>
              </a:ext>
            </a:extLst>
          </p:cNvPr>
          <p:cNvSpPr/>
          <p:nvPr/>
        </p:nvSpPr>
        <p:spPr>
          <a:xfrm>
            <a:off x="794120" y="2253605"/>
            <a:ext cx="3178465" cy="442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2000" b="1" noProof="1">
                <a:solidFill>
                  <a:srgbClr val="FFFFFF"/>
                </a:solidFill>
              </a:rPr>
              <a:t>欄位</a:t>
            </a:r>
            <a:endParaRPr lang="zh-TW" sz="2000" noProof="1"/>
          </a:p>
        </p:txBody>
      </p:sp>
      <p:sp>
        <p:nvSpPr>
          <p:cNvPr id="219" name="Shape 7">
            <a:extLst>
              <a:ext uri="{FF2B5EF4-FFF2-40B4-BE49-F238E27FC236}">
                <a16:creationId xmlns:a16="http://schemas.microsoft.com/office/drawing/2014/main" id="{26A11546-EE4B-7AD4-DE29-3B4B20A9BFCF}"/>
              </a:ext>
            </a:extLst>
          </p:cNvPr>
          <p:cNvSpPr/>
          <p:nvPr/>
        </p:nvSpPr>
        <p:spPr>
          <a:xfrm>
            <a:off x="4105021" y="2253605"/>
            <a:ext cx="1942395" cy="44216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220" name="Text 8">
            <a:extLst>
              <a:ext uri="{FF2B5EF4-FFF2-40B4-BE49-F238E27FC236}">
                <a16:creationId xmlns:a16="http://schemas.microsoft.com/office/drawing/2014/main" id="{D2CF0E8D-3FA5-6A93-1C11-781E6F25CBCA}"/>
              </a:ext>
            </a:extLst>
          </p:cNvPr>
          <p:cNvSpPr/>
          <p:nvPr/>
        </p:nvSpPr>
        <p:spPr>
          <a:xfrm>
            <a:off x="4193312" y="2253605"/>
            <a:ext cx="1765814" cy="442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2000" b="1" noProof="1">
                <a:solidFill>
                  <a:srgbClr val="FFFFFF"/>
                </a:solidFill>
              </a:rPr>
              <a:t>說明</a:t>
            </a:r>
            <a:endParaRPr lang="zh-TW" sz="2000" noProof="1"/>
          </a:p>
        </p:txBody>
      </p:sp>
      <p:sp>
        <p:nvSpPr>
          <p:cNvPr id="221" name="Shape 9">
            <a:extLst>
              <a:ext uri="{FF2B5EF4-FFF2-40B4-BE49-F238E27FC236}">
                <a16:creationId xmlns:a16="http://schemas.microsoft.com/office/drawing/2014/main" id="{5041C020-26D6-2E94-8DB0-E90039F9A755}"/>
              </a:ext>
            </a:extLst>
          </p:cNvPr>
          <p:cNvSpPr/>
          <p:nvPr/>
        </p:nvSpPr>
        <p:spPr>
          <a:xfrm>
            <a:off x="6091562" y="2250590"/>
            <a:ext cx="3437766" cy="44517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sz="6600" noProof="1"/>
          </a:p>
        </p:txBody>
      </p:sp>
      <p:sp>
        <p:nvSpPr>
          <p:cNvPr id="222" name="Text 10">
            <a:extLst>
              <a:ext uri="{FF2B5EF4-FFF2-40B4-BE49-F238E27FC236}">
                <a16:creationId xmlns:a16="http://schemas.microsoft.com/office/drawing/2014/main" id="{1829256F-5A6E-4484-74E2-1256C6C5AA3E}"/>
              </a:ext>
            </a:extLst>
          </p:cNvPr>
          <p:cNvSpPr/>
          <p:nvPr/>
        </p:nvSpPr>
        <p:spPr>
          <a:xfrm>
            <a:off x="6179853" y="2253605"/>
            <a:ext cx="3121517" cy="442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2000" b="1" noProof="1">
                <a:solidFill>
                  <a:srgbClr val="FFFFFF"/>
                </a:solidFill>
              </a:rPr>
              <a:t>資訊完整度</a:t>
            </a:r>
            <a:endParaRPr lang="zh-TW" sz="2000" noProof="1"/>
          </a:p>
        </p:txBody>
      </p:sp>
      <p:sp>
        <p:nvSpPr>
          <p:cNvPr id="224" name="Text 12">
            <a:extLst>
              <a:ext uri="{FF2B5EF4-FFF2-40B4-BE49-F238E27FC236}">
                <a16:creationId xmlns:a16="http://schemas.microsoft.com/office/drawing/2014/main" id="{50ECB3A6-4BA5-1426-9392-BE1BC922A203}"/>
              </a:ext>
            </a:extLst>
          </p:cNvPr>
          <p:cNvSpPr/>
          <p:nvPr/>
        </p:nvSpPr>
        <p:spPr>
          <a:xfrm>
            <a:off x="7813231" y="2253605"/>
            <a:ext cx="1633378" cy="442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zh-TW" sz="2800" noProof="1"/>
          </a:p>
        </p:txBody>
      </p:sp>
      <p:sp>
        <p:nvSpPr>
          <p:cNvPr id="225" name="Shape 13">
            <a:extLst>
              <a:ext uri="{FF2B5EF4-FFF2-40B4-BE49-F238E27FC236}">
                <a16:creationId xmlns:a16="http://schemas.microsoft.com/office/drawing/2014/main" id="{CFF6396C-2B92-72C5-7AFB-EB961F7E261A}"/>
              </a:ext>
            </a:extLst>
          </p:cNvPr>
          <p:cNvSpPr/>
          <p:nvPr/>
        </p:nvSpPr>
        <p:spPr>
          <a:xfrm>
            <a:off x="9579045" y="2253605"/>
            <a:ext cx="1942395" cy="44216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sz="6600" noProof="1"/>
          </a:p>
        </p:txBody>
      </p:sp>
      <p:sp>
        <p:nvSpPr>
          <p:cNvPr id="226" name="Text 14">
            <a:extLst>
              <a:ext uri="{FF2B5EF4-FFF2-40B4-BE49-F238E27FC236}">
                <a16:creationId xmlns:a16="http://schemas.microsoft.com/office/drawing/2014/main" id="{4B61FFBD-95BE-4572-D155-A1F0A0113579}"/>
              </a:ext>
            </a:extLst>
          </p:cNvPr>
          <p:cNvSpPr/>
          <p:nvPr/>
        </p:nvSpPr>
        <p:spPr>
          <a:xfrm>
            <a:off x="9667335" y="2253605"/>
            <a:ext cx="1765814" cy="442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2000" b="1" noProof="1">
                <a:solidFill>
                  <a:srgbClr val="FFFFFF"/>
                </a:solidFill>
              </a:rPr>
              <a:t>備註</a:t>
            </a:r>
            <a:endParaRPr lang="zh-TW" sz="2000" noProof="1"/>
          </a:p>
        </p:txBody>
      </p:sp>
      <p:sp>
        <p:nvSpPr>
          <p:cNvPr id="227" name="Shape 15">
            <a:extLst>
              <a:ext uri="{FF2B5EF4-FFF2-40B4-BE49-F238E27FC236}">
                <a16:creationId xmlns:a16="http://schemas.microsoft.com/office/drawing/2014/main" id="{100488D6-1D5C-BE10-75FE-B25E108F979C}"/>
              </a:ext>
            </a:extLst>
          </p:cNvPr>
          <p:cNvSpPr/>
          <p:nvPr/>
        </p:nvSpPr>
        <p:spPr>
          <a:xfrm>
            <a:off x="705829" y="2695768"/>
            <a:ext cx="10815611" cy="465850"/>
          </a:xfrm>
          <a:prstGeom prst="rect">
            <a:avLst/>
          </a:prstGeom>
          <a:solidFill>
            <a:srgbClr val="EEF3FD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28" name="Text 16">
            <a:extLst>
              <a:ext uri="{FF2B5EF4-FFF2-40B4-BE49-F238E27FC236}">
                <a16:creationId xmlns:a16="http://schemas.microsoft.com/office/drawing/2014/main" id="{881A64BD-ED34-A117-79D9-EB28F39CCF41}"/>
              </a:ext>
            </a:extLst>
          </p:cNvPr>
          <p:cNvSpPr/>
          <p:nvPr/>
        </p:nvSpPr>
        <p:spPr>
          <a:xfrm>
            <a:off x="794120" y="2695768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solution_name</a:t>
            </a:r>
            <a:endParaRPr lang="zh-TW" sz="1600" noProof="1"/>
          </a:p>
        </p:txBody>
      </p:sp>
      <p:sp>
        <p:nvSpPr>
          <p:cNvPr id="229" name="Text 17">
            <a:extLst>
              <a:ext uri="{FF2B5EF4-FFF2-40B4-BE49-F238E27FC236}">
                <a16:creationId xmlns:a16="http://schemas.microsoft.com/office/drawing/2014/main" id="{A9BC8EA5-7ADF-D578-B8D1-8AE7F42F512D}"/>
              </a:ext>
            </a:extLst>
          </p:cNvPr>
          <p:cNvSpPr/>
          <p:nvPr/>
        </p:nvSpPr>
        <p:spPr>
          <a:xfrm>
            <a:off x="4193312" y="2695768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方案名稱</a:t>
            </a:r>
            <a:endParaRPr lang="zh-TW" sz="1600" noProof="1"/>
          </a:p>
        </p:txBody>
      </p:sp>
      <p:sp>
        <p:nvSpPr>
          <p:cNvPr id="230" name="Text 18">
            <a:extLst>
              <a:ext uri="{FF2B5EF4-FFF2-40B4-BE49-F238E27FC236}">
                <a16:creationId xmlns:a16="http://schemas.microsoft.com/office/drawing/2014/main" id="{B3AF3CAD-E46A-0456-CDDD-0E1848A90F63}"/>
              </a:ext>
            </a:extLst>
          </p:cNvPr>
          <p:cNvSpPr/>
          <p:nvPr/>
        </p:nvSpPr>
        <p:spPr>
          <a:xfrm>
            <a:off x="6179853" y="2695768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3B6D11"/>
                </a:solidFill>
              </a:rPr>
              <a:t>100%</a:t>
            </a:r>
            <a:endParaRPr lang="zh-TW" sz="1600" noProof="1"/>
          </a:p>
        </p:txBody>
      </p:sp>
      <p:sp>
        <p:nvSpPr>
          <p:cNvPr id="231" name="Shape 19">
            <a:extLst>
              <a:ext uri="{FF2B5EF4-FFF2-40B4-BE49-F238E27FC236}">
                <a16:creationId xmlns:a16="http://schemas.microsoft.com/office/drawing/2014/main" id="{60C3D459-5851-D3D7-B0FE-626F9ADF4D17}"/>
              </a:ext>
            </a:extLst>
          </p:cNvPr>
          <p:cNvSpPr/>
          <p:nvPr/>
        </p:nvSpPr>
        <p:spPr>
          <a:xfrm>
            <a:off x="7195196" y="2799625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32" name="Text 20">
            <a:extLst>
              <a:ext uri="{FF2B5EF4-FFF2-40B4-BE49-F238E27FC236}">
                <a16:creationId xmlns:a16="http://schemas.microsoft.com/office/drawing/2014/main" id="{506C1A7F-DCEA-FC49-36AB-9A02A404ECAE}"/>
              </a:ext>
            </a:extLst>
          </p:cNvPr>
          <p:cNvSpPr/>
          <p:nvPr/>
        </p:nvSpPr>
        <p:spPr>
          <a:xfrm>
            <a:off x="7195196" y="2810256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3B6D11"/>
                </a:solidFill>
              </a:rPr>
              <a:t>完整</a:t>
            </a:r>
            <a:endParaRPr lang="zh-TW" sz="1600" noProof="1"/>
          </a:p>
        </p:txBody>
      </p:sp>
      <p:sp>
        <p:nvSpPr>
          <p:cNvPr id="233" name="Shape 21">
            <a:extLst>
              <a:ext uri="{FF2B5EF4-FFF2-40B4-BE49-F238E27FC236}">
                <a16:creationId xmlns:a16="http://schemas.microsoft.com/office/drawing/2014/main" id="{EEC082F7-26B8-99BB-9EC4-ED6C203C1521}"/>
              </a:ext>
            </a:extLst>
          </p:cNvPr>
          <p:cNvSpPr/>
          <p:nvPr/>
        </p:nvSpPr>
        <p:spPr>
          <a:xfrm>
            <a:off x="7769085" y="2873422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34" name="Shape 22">
            <a:extLst>
              <a:ext uri="{FF2B5EF4-FFF2-40B4-BE49-F238E27FC236}">
                <a16:creationId xmlns:a16="http://schemas.microsoft.com/office/drawing/2014/main" id="{FBCCB812-2B12-BB23-939D-556F65469BAB}"/>
              </a:ext>
            </a:extLst>
          </p:cNvPr>
          <p:cNvSpPr/>
          <p:nvPr/>
        </p:nvSpPr>
        <p:spPr>
          <a:xfrm>
            <a:off x="7769085" y="2873422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35" name="Text 23">
            <a:extLst>
              <a:ext uri="{FF2B5EF4-FFF2-40B4-BE49-F238E27FC236}">
                <a16:creationId xmlns:a16="http://schemas.microsoft.com/office/drawing/2014/main" id="{D02D6CA3-4355-2D33-1138-0054C83B1CF9}"/>
              </a:ext>
            </a:extLst>
          </p:cNvPr>
          <p:cNvSpPr/>
          <p:nvPr/>
        </p:nvSpPr>
        <p:spPr>
          <a:xfrm>
            <a:off x="9623190" y="2695768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少數空值</a:t>
            </a:r>
            <a:endParaRPr lang="zh-TW" sz="1600" noProof="1"/>
          </a:p>
        </p:txBody>
      </p:sp>
      <p:sp>
        <p:nvSpPr>
          <p:cNvPr id="236" name="Shape 24">
            <a:extLst>
              <a:ext uri="{FF2B5EF4-FFF2-40B4-BE49-F238E27FC236}">
                <a16:creationId xmlns:a16="http://schemas.microsoft.com/office/drawing/2014/main" id="{7D4C87DA-554D-0B87-73D6-8730002E730C}"/>
              </a:ext>
            </a:extLst>
          </p:cNvPr>
          <p:cNvSpPr/>
          <p:nvPr/>
        </p:nvSpPr>
        <p:spPr>
          <a:xfrm>
            <a:off x="705829" y="3161617"/>
            <a:ext cx="10815611" cy="46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37" name="Text 25">
            <a:extLst>
              <a:ext uri="{FF2B5EF4-FFF2-40B4-BE49-F238E27FC236}">
                <a16:creationId xmlns:a16="http://schemas.microsoft.com/office/drawing/2014/main" id="{8CCF63AF-2B43-3FA1-2C3F-E776A3157B9B}"/>
              </a:ext>
            </a:extLst>
          </p:cNvPr>
          <p:cNvSpPr/>
          <p:nvPr/>
        </p:nvSpPr>
        <p:spPr>
          <a:xfrm>
            <a:off x="794120" y="3161617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has_ai</a:t>
            </a:r>
            <a:endParaRPr lang="zh-TW" sz="1600" noProof="1"/>
          </a:p>
        </p:txBody>
      </p:sp>
      <p:sp>
        <p:nvSpPr>
          <p:cNvPr id="238" name="Text 26">
            <a:extLst>
              <a:ext uri="{FF2B5EF4-FFF2-40B4-BE49-F238E27FC236}">
                <a16:creationId xmlns:a16="http://schemas.microsoft.com/office/drawing/2014/main" id="{D640420A-5302-B8D3-6847-7C576BAC113F}"/>
              </a:ext>
            </a:extLst>
          </p:cNvPr>
          <p:cNvSpPr/>
          <p:nvPr/>
        </p:nvSpPr>
        <p:spPr>
          <a:xfrm>
            <a:off x="4193312" y="3161617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是否 AI</a:t>
            </a:r>
            <a:endParaRPr lang="zh-TW" sz="1600" noProof="1"/>
          </a:p>
        </p:txBody>
      </p:sp>
      <p:sp>
        <p:nvSpPr>
          <p:cNvPr id="239" name="Text 27">
            <a:extLst>
              <a:ext uri="{FF2B5EF4-FFF2-40B4-BE49-F238E27FC236}">
                <a16:creationId xmlns:a16="http://schemas.microsoft.com/office/drawing/2014/main" id="{24F8BCD0-1D49-4083-11C8-1BAD4C5262A8}"/>
              </a:ext>
            </a:extLst>
          </p:cNvPr>
          <p:cNvSpPr/>
          <p:nvPr/>
        </p:nvSpPr>
        <p:spPr>
          <a:xfrm>
            <a:off x="6179853" y="3161617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3B6D11"/>
                </a:solidFill>
              </a:rPr>
              <a:t>99%</a:t>
            </a:r>
            <a:endParaRPr lang="zh-TW" sz="1600" noProof="1"/>
          </a:p>
        </p:txBody>
      </p:sp>
      <p:sp>
        <p:nvSpPr>
          <p:cNvPr id="240" name="Shape 28">
            <a:extLst>
              <a:ext uri="{FF2B5EF4-FFF2-40B4-BE49-F238E27FC236}">
                <a16:creationId xmlns:a16="http://schemas.microsoft.com/office/drawing/2014/main" id="{452F1E7F-152C-12DB-98FB-C3071E861392}"/>
              </a:ext>
            </a:extLst>
          </p:cNvPr>
          <p:cNvSpPr/>
          <p:nvPr/>
        </p:nvSpPr>
        <p:spPr>
          <a:xfrm>
            <a:off x="7195196" y="3265476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41" name="Text 29">
            <a:extLst>
              <a:ext uri="{FF2B5EF4-FFF2-40B4-BE49-F238E27FC236}">
                <a16:creationId xmlns:a16="http://schemas.microsoft.com/office/drawing/2014/main" id="{17C073D1-17F1-A089-8DEA-844320D0A80A}"/>
              </a:ext>
            </a:extLst>
          </p:cNvPr>
          <p:cNvSpPr/>
          <p:nvPr/>
        </p:nvSpPr>
        <p:spPr>
          <a:xfrm>
            <a:off x="7195196" y="3276106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3B6D11"/>
                </a:solidFill>
              </a:rPr>
              <a:t>完整</a:t>
            </a:r>
            <a:endParaRPr lang="zh-TW" sz="1600" noProof="1"/>
          </a:p>
        </p:txBody>
      </p:sp>
      <p:sp>
        <p:nvSpPr>
          <p:cNvPr id="242" name="Shape 30">
            <a:extLst>
              <a:ext uri="{FF2B5EF4-FFF2-40B4-BE49-F238E27FC236}">
                <a16:creationId xmlns:a16="http://schemas.microsoft.com/office/drawing/2014/main" id="{67F2EB6C-036C-7C9C-11CF-615531D2A581}"/>
              </a:ext>
            </a:extLst>
          </p:cNvPr>
          <p:cNvSpPr/>
          <p:nvPr/>
        </p:nvSpPr>
        <p:spPr>
          <a:xfrm>
            <a:off x="7769085" y="3339272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43" name="Shape 31">
            <a:extLst>
              <a:ext uri="{FF2B5EF4-FFF2-40B4-BE49-F238E27FC236}">
                <a16:creationId xmlns:a16="http://schemas.microsoft.com/office/drawing/2014/main" id="{2670F754-1AB9-DC68-B707-81934187D2A2}"/>
              </a:ext>
            </a:extLst>
          </p:cNvPr>
          <p:cNvSpPr/>
          <p:nvPr/>
        </p:nvSpPr>
        <p:spPr>
          <a:xfrm>
            <a:off x="7769085" y="3339272"/>
            <a:ext cx="1704453" cy="110541"/>
          </a:xfrm>
          <a:prstGeom prst="roundRect">
            <a:avLst>
              <a:gd name="adj" fmla="val 42857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44" name="Text 32">
            <a:extLst>
              <a:ext uri="{FF2B5EF4-FFF2-40B4-BE49-F238E27FC236}">
                <a16:creationId xmlns:a16="http://schemas.microsoft.com/office/drawing/2014/main" id="{E0ECBA01-AB27-0F72-A0B1-7CF688710486}"/>
              </a:ext>
            </a:extLst>
          </p:cNvPr>
          <p:cNvSpPr/>
          <p:nvPr/>
        </p:nvSpPr>
        <p:spPr>
          <a:xfrm>
            <a:off x="9623190" y="3161617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布林值</a:t>
            </a:r>
            <a:endParaRPr lang="zh-TW" sz="1600" noProof="1"/>
          </a:p>
        </p:txBody>
      </p:sp>
      <p:sp>
        <p:nvSpPr>
          <p:cNvPr id="245" name="Shape 33">
            <a:extLst>
              <a:ext uri="{FF2B5EF4-FFF2-40B4-BE49-F238E27FC236}">
                <a16:creationId xmlns:a16="http://schemas.microsoft.com/office/drawing/2014/main" id="{EB942626-1F32-CDA5-93CE-F2D3C8C5DCC7}"/>
              </a:ext>
            </a:extLst>
          </p:cNvPr>
          <p:cNvSpPr/>
          <p:nvPr/>
        </p:nvSpPr>
        <p:spPr>
          <a:xfrm>
            <a:off x="705829" y="3627467"/>
            <a:ext cx="10815611" cy="465850"/>
          </a:xfrm>
          <a:prstGeom prst="rect">
            <a:avLst/>
          </a:prstGeom>
          <a:solidFill>
            <a:srgbClr val="EEF3FD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46" name="Text 34">
            <a:extLst>
              <a:ext uri="{FF2B5EF4-FFF2-40B4-BE49-F238E27FC236}">
                <a16:creationId xmlns:a16="http://schemas.microsoft.com/office/drawing/2014/main" id="{EECB06D5-1BAC-2DF8-88B6-CFC1D48D930D}"/>
              </a:ext>
            </a:extLst>
          </p:cNvPr>
          <p:cNvSpPr/>
          <p:nvPr/>
        </p:nvSpPr>
        <p:spPr>
          <a:xfrm>
            <a:off x="794120" y="3627467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industry_category</a:t>
            </a:r>
            <a:endParaRPr lang="zh-TW" sz="1600" noProof="1"/>
          </a:p>
        </p:txBody>
      </p:sp>
      <p:sp>
        <p:nvSpPr>
          <p:cNvPr id="247" name="Text 35">
            <a:extLst>
              <a:ext uri="{FF2B5EF4-FFF2-40B4-BE49-F238E27FC236}">
                <a16:creationId xmlns:a16="http://schemas.microsoft.com/office/drawing/2014/main" id="{F3AE721F-A520-52F3-2E04-E2D5795FEE58}"/>
              </a:ext>
            </a:extLst>
          </p:cNvPr>
          <p:cNvSpPr/>
          <p:nvPr/>
        </p:nvSpPr>
        <p:spPr>
          <a:xfrm>
            <a:off x="4193312" y="3627467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方案類別</a:t>
            </a:r>
            <a:endParaRPr lang="zh-TW" sz="1600" noProof="1"/>
          </a:p>
        </p:txBody>
      </p:sp>
      <p:sp>
        <p:nvSpPr>
          <p:cNvPr id="248" name="Text 36">
            <a:extLst>
              <a:ext uri="{FF2B5EF4-FFF2-40B4-BE49-F238E27FC236}">
                <a16:creationId xmlns:a16="http://schemas.microsoft.com/office/drawing/2014/main" id="{E06A844F-B906-EA3C-C395-B8EB1CDB1C2D}"/>
              </a:ext>
            </a:extLst>
          </p:cNvPr>
          <p:cNvSpPr/>
          <p:nvPr/>
        </p:nvSpPr>
        <p:spPr>
          <a:xfrm>
            <a:off x="6179853" y="3627467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3B6D11"/>
                </a:solidFill>
              </a:rPr>
              <a:t>93%</a:t>
            </a:r>
            <a:endParaRPr lang="zh-TW" sz="1600" noProof="1"/>
          </a:p>
        </p:txBody>
      </p:sp>
      <p:sp>
        <p:nvSpPr>
          <p:cNvPr id="249" name="Shape 37">
            <a:extLst>
              <a:ext uri="{FF2B5EF4-FFF2-40B4-BE49-F238E27FC236}">
                <a16:creationId xmlns:a16="http://schemas.microsoft.com/office/drawing/2014/main" id="{28F144DC-FA4F-B6D3-6506-C0AFF5483169}"/>
              </a:ext>
            </a:extLst>
          </p:cNvPr>
          <p:cNvSpPr/>
          <p:nvPr/>
        </p:nvSpPr>
        <p:spPr>
          <a:xfrm>
            <a:off x="7195196" y="3731324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50" name="Text 38">
            <a:extLst>
              <a:ext uri="{FF2B5EF4-FFF2-40B4-BE49-F238E27FC236}">
                <a16:creationId xmlns:a16="http://schemas.microsoft.com/office/drawing/2014/main" id="{3C797AC1-6B80-157E-7E87-A576A3B43199}"/>
              </a:ext>
            </a:extLst>
          </p:cNvPr>
          <p:cNvSpPr/>
          <p:nvPr/>
        </p:nvSpPr>
        <p:spPr>
          <a:xfrm>
            <a:off x="7195196" y="3741955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3B6D11"/>
                </a:solidFill>
              </a:rPr>
              <a:t>完整</a:t>
            </a:r>
            <a:endParaRPr lang="zh-TW" sz="1600" noProof="1"/>
          </a:p>
        </p:txBody>
      </p:sp>
      <p:sp>
        <p:nvSpPr>
          <p:cNvPr id="251" name="Shape 39">
            <a:extLst>
              <a:ext uri="{FF2B5EF4-FFF2-40B4-BE49-F238E27FC236}">
                <a16:creationId xmlns:a16="http://schemas.microsoft.com/office/drawing/2014/main" id="{7F0D2411-A384-4507-3199-A431EF73DF8A}"/>
              </a:ext>
            </a:extLst>
          </p:cNvPr>
          <p:cNvSpPr/>
          <p:nvPr/>
        </p:nvSpPr>
        <p:spPr>
          <a:xfrm>
            <a:off x="7769085" y="3805121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52" name="Shape 40">
            <a:extLst>
              <a:ext uri="{FF2B5EF4-FFF2-40B4-BE49-F238E27FC236}">
                <a16:creationId xmlns:a16="http://schemas.microsoft.com/office/drawing/2014/main" id="{07E5E92D-96DD-6360-5A78-DF5A4C3FE7D5}"/>
              </a:ext>
            </a:extLst>
          </p:cNvPr>
          <p:cNvSpPr/>
          <p:nvPr/>
        </p:nvSpPr>
        <p:spPr>
          <a:xfrm>
            <a:off x="7769085" y="3805121"/>
            <a:ext cx="1601152" cy="110541"/>
          </a:xfrm>
          <a:prstGeom prst="roundRect">
            <a:avLst>
              <a:gd name="adj" fmla="val 42857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53" name="Text 41">
            <a:extLst>
              <a:ext uri="{FF2B5EF4-FFF2-40B4-BE49-F238E27FC236}">
                <a16:creationId xmlns:a16="http://schemas.microsoft.com/office/drawing/2014/main" id="{7D25E64F-3A99-8C41-3F57-BC10C2926E87}"/>
              </a:ext>
            </a:extLst>
          </p:cNvPr>
          <p:cNvSpPr/>
          <p:nvPr/>
        </p:nvSpPr>
        <p:spPr>
          <a:xfrm>
            <a:off x="9623190" y="3627467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多值分類</a:t>
            </a:r>
            <a:endParaRPr lang="zh-TW" sz="1600" noProof="1"/>
          </a:p>
        </p:txBody>
      </p:sp>
      <p:sp>
        <p:nvSpPr>
          <p:cNvPr id="254" name="Shape 42">
            <a:extLst>
              <a:ext uri="{FF2B5EF4-FFF2-40B4-BE49-F238E27FC236}">
                <a16:creationId xmlns:a16="http://schemas.microsoft.com/office/drawing/2014/main" id="{F5FF2A1B-D120-8FC8-6590-6304CF26219E}"/>
              </a:ext>
            </a:extLst>
          </p:cNvPr>
          <p:cNvSpPr/>
          <p:nvPr/>
        </p:nvSpPr>
        <p:spPr>
          <a:xfrm>
            <a:off x="705829" y="4093317"/>
            <a:ext cx="10815611" cy="46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55" name="Text 43">
            <a:extLst>
              <a:ext uri="{FF2B5EF4-FFF2-40B4-BE49-F238E27FC236}">
                <a16:creationId xmlns:a16="http://schemas.microsoft.com/office/drawing/2014/main" id="{5138CD2E-3112-F16D-CC0D-42C70CF41AA3}"/>
              </a:ext>
            </a:extLst>
          </p:cNvPr>
          <p:cNvSpPr/>
          <p:nvPr/>
        </p:nvSpPr>
        <p:spPr>
          <a:xfrm>
            <a:off x="794120" y="4093317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price</a:t>
            </a:r>
            <a:endParaRPr lang="zh-TW" sz="1600" noProof="1"/>
          </a:p>
        </p:txBody>
      </p:sp>
      <p:sp>
        <p:nvSpPr>
          <p:cNvPr id="256" name="Text 44">
            <a:extLst>
              <a:ext uri="{FF2B5EF4-FFF2-40B4-BE49-F238E27FC236}">
                <a16:creationId xmlns:a16="http://schemas.microsoft.com/office/drawing/2014/main" id="{2DC4A2F6-F748-2D57-FE06-89DD2B2A82E0}"/>
              </a:ext>
            </a:extLst>
          </p:cNvPr>
          <p:cNvSpPr/>
          <p:nvPr/>
        </p:nvSpPr>
        <p:spPr>
          <a:xfrm>
            <a:off x="4193312" y="4093317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費用</a:t>
            </a:r>
            <a:endParaRPr lang="zh-TW" sz="1600" noProof="1"/>
          </a:p>
        </p:txBody>
      </p:sp>
      <p:sp>
        <p:nvSpPr>
          <p:cNvPr id="257" name="Text 45">
            <a:extLst>
              <a:ext uri="{FF2B5EF4-FFF2-40B4-BE49-F238E27FC236}">
                <a16:creationId xmlns:a16="http://schemas.microsoft.com/office/drawing/2014/main" id="{9AC291DA-3F98-933E-1E61-1EE1800E68AF}"/>
              </a:ext>
            </a:extLst>
          </p:cNvPr>
          <p:cNvSpPr/>
          <p:nvPr/>
        </p:nvSpPr>
        <p:spPr>
          <a:xfrm>
            <a:off x="6179853" y="4093317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3B6D11"/>
                </a:solidFill>
              </a:rPr>
              <a:t>91%</a:t>
            </a:r>
            <a:endParaRPr lang="zh-TW" sz="1600" noProof="1"/>
          </a:p>
        </p:txBody>
      </p:sp>
      <p:sp>
        <p:nvSpPr>
          <p:cNvPr id="258" name="Shape 46">
            <a:extLst>
              <a:ext uri="{FF2B5EF4-FFF2-40B4-BE49-F238E27FC236}">
                <a16:creationId xmlns:a16="http://schemas.microsoft.com/office/drawing/2014/main" id="{C58C5FA2-8282-FDD2-1CC0-27B899A48B32}"/>
              </a:ext>
            </a:extLst>
          </p:cNvPr>
          <p:cNvSpPr/>
          <p:nvPr/>
        </p:nvSpPr>
        <p:spPr>
          <a:xfrm>
            <a:off x="7195196" y="4197175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59" name="Text 47">
            <a:extLst>
              <a:ext uri="{FF2B5EF4-FFF2-40B4-BE49-F238E27FC236}">
                <a16:creationId xmlns:a16="http://schemas.microsoft.com/office/drawing/2014/main" id="{2A007D66-CC5A-ADC0-6FEF-C2E6D5AA2BAF}"/>
              </a:ext>
            </a:extLst>
          </p:cNvPr>
          <p:cNvSpPr/>
          <p:nvPr/>
        </p:nvSpPr>
        <p:spPr>
          <a:xfrm>
            <a:off x="7195196" y="4207805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3B6D11"/>
                </a:solidFill>
              </a:rPr>
              <a:t>完整</a:t>
            </a:r>
            <a:endParaRPr lang="zh-TW" sz="1600" noProof="1"/>
          </a:p>
        </p:txBody>
      </p:sp>
      <p:sp>
        <p:nvSpPr>
          <p:cNvPr id="260" name="Shape 48">
            <a:extLst>
              <a:ext uri="{FF2B5EF4-FFF2-40B4-BE49-F238E27FC236}">
                <a16:creationId xmlns:a16="http://schemas.microsoft.com/office/drawing/2014/main" id="{D9517491-8594-C321-0ED6-90FCBA153292}"/>
              </a:ext>
            </a:extLst>
          </p:cNvPr>
          <p:cNvSpPr/>
          <p:nvPr/>
        </p:nvSpPr>
        <p:spPr>
          <a:xfrm>
            <a:off x="7769085" y="4270971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61" name="Shape 49">
            <a:extLst>
              <a:ext uri="{FF2B5EF4-FFF2-40B4-BE49-F238E27FC236}">
                <a16:creationId xmlns:a16="http://schemas.microsoft.com/office/drawing/2014/main" id="{B211D1DF-099A-92F6-8EE0-2779D2B24898}"/>
              </a:ext>
            </a:extLst>
          </p:cNvPr>
          <p:cNvSpPr/>
          <p:nvPr/>
        </p:nvSpPr>
        <p:spPr>
          <a:xfrm>
            <a:off x="7769085" y="4270971"/>
            <a:ext cx="1566718" cy="110541"/>
          </a:xfrm>
          <a:prstGeom prst="roundRect">
            <a:avLst>
              <a:gd name="adj" fmla="val 42857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62" name="Text 50">
            <a:extLst>
              <a:ext uri="{FF2B5EF4-FFF2-40B4-BE49-F238E27FC236}">
                <a16:creationId xmlns:a16="http://schemas.microsoft.com/office/drawing/2014/main" id="{0F2BE77A-92FF-3350-4C83-4BC57827D1AC}"/>
              </a:ext>
            </a:extLst>
          </p:cNvPr>
          <p:cNvSpPr/>
          <p:nvPr/>
        </p:nvSpPr>
        <p:spPr>
          <a:xfrm>
            <a:off x="9623190" y="4093317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195 筆空值</a:t>
            </a:r>
            <a:endParaRPr lang="zh-TW" sz="1600" noProof="1"/>
          </a:p>
        </p:txBody>
      </p:sp>
      <p:sp>
        <p:nvSpPr>
          <p:cNvPr id="263" name="Shape 51">
            <a:extLst>
              <a:ext uri="{FF2B5EF4-FFF2-40B4-BE49-F238E27FC236}">
                <a16:creationId xmlns:a16="http://schemas.microsoft.com/office/drawing/2014/main" id="{BFF3B38F-81E6-4B78-7321-5A8548298E12}"/>
              </a:ext>
            </a:extLst>
          </p:cNvPr>
          <p:cNvSpPr/>
          <p:nvPr/>
        </p:nvSpPr>
        <p:spPr>
          <a:xfrm>
            <a:off x="705829" y="4559166"/>
            <a:ext cx="10815611" cy="465850"/>
          </a:xfrm>
          <a:prstGeom prst="rect">
            <a:avLst/>
          </a:prstGeom>
          <a:solidFill>
            <a:srgbClr val="EEF3FD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64" name="Text 52">
            <a:extLst>
              <a:ext uri="{FF2B5EF4-FFF2-40B4-BE49-F238E27FC236}">
                <a16:creationId xmlns:a16="http://schemas.microsoft.com/office/drawing/2014/main" id="{C2FADD57-BBE7-D773-93D8-E763008CA5F3}"/>
              </a:ext>
            </a:extLst>
          </p:cNvPr>
          <p:cNvSpPr/>
          <p:nvPr/>
        </p:nvSpPr>
        <p:spPr>
          <a:xfrm>
            <a:off x="794120" y="4559166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company_id</a:t>
            </a:r>
            <a:endParaRPr lang="zh-TW" sz="1600" noProof="1"/>
          </a:p>
        </p:txBody>
      </p:sp>
      <p:sp>
        <p:nvSpPr>
          <p:cNvPr id="265" name="Text 53">
            <a:extLst>
              <a:ext uri="{FF2B5EF4-FFF2-40B4-BE49-F238E27FC236}">
                <a16:creationId xmlns:a16="http://schemas.microsoft.com/office/drawing/2014/main" id="{F0588DAC-EB14-E16E-59AF-F7EE74B61928}"/>
              </a:ext>
            </a:extLst>
          </p:cNvPr>
          <p:cNvSpPr/>
          <p:nvPr/>
        </p:nvSpPr>
        <p:spPr>
          <a:xfrm>
            <a:off x="4193312" y="4559166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業者連結</a:t>
            </a:r>
            <a:endParaRPr lang="zh-TW" sz="1600" noProof="1"/>
          </a:p>
        </p:txBody>
      </p:sp>
      <p:sp>
        <p:nvSpPr>
          <p:cNvPr id="266" name="Text 54">
            <a:extLst>
              <a:ext uri="{FF2B5EF4-FFF2-40B4-BE49-F238E27FC236}">
                <a16:creationId xmlns:a16="http://schemas.microsoft.com/office/drawing/2014/main" id="{29951D0E-1425-5B54-BEB7-6F6605BC9ACE}"/>
              </a:ext>
            </a:extLst>
          </p:cNvPr>
          <p:cNvSpPr/>
          <p:nvPr/>
        </p:nvSpPr>
        <p:spPr>
          <a:xfrm>
            <a:off x="6179853" y="4559166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854F0B"/>
                </a:solidFill>
              </a:rPr>
              <a:t>89%</a:t>
            </a:r>
            <a:endParaRPr lang="zh-TW" sz="1600" noProof="1"/>
          </a:p>
        </p:txBody>
      </p:sp>
      <p:sp>
        <p:nvSpPr>
          <p:cNvPr id="267" name="Shape 55">
            <a:extLst>
              <a:ext uri="{FF2B5EF4-FFF2-40B4-BE49-F238E27FC236}">
                <a16:creationId xmlns:a16="http://schemas.microsoft.com/office/drawing/2014/main" id="{0779B55E-6382-F0ED-3DF6-ADDEBAA87C73}"/>
              </a:ext>
            </a:extLst>
          </p:cNvPr>
          <p:cNvSpPr/>
          <p:nvPr/>
        </p:nvSpPr>
        <p:spPr>
          <a:xfrm>
            <a:off x="7195196" y="4663025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68" name="Text 56">
            <a:extLst>
              <a:ext uri="{FF2B5EF4-FFF2-40B4-BE49-F238E27FC236}">
                <a16:creationId xmlns:a16="http://schemas.microsoft.com/office/drawing/2014/main" id="{FB943BBF-7983-91BD-F0B8-42155E6577D3}"/>
              </a:ext>
            </a:extLst>
          </p:cNvPr>
          <p:cNvSpPr/>
          <p:nvPr/>
        </p:nvSpPr>
        <p:spPr>
          <a:xfrm>
            <a:off x="7195196" y="4673655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854F0B"/>
                </a:solidFill>
              </a:rPr>
              <a:t>待補</a:t>
            </a:r>
            <a:endParaRPr lang="zh-TW" sz="1600" noProof="1"/>
          </a:p>
        </p:txBody>
      </p:sp>
      <p:sp>
        <p:nvSpPr>
          <p:cNvPr id="269" name="Shape 57">
            <a:extLst>
              <a:ext uri="{FF2B5EF4-FFF2-40B4-BE49-F238E27FC236}">
                <a16:creationId xmlns:a16="http://schemas.microsoft.com/office/drawing/2014/main" id="{7FA3972B-3E03-1A07-FB98-47D6A3FAD5AE}"/>
              </a:ext>
            </a:extLst>
          </p:cNvPr>
          <p:cNvSpPr/>
          <p:nvPr/>
        </p:nvSpPr>
        <p:spPr>
          <a:xfrm>
            <a:off x="7769085" y="4736821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70" name="Shape 58">
            <a:extLst>
              <a:ext uri="{FF2B5EF4-FFF2-40B4-BE49-F238E27FC236}">
                <a16:creationId xmlns:a16="http://schemas.microsoft.com/office/drawing/2014/main" id="{5437C0BF-2836-48FC-AE7F-3EC3612B58EC}"/>
              </a:ext>
            </a:extLst>
          </p:cNvPr>
          <p:cNvSpPr/>
          <p:nvPr/>
        </p:nvSpPr>
        <p:spPr>
          <a:xfrm>
            <a:off x="7769085" y="4736821"/>
            <a:ext cx="1532284" cy="110541"/>
          </a:xfrm>
          <a:prstGeom prst="roundRect">
            <a:avLst>
              <a:gd name="adj" fmla="val 42857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71" name="Text 59">
            <a:extLst>
              <a:ext uri="{FF2B5EF4-FFF2-40B4-BE49-F238E27FC236}">
                <a16:creationId xmlns:a16="http://schemas.microsoft.com/office/drawing/2014/main" id="{177040BD-DBF3-B006-4BA4-87353A2DDC28}"/>
              </a:ext>
            </a:extLst>
          </p:cNvPr>
          <p:cNvSpPr/>
          <p:nvPr/>
        </p:nvSpPr>
        <p:spPr>
          <a:xfrm>
            <a:off x="9623190" y="4559166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部分未對應</a:t>
            </a:r>
            <a:endParaRPr lang="zh-TW" sz="1600" noProof="1"/>
          </a:p>
        </p:txBody>
      </p:sp>
      <p:sp>
        <p:nvSpPr>
          <p:cNvPr id="272" name="Shape 60">
            <a:extLst>
              <a:ext uri="{FF2B5EF4-FFF2-40B4-BE49-F238E27FC236}">
                <a16:creationId xmlns:a16="http://schemas.microsoft.com/office/drawing/2014/main" id="{5ACDB6E7-6352-6188-8EF4-8EEBF0D16384}"/>
              </a:ext>
            </a:extLst>
          </p:cNvPr>
          <p:cNvSpPr/>
          <p:nvPr/>
        </p:nvSpPr>
        <p:spPr>
          <a:xfrm>
            <a:off x="705829" y="5025016"/>
            <a:ext cx="10815611" cy="465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73" name="Text 61">
            <a:extLst>
              <a:ext uri="{FF2B5EF4-FFF2-40B4-BE49-F238E27FC236}">
                <a16:creationId xmlns:a16="http://schemas.microsoft.com/office/drawing/2014/main" id="{A4EFCB1B-453D-DC5F-C55C-F1C088319DF3}"/>
              </a:ext>
            </a:extLst>
          </p:cNvPr>
          <p:cNvSpPr/>
          <p:nvPr/>
        </p:nvSpPr>
        <p:spPr>
          <a:xfrm>
            <a:off x="794120" y="5025016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price_tier</a:t>
            </a:r>
            <a:endParaRPr lang="zh-TW" sz="1600" noProof="1"/>
          </a:p>
        </p:txBody>
      </p:sp>
      <p:sp>
        <p:nvSpPr>
          <p:cNvPr id="274" name="Text 62">
            <a:extLst>
              <a:ext uri="{FF2B5EF4-FFF2-40B4-BE49-F238E27FC236}">
                <a16:creationId xmlns:a16="http://schemas.microsoft.com/office/drawing/2014/main" id="{CF663E05-5D68-E1B9-0573-53078A7BE669}"/>
              </a:ext>
            </a:extLst>
          </p:cNvPr>
          <p:cNvSpPr/>
          <p:nvPr/>
        </p:nvSpPr>
        <p:spPr>
          <a:xfrm>
            <a:off x="4193312" y="5025016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費用級距</a:t>
            </a:r>
            <a:endParaRPr lang="zh-TW" sz="1600" noProof="1"/>
          </a:p>
        </p:txBody>
      </p:sp>
      <p:sp>
        <p:nvSpPr>
          <p:cNvPr id="275" name="Text 63">
            <a:extLst>
              <a:ext uri="{FF2B5EF4-FFF2-40B4-BE49-F238E27FC236}">
                <a16:creationId xmlns:a16="http://schemas.microsoft.com/office/drawing/2014/main" id="{BB28DF3E-2E79-17A8-DABE-25E5CC1D7D63}"/>
              </a:ext>
            </a:extLst>
          </p:cNvPr>
          <p:cNvSpPr/>
          <p:nvPr/>
        </p:nvSpPr>
        <p:spPr>
          <a:xfrm>
            <a:off x="6179853" y="5025016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A32D2D"/>
                </a:solidFill>
              </a:rPr>
              <a:t>42%</a:t>
            </a:r>
            <a:endParaRPr lang="zh-TW" sz="1600" noProof="1"/>
          </a:p>
        </p:txBody>
      </p:sp>
      <p:sp>
        <p:nvSpPr>
          <p:cNvPr id="276" name="Shape 64">
            <a:extLst>
              <a:ext uri="{FF2B5EF4-FFF2-40B4-BE49-F238E27FC236}">
                <a16:creationId xmlns:a16="http://schemas.microsoft.com/office/drawing/2014/main" id="{6707CE6B-DB08-E651-658A-3FA47CF0667A}"/>
              </a:ext>
            </a:extLst>
          </p:cNvPr>
          <p:cNvSpPr/>
          <p:nvPr/>
        </p:nvSpPr>
        <p:spPr>
          <a:xfrm>
            <a:off x="7195196" y="5128873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77" name="Text 65">
            <a:extLst>
              <a:ext uri="{FF2B5EF4-FFF2-40B4-BE49-F238E27FC236}">
                <a16:creationId xmlns:a16="http://schemas.microsoft.com/office/drawing/2014/main" id="{6A4969B3-F6F1-4961-72F2-502B4A0D5E8C}"/>
              </a:ext>
            </a:extLst>
          </p:cNvPr>
          <p:cNvSpPr/>
          <p:nvPr/>
        </p:nvSpPr>
        <p:spPr>
          <a:xfrm>
            <a:off x="7195196" y="5139504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A32D2D"/>
                </a:solidFill>
              </a:rPr>
              <a:t>缺漏</a:t>
            </a:r>
            <a:endParaRPr lang="zh-TW" sz="1600" noProof="1"/>
          </a:p>
        </p:txBody>
      </p:sp>
      <p:sp>
        <p:nvSpPr>
          <p:cNvPr id="278" name="Shape 66">
            <a:extLst>
              <a:ext uri="{FF2B5EF4-FFF2-40B4-BE49-F238E27FC236}">
                <a16:creationId xmlns:a16="http://schemas.microsoft.com/office/drawing/2014/main" id="{C7ACC8C5-C12D-9469-9BBE-94FDAEE58C21}"/>
              </a:ext>
            </a:extLst>
          </p:cNvPr>
          <p:cNvSpPr/>
          <p:nvPr/>
        </p:nvSpPr>
        <p:spPr>
          <a:xfrm>
            <a:off x="7769085" y="5202670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79" name="Shape 67">
            <a:extLst>
              <a:ext uri="{FF2B5EF4-FFF2-40B4-BE49-F238E27FC236}">
                <a16:creationId xmlns:a16="http://schemas.microsoft.com/office/drawing/2014/main" id="{7EC282CC-5C71-AADA-A44B-162ED6318041}"/>
              </a:ext>
            </a:extLst>
          </p:cNvPr>
          <p:cNvSpPr/>
          <p:nvPr/>
        </p:nvSpPr>
        <p:spPr>
          <a:xfrm>
            <a:off x="7769085" y="5202670"/>
            <a:ext cx="998569" cy="110541"/>
          </a:xfrm>
          <a:prstGeom prst="roundRect">
            <a:avLst>
              <a:gd name="adj" fmla="val 42857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80" name="Text 68">
            <a:extLst>
              <a:ext uri="{FF2B5EF4-FFF2-40B4-BE49-F238E27FC236}">
                <a16:creationId xmlns:a16="http://schemas.microsoft.com/office/drawing/2014/main" id="{FFD6B60C-B443-133C-471D-4A6A8BF49BFD}"/>
              </a:ext>
            </a:extLst>
          </p:cNvPr>
          <p:cNvSpPr/>
          <p:nvPr/>
        </p:nvSpPr>
        <p:spPr>
          <a:xfrm>
            <a:off x="9623190" y="5025016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859 筆空值</a:t>
            </a:r>
            <a:endParaRPr lang="zh-TW" sz="1600" noProof="1"/>
          </a:p>
        </p:txBody>
      </p:sp>
      <p:sp>
        <p:nvSpPr>
          <p:cNvPr id="281" name="Shape 69">
            <a:extLst>
              <a:ext uri="{FF2B5EF4-FFF2-40B4-BE49-F238E27FC236}">
                <a16:creationId xmlns:a16="http://schemas.microsoft.com/office/drawing/2014/main" id="{6EF3085F-3C8F-7DC0-D0DB-B5A65097AD34}"/>
              </a:ext>
            </a:extLst>
          </p:cNvPr>
          <p:cNvSpPr/>
          <p:nvPr/>
        </p:nvSpPr>
        <p:spPr>
          <a:xfrm>
            <a:off x="705829" y="5490865"/>
            <a:ext cx="10815611" cy="465850"/>
          </a:xfrm>
          <a:prstGeom prst="rect">
            <a:avLst/>
          </a:prstGeom>
          <a:solidFill>
            <a:srgbClr val="EEF3FD"/>
          </a:solidFill>
          <a:ln w="12700">
            <a:solidFill>
              <a:srgbClr val="D0DC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82" name="Text 70">
            <a:extLst>
              <a:ext uri="{FF2B5EF4-FFF2-40B4-BE49-F238E27FC236}">
                <a16:creationId xmlns:a16="http://schemas.microsoft.com/office/drawing/2014/main" id="{15AF6DCA-D775-4A9C-81A0-56F622E28480}"/>
              </a:ext>
            </a:extLst>
          </p:cNvPr>
          <p:cNvSpPr/>
          <p:nvPr/>
        </p:nvSpPr>
        <p:spPr>
          <a:xfrm>
            <a:off x="794120" y="5490865"/>
            <a:ext cx="3222611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1A2340"/>
                </a:solidFill>
              </a:rPr>
              <a:t>service_region</a:t>
            </a:r>
            <a:endParaRPr lang="zh-TW" sz="1600" noProof="1"/>
          </a:p>
        </p:txBody>
      </p:sp>
      <p:sp>
        <p:nvSpPr>
          <p:cNvPr id="283" name="Text 71">
            <a:extLst>
              <a:ext uri="{FF2B5EF4-FFF2-40B4-BE49-F238E27FC236}">
                <a16:creationId xmlns:a16="http://schemas.microsoft.com/office/drawing/2014/main" id="{489A28C9-A26C-4C71-DBAA-3F7930D75946}"/>
              </a:ext>
            </a:extLst>
          </p:cNvPr>
          <p:cNvSpPr/>
          <p:nvPr/>
        </p:nvSpPr>
        <p:spPr>
          <a:xfrm>
            <a:off x="4193312" y="5490865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服務區域</a:t>
            </a:r>
            <a:endParaRPr lang="zh-TW" sz="1600" noProof="1"/>
          </a:p>
        </p:txBody>
      </p:sp>
      <p:sp>
        <p:nvSpPr>
          <p:cNvPr id="284" name="Text 72">
            <a:extLst>
              <a:ext uri="{FF2B5EF4-FFF2-40B4-BE49-F238E27FC236}">
                <a16:creationId xmlns:a16="http://schemas.microsoft.com/office/drawing/2014/main" id="{F1A14C3F-8EC6-B9A2-C50C-7D258B5881B6}"/>
              </a:ext>
            </a:extLst>
          </p:cNvPr>
          <p:cNvSpPr/>
          <p:nvPr/>
        </p:nvSpPr>
        <p:spPr>
          <a:xfrm>
            <a:off x="6179853" y="5490865"/>
            <a:ext cx="971198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b="1" noProof="1">
                <a:solidFill>
                  <a:srgbClr val="A32D2D"/>
                </a:solidFill>
              </a:rPr>
              <a:t>48%</a:t>
            </a:r>
            <a:endParaRPr lang="zh-TW" sz="1600" noProof="1"/>
          </a:p>
        </p:txBody>
      </p:sp>
      <p:sp>
        <p:nvSpPr>
          <p:cNvPr id="285" name="Shape 73">
            <a:extLst>
              <a:ext uri="{FF2B5EF4-FFF2-40B4-BE49-F238E27FC236}">
                <a16:creationId xmlns:a16="http://schemas.microsoft.com/office/drawing/2014/main" id="{FC111F59-6171-449D-FB3A-BA43CF03114D}"/>
              </a:ext>
            </a:extLst>
          </p:cNvPr>
          <p:cNvSpPr/>
          <p:nvPr/>
        </p:nvSpPr>
        <p:spPr>
          <a:xfrm>
            <a:off x="7195196" y="5594724"/>
            <a:ext cx="618035" cy="236873"/>
          </a:xfrm>
          <a:prstGeom prst="roundRect">
            <a:avLst>
              <a:gd name="adj" fmla="val 40000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86" name="Text 74">
            <a:extLst>
              <a:ext uri="{FF2B5EF4-FFF2-40B4-BE49-F238E27FC236}">
                <a16:creationId xmlns:a16="http://schemas.microsoft.com/office/drawing/2014/main" id="{7FF36CE3-DD8F-94EE-F67C-A66C5838021C}"/>
              </a:ext>
            </a:extLst>
          </p:cNvPr>
          <p:cNvSpPr/>
          <p:nvPr/>
        </p:nvSpPr>
        <p:spPr>
          <a:xfrm>
            <a:off x="7195196" y="5605354"/>
            <a:ext cx="618035" cy="236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600" b="1" noProof="1">
                <a:solidFill>
                  <a:srgbClr val="A32D2D"/>
                </a:solidFill>
              </a:rPr>
              <a:t>缺漏</a:t>
            </a:r>
            <a:endParaRPr lang="zh-TW" sz="1600" noProof="1"/>
          </a:p>
        </p:txBody>
      </p:sp>
      <p:sp>
        <p:nvSpPr>
          <p:cNvPr id="287" name="Shape 75">
            <a:extLst>
              <a:ext uri="{FF2B5EF4-FFF2-40B4-BE49-F238E27FC236}">
                <a16:creationId xmlns:a16="http://schemas.microsoft.com/office/drawing/2014/main" id="{7E2A5E4E-0B2F-316D-83E4-FBE8C4CB7CB1}"/>
              </a:ext>
            </a:extLst>
          </p:cNvPr>
          <p:cNvSpPr/>
          <p:nvPr/>
        </p:nvSpPr>
        <p:spPr>
          <a:xfrm>
            <a:off x="7769085" y="5668520"/>
            <a:ext cx="1721669" cy="110541"/>
          </a:xfrm>
          <a:prstGeom prst="roundRect">
            <a:avLst>
              <a:gd name="adj" fmla="val 42857"/>
            </a:avLst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88" name="Shape 76">
            <a:extLst>
              <a:ext uri="{FF2B5EF4-FFF2-40B4-BE49-F238E27FC236}">
                <a16:creationId xmlns:a16="http://schemas.microsoft.com/office/drawing/2014/main" id="{32F14B43-B6FC-F127-ACA9-484E1DA40EA6}"/>
              </a:ext>
            </a:extLst>
          </p:cNvPr>
          <p:cNvSpPr/>
          <p:nvPr/>
        </p:nvSpPr>
        <p:spPr>
          <a:xfrm>
            <a:off x="7769085" y="5668520"/>
            <a:ext cx="895269" cy="110541"/>
          </a:xfrm>
          <a:prstGeom prst="roundRect">
            <a:avLst>
              <a:gd name="adj" fmla="val 42857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zh-TW" sz="1600" noProof="1"/>
          </a:p>
        </p:txBody>
      </p:sp>
      <p:sp>
        <p:nvSpPr>
          <p:cNvPr id="289" name="Text 77">
            <a:extLst>
              <a:ext uri="{FF2B5EF4-FFF2-40B4-BE49-F238E27FC236}">
                <a16:creationId xmlns:a16="http://schemas.microsoft.com/office/drawing/2014/main" id="{B4396892-42EB-A0BD-3AAB-BCBA31EDD2DB}"/>
              </a:ext>
            </a:extLst>
          </p:cNvPr>
          <p:cNvSpPr/>
          <p:nvPr/>
        </p:nvSpPr>
        <p:spPr>
          <a:xfrm>
            <a:off x="9623190" y="5490865"/>
            <a:ext cx="1854105" cy="46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600" noProof="1">
                <a:solidFill>
                  <a:srgbClr val="6B7A99"/>
                </a:solidFill>
              </a:rPr>
              <a:t>複合字串</a:t>
            </a:r>
            <a:endParaRPr lang="zh-TW" sz="1600" noProof="1"/>
          </a:p>
        </p:txBody>
      </p:sp>
      <p:sp>
        <p:nvSpPr>
          <p:cNvPr id="300" name="Text 4">
            <a:extLst>
              <a:ext uri="{FF2B5EF4-FFF2-40B4-BE49-F238E27FC236}">
                <a16:creationId xmlns:a16="http://schemas.microsoft.com/office/drawing/2014/main" id="{EE2A2501-929F-AFD4-8DED-6401BAF7085E}"/>
              </a:ext>
            </a:extLst>
          </p:cNvPr>
          <p:cNvSpPr/>
          <p:nvPr/>
        </p:nvSpPr>
        <p:spPr>
          <a:xfrm>
            <a:off x="677672" y="1688593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sz="2400" b="1" noProof="1">
                <a:solidFill>
                  <a:srgbClr val="1E2761"/>
                </a:solidFill>
              </a:rPr>
              <a:t>▍ 核心資料</a:t>
            </a:r>
            <a:endParaRPr lang="zh-TW" sz="2400" noProof="1"/>
          </a:p>
        </p:txBody>
      </p:sp>
    </p:spTree>
    <p:extLst>
      <p:ext uri="{BB962C8B-B14F-4D97-AF65-F5344CB8AC3E}">
        <p14:creationId xmlns:p14="http://schemas.microsoft.com/office/powerpoint/2010/main" val="3450010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0" name="直線單箭頭接點 219">
            <a:extLst>
              <a:ext uri="{FF2B5EF4-FFF2-40B4-BE49-F238E27FC236}">
                <a16:creationId xmlns:a16="http://schemas.microsoft.com/office/drawing/2014/main" id="{C9A38B05-40CB-18C2-09B4-A77CEB68E995}"/>
              </a:ext>
            </a:extLst>
          </p:cNvPr>
          <p:cNvCxnSpPr>
            <a:cxnSpLocks/>
          </p:cNvCxnSpPr>
          <p:nvPr/>
        </p:nvCxnSpPr>
        <p:spPr>
          <a:xfrm>
            <a:off x="5684519" y="2053167"/>
            <a:ext cx="326898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79E93AA0-45E6-A2E7-979C-32BFDFDD1BEC}"/>
              </a:ext>
            </a:extLst>
          </p:cNvPr>
          <p:cNvSpPr txBox="1"/>
          <p:nvPr/>
        </p:nvSpPr>
        <p:spPr>
          <a:xfrm>
            <a:off x="480283" y="5340687"/>
            <a:ext cx="39054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sz="1200" b="1" noProof="1"/>
              <a:t>string</a:t>
            </a:r>
            <a:r>
              <a:rPr lang="zh-TW" sz="1200" noProof="1"/>
              <a:t> — 文字（如「台北市」、「雲市集」）</a:t>
            </a:r>
          </a:p>
          <a:p>
            <a:pPr marL="342900" indent="-342900">
              <a:buFont typeface="+mj-lt"/>
              <a:buAutoNum type="arabicPeriod"/>
            </a:pPr>
            <a:r>
              <a:rPr lang="zh-TW" sz="1200" b="1" noProof="1"/>
              <a:t>int</a:t>
            </a:r>
            <a:r>
              <a:rPr lang="zh-TW" sz="1200" noProof="1"/>
              <a:t> — 整數（如筆數、年份） </a:t>
            </a:r>
          </a:p>
          <a:p>
            <a:pPr marL="342900" indent="-342900">
              <a:buFont typeface="+mj-lt"/>
              <a:buAutoNum type="arabicPeriod"/>
            </a:pPr>
            <a:r>
              <a:rPr lang="zh-TW" sz="1200" b="1" noProof="1"/>
              <a:t>float</a:t>
            </a:r>
            <a:r>
              <a:rPr lang="zh-TW" sz="1200" noProof="1"/>
              <a:t> — 小數（如費用金額） </a:t>
            </a:r>
          </a:p>
          <a:p>
            <a:pPr marL="342900" indent="-342900">
              <a:buFont typeface="+mj-lt"/>
              <a:buAutoNum type="arabicPeriod"/>
            </a:pPr>
            <a:r>
              <a:rPr lang="zh-TW" sz="1200" b="1" noProof="1"/>
              <a:t>bool</a:t>
            </a:r>
            <a:r>
              <a:rPr lang="zh-TW" sz="1200" noProof="1"/>
              <a:t> — 是／否（true / false） </a:t>
            </a:r>
          </a:p>
          <a:p>
            <a:pPr marL="342900" indent="-342900">
              <a:buFont typeface="+mj-lt"/>
              <a:buAutoNum type="arabicPeriod"/>
            </a:pPr>
            <a:r>
              <a:rPr lang="zh-TW" sz="1200" b="1" noProof="1"/>
              <a:t>datetime</a:t>
            </a:r>
            <a:r>
              <a:rPr lang="zh-TW" sz="1200" noProof="1"/>
              <a:t> — 日期時間（如 2026-05-21 14:32）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263B604-03CE-6162-B15A-4EE80FA76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b="1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資料庫架構・7張表</a:t>
            </a:r>
            <a:endParaRPr lang="zh-TW" noProof="1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31CF4D-D206-F3DE-3302-816581727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en-US" altLang="zh-TW" noProof="1" smtClean="0"/>
              <a:pPr/>
              <a:t>23</a:t>
            </a:fld>
            <a:endParaRPr lang="zh-TW" noProof="1"/>
          </a:p>
        </p:txBody>
      </p:sp>
      <p:grpSp>
        <p:nvGrpSpPr>
          <p:cNvPr id="199" name="群組 198">
            <a:extLst>
              <a:ext uri="{FF2B5EF4-FFF2-40B4-BE49-F238E27FC236}">
                <a16:creationId xmlns:a16="http://schemas.microsoft.com/office/drawing/2014/main" id="{03583461-72C7-AD82-B37F-F6F3BE4CAA36}"/>
              </a:ext>
            </a:extLst>
          </p:cNvPr>
          <p:cNvGrpSpPr/>
          <p:nvPr/>
        </p:nvGrpSpPr>
        <p:grpSpPr>
          <a:xfrm>
            <a:off x="563879" y="1364761"/>
            <a:ext cx="10789920" cy="4992624"/>
            <a:chOff x="274320" y="457200"/>
            <a:chExt cx="10789920" cy="4992624"/>
          </a:xfrm>
        </p:grpSpPr>
        <p:sp>
          <p:nvSpPr>
            <p:cNvPr id="3" name="Shape 0">
              <a:extLst>
                <a:ext uri="{FF2B5EF4-FFF2-40B4-BE49-F238E27FC236}">
                  <a16:creationId xmlns:a16="http://schemas.microsoft.com/office/drawing/2014/main" id="{1F99E856-85FA-F791-D891-5123BE157486}"/>
                </a:ext>
              </a:extLst>
            </p:cNvPr>
            <p:cNvSpPr/>
            <p:nvPr/>
          </p:nvSpPr>
          <p:spPr>
            <a:xfrm>
              <a:off x="274320" y="457200"/>
              <a:ext cx="2286000" cy="25694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5" name="Shape 1">
              <a:extLst>
                <a:ext uri="{FF2B5EF4-FFF2-40B4-BE49-F238E27FC236}">
                  <a16:creationId xmlns:a16="http://schemas.microsoft.com/office/drawing/2014/main" id="{695A3343-E336-4785-A373-6B534DAF008E}"/>
                </a:ext>
              </a:extLst>
            </p:cNvPr>
            <p:cNvSpPr/>
            <p:nvPr/>
          </p:nvSpPr>
          <p:spPr>
            <a:xfrm>
              <a:off x="274320" y="457200"/>
              <a:ext cx="2286000" cy="347472"/>
            </a:xfrm>
            <a:prstGeom prst="rect">
              <a:avLst/>
            </a:prstGeom>
            <a:solidFill>
              <a:srgbClr val="1E3A5F"/>
            </a:solidFill>
            <a:ln w="12700">
              <a:solidFill>
                <a:srgbClr val="1E3A5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9FC62092-BC82-4075-A664-29106709CC9B}"/>
                </a:ext>
              </a:extLst>
            </p:cNvPr>
            <p:cNvSpPr/>
            <p:nvPr/>
          </p:nvSpPr>
          <p:spPr>
            <a:xfrm>
              <a:off x="274320" y="4572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400" b="1" noProof="1">
                  <a:solidFill>
                    <a:srgbClr val="FFFFFF"/>
                  </a:solidFill>
                </a:rPr>
                <a:t>業者 Companies</a:t>
              </a:r>
              <a:endParaRPr lang="zh-TW" sz="1400" noProof="1"/>
            </a:p>
          </p:txBody>
        </p:sp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64529DAA-B2AE-BBFC-5FDF-7D024D361FEC}"/>
                </a:ext>
              </a:extLst>
            </p:cNvPr>
            <p:cNvSpPr/>
            <p:nvPr/>
          </p:nvSpPr>
          <p:spPr>
            <a:xfrm>
              <a:off x="274320" y="8046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2EA069E5-332C-45A7-C5FA-1525366D1898}"/>
                </a:ext>
              </a:extLst>
            </p:cNvPr>
            <p:cNvSpPr/>
            <p:nvPr/>
          </p:nvSpPr>
          <p:spPr>
            <a:xfrm>
              <a:off x="347472" y="8458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F38755A3-003C-DFB2-5AD5-A265207434E2}"/>
                </a:ext>
              </a:extLst>
            </p:cNvPr>
            <p:cNvSpPr/>
            <p:nvPr/>
          </p:nvSpPr>
          <p:spPr>
            <a:xfrm>
              <a:off x="347472" y="8458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12" name="Text 6">
              <a:extLst>
                <a:ext uri="{FF2B5EF4-FFF2-40B4-BE49-F238E27FC236}">
                  <a16:creationId xmlns:a16="http://schemas.microsoft.com/office/drawing/2014/main" id="{95F53518-0615-DDF6-176C-66D409E9C9CB}"/>
                </a:ext>
              </a:extLst>
            </p:cNvPr>
            <p:cNvSpPr/>
            <p:nvPr/>
          </p:nvSpPr>
          <p:spPr>
            <a:xfrm>
              <a:off x="658368" y="8046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company_id</a:t>
              </a:r>
              <a:endParaRPr lang="zh-TW" sz="1100" noProof="1"/>
            </a:p>
          </p:txBody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B1687A0D-91C4-42B6-AF56-1FAE17438D10}"/>
                </a:ext>
              </a:extLst>
            </p:cNvPr>
            <p:cNvSpPr/>
            <p:nvPr/>
          </p:nvSpPr>
          <p:spPr>
            <a:xfrm>
              <a:off x="1645920" y="8046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A0C7CDC3-127D-CD68-87C7-F03FB4E63AEF}"/>
                </a:ext>
              </a:extLst>
            </p:cNvPr>
            <p:cNvSpPr/>
            <p:nvPr/>
          </p:nvSpPr>
          <p:spPr>
            <a:xfrm>
              <a:off x="274320" y="10515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F5015745-4240-A1CC-DC30-6EF1FA516B1A}"/>
                </a:ext>
              </a:extLst>
            </p:cNvPr>
            <p:cNvSpPr/>
            <p:nvPr/>
          </p:nvSpPr>
          <p:spPr>
            <a:xfrm>
              <a:off x="658368" y="10515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company_name</a:t>
              </a:r>
              <a:endParaRPr lang="zh-TW" sz="1100" noProof="1"/>
            </a:p>
          </p:txBody>
        </p:sp>
        <p:sp>
          <p:nvSpPr>
            <p:cNvPr id="16" name="Text 10">
              <a:extLst>
                <a:ext uri="{FF2B5EF4-FFF2-40B4-BE49-F238E27FC236}">
                  <a16:creationId xmlns:a16="http://schemas.microsoft.com/office/drawing/2014/main" id="{70EA51B4-B79A-C978-3056-05AB92B7EBDD}"/>
                </a:ext>
              </a:extLst>
            </p:cNvPr>
            <p:cNvSpPr/>
            <p:nvPr/>
          </p:nvSpPr>
          <p:spPr>
            <a:xfrm>
              <a:off x="1645920" y="10515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7" name="Shape 11">
              <a:extLst>
                <a:ext uri="{FF2B5EF4-FFF2-40B4-BE49-F238E27FC236}">
                  <a16:creationId xmlns:a16="http://schemas.microsoft.com/office/drawing/2014/main" id="{14F607CD-453D-B631-2C56-65271F32AB9F}"/>
                </a:ext>
              </a:extLst>
            </p:cNvPr>
            <p:cNvSpPr/>
            <p:nvPr/>
          </p:nvSpPr>
          <p:spPr>
            <a:xfrm>
              <a:off x="274320" y="12984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8" name="Text 12">
              <a:extLst>
                <a:ext uri="{FF2B5EF4-FFF2-40B4-BE49-F238E27FC236}">
                  <a16:creationId xmlns:a16="http://schemas.microsoft.com/office/drawing/2014/main" id="{329CA523-9041-0CE4-0C6F-ADD313516945}"/>
                </a:ext>
              </a:extLst>
            </p:cNvPr>
            <p:cNvSpPr/>
            <p:nvPr/>
          </p:nvSpPr>
          <p:spPr>
            <a:xfrm>
              <a:off x="658368" y="12984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region</a:t>
              </a:r>
              <a:endParaRPr lang="zh-TW" sz="1100" noProof="1"/>
            </a:p>
          </p:txBody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898B2B21-1554-B37C-2E52-BA3A1313CE93}"/>
                </a:ext>
              </a:extLst>
            </p:cNvPr>
            <p:cNvSpPr/>
            <p:nvPr/>
          </p:nvSpPr>
          <p:spPr>
            <a:xfrm>
              <a:off x="1645920" y="12984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C0856734-0436-6725-0FB4-CA433383CCCD}"/>
                </a:ext>
              </a:extLst>
            </p:cNvPr>
            <p:cNvSpPr/>
            <p:nvPr/>
          </p:nvSpPr>
          <p:spPr>
            <a:xfrm>
              <a:off x="274320" y="15453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A7D12EDC-6560-26BC-6686-1CD49C55EA46}"/>
                </a:ext>
              </a:extLst>
            </p:cNvPr>
            <p:cNvSpPr/>
            <p:nvPr/>
          </p:nvSpPr>
          <p:spPr>
            <a:xfrm>
              <a:off x="658368" y="15453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city</a:t>
              </a:r>
              <a:endParaRPr lang="zh-TW" sz="1100" noProof="1"/>
            </a:p>
          </p:txBody>
        </p:sp>
        <p:sp>
          <p:nvSpPr>
            <p:cNvPr id="22" name="Text 16">
              <a:extLst>
                <a:ext uri="{FF2B5EF4-FFF2-40B4-BE49-F238E27FC236}">
                  <a16:creationId xmlns:a16="http://schemas.microsoft.com/office/drawing/2014/main" id="{2417AA58-1691-87EA-B424-7061E27C84FC}"/>
                </a:ext>
              </a:extLst>
            </p:cNvPr>
            <p:cNvSpPr/>
            <p:nvPr/>
          </p:nvSpPr>
          <p:spPr>
            <a:xfrm>
              <a:off x="1645920" y="15453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23" name="Shape 17">
              <a:extLst>
                <a:ext uri="{FF2B5EF4-FFF2-40B4-BE49-F238E27FC236}">
                  <a16:creationId xmlns:a16="http://schemas.microsoft.com/office/drawing/2014/main" id="{934A5669-4E30-7A99-43C0-E87785169035}"/>
                </a:ext>
              </a:extLst>
            </p:cNvPr>
            <p:cNvSpPr/>
            <p:nvPr/>
          </p:nvSpPr>
          <p:spPr>
            <a:xfrm>
              <a:off x="274320" y="1792224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BE07F79A-ACAB-FDEF-B943-5BC359044CAA}"/>
                </a:ext>
              </a:extLst>
            </p:cNvPr>
            <p:cNvSpPr/>
            <p:nvPr/>
          </p:nvSpPr>
          <p:spPr>
            <a:xfrm>
              <a:off x="658368" y="1792224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is_startup</a:t>
              </a:r>
              <a:endParaRPr lang="zh-TW" sz="1100" noProof="1"/>
            </a:p>
          </p:txBody>
        </p:sp>
        <p:sp>
          <p:nvSpPr>
            <p:cNvPr id="25" name="Text 19">
              <a:extLst>
                <a:ext uri="{FF2B5EF4-FFF2-40B4-BE49-F238E27FC236}">
                  <a16:creationId xmlns:a16="http://schemas.microsoft.com/office/drawing/2014/main" id="{A51DC45E-C049-1AFF-B9A6-76C01766BE79}"/>
                </a:ext>
              </a:extLst>
            </p:cNvPr>
            <p:cNvSpPr/>
            <p:nvPr/>
          </p:nvSpPr>
          <p:spPr>
            <a:xfrm>
              <a:off x="1645920" y="1792224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bool</a:t>
              </a:r>
              <a:endParaRPr lang="zh-TW" sz="1100" noProof="1"/>
            </a:p>
          </p:txBody>
        </p:sp>
        <p:sp>
          <p:nvSpPr>
            <p:cNvPr id="26" name="Shape 20">
              <a:extLst>
                <a:ext uri="{FF2B5EF4-FFF2-40B4-BE49-F238E27FC236}">
                  <a16:creationId xmlns:a16="http://schemas.microsoft.com/office/drawing/2014/main" id="{1AD39419-93A9-A8B2-981A-7F8B011259D2}"/>
                </a:ext>
              </a:extLst>
            </p:cNvPr>
            <p:cNvSpPr/>
            <p:nvPr/>
          </p:nvSpPr>
          <p:spPr>
            <a:xfrm>
              <a:off x="274320" y="2039112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27" name="Text 21">
              <a:extLst>
                <a:ext uri="{FF2B5EF4-FFF2-40B4-BE49-F238E27FC236}">
                  <a16:creationId xmlns:a16="http://schemas.microsoft.com/office/drawing/2014/main" id="{EB31B53C-E33F-53BC-68E1-B0D6BE3C6CF3}"/>
                </a:ext>
              </a:extLst>
            </p:cNvPr>
            <p:cNvSpPr/>
            <p:nvPr/>
          </p:nvSpPr>
          <p:spPr>
            <a:xfrm>
              <a:off x="658368" y="203911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employee_range</a:t>
              </a:r>
              <a:endParaRPr lang="zh-TW" sz="1100" noProof="1"/>
            </a:p>
          </p:txBody>
        </p:sp>
        <p:sp>
          <p:nvSpPr>
            <p:cNvPr id="28" name="Text 22">
              <a:extLst>
                <a:ext uri="{FF2B5EF4-FFF2-40B4-BE49-F238E27FC236}">
                  <a16:creationId xmlns:a16="http://schemas.microsoft.com/office/drawing/2014/main" id="{C3A72C85-0663-A33C-34FF-388193617085}"/>
                </a:ext>
              </a:extLst>
            </p:cNvPr>
            <p:cNvSpPr/>
            <p:nvPr/>
          </p:nvSpPr>
          <p:spPr>
            <a:xfrm>
              <a:off x="1645920" y="203911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29" name="Shape 23">
              <a:extLst>
                <a:ext uri="{FF2B5EF4-FFF2-40B4-BE49-F238E27FC236}">
                  <a16:creationId xmlns:a16="http://schemas.microsoft.com/office/drawing/2014/main" id="{D17F711F-05CC-C566-B396-49A38732F47E}"/>
                </a:ext>
              </a:extLst>
            </p:cNvPr>
            <p:cNvSpPr/>
            <p:nvPr/>
          </p:nvSpPr>
          <p:spPr>
            <a:xfrm>
              <a:off x="274320" y="2286000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30" name="Text 24">
              <a:extLst>
                <a:ext uri="{FF2B5EF4-FFF2-40B4-BE49-F238E27FC236}">
                  <a16:creationId xmlns:a16="http://schemas.microsoft.com/office/drawing/2014/main" id="{3AA1F24A-9923-7053-4715-5DFFA49639EA}"/>
                </a:ext>
              </a:extLst>
            </p:cNvPr>
            <p:cNvSpPr/>
            <p:nvPr/>
          </p:nvSpPr>
          <p:spPr>
            <a:xfrm>
              <a:off x="658368" y="228600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industry_vertical</a:t>
              </a:r>
              <a:endParaRPr lang="zh-TW" sz="1100" noProof="1"/>
            </a:p>
          </p:txBody>
        </p:sp>
        <p:sp>
          <p:nvSpPr>
            <p:cNvPr id="31" name="Text 25">
              <a:extLst>
                <a:ext uri="{FF2B5EF4-FFF2-40B4-BE49-F238E27FC236}">
                  <a16:creationId xmlns:a16="http://schemas.microsoft.com/office/drawing/2014/main" id="{9987EAB4-BCB5-B747-0D3E-EBB20B928990}"/>
                </a:ext>
              </a:extLst>
            </p:cNvPr>
            <p:cNvSpPr/>
            <p:nvPr/>
          </p:nvSpPr>
          <p:spPr>
            <a:xfrm>
              <a:off x="1645920" y="228600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32" name="Shape 26">
              <a:extLst>
                <a:ext uri="{FF2B5EF4-FFF2-40B4-BE49-F238E27FC236}">
                  <a16:creationId xmlns:a16="http://schemas.microsoft.com/office/drawing/2014/main" id="{2FD5B261-3C82-B368-D611-6DEB788E7D90}"/>
                </a:ext>
              </a:extLst>
            </p:cNvPr>
            <p:cNvSpPr/>
            <p:nvPr/>
          </p:nvSpPr>
          <p:spPr>
            <a:xfrm>
              <a:off x="274320" y="2532888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33" name="Text 27">
              <a:extLst>
                <a:ext uri="{FF2B5EF4-FFF2-40B4-BE49-F238E27FC236}">
                  <a16:creationId xmlns:a16="http://schemas.microsoft.com/office/drawing/2014/main" id="{6C169A30-AE15-6F6C-5E26-6A4F98A27AD4}"/>
                </a:ext>
              </a:extLst>
            </p:cNvPr>
            <p:cNvSpPr/>
            <p:nvPr/>
          </p:nvSpPr>
          <p:spPr>
            <a:xfrm>
              <a:off x="658368" y="253288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website</a:t>
              </a:r>
              <a:endParaRPr lang="zh-TW" sz="1100" noProof="1"/>
            </a:p>
          </p:txBody>
        </p:sp>
        <p:sp>
          <p:nvSpPr>
            <p:cNvPr id="34" name="Text 28">
              <a:extLst>
                <a:ext uri="{FF2B5EF4-FFF2-40B4-BE49-F238E27FC236}">
                  <a16:creationId xmlns:a16="http://schemas.microsoft.com/office/drawing/2014/main" id="{89073472-7406-92A6-7364-A0ECED5721F9}"/>
                </a:ext>
              </a:extLst>
            </p:cNvPr>
            <p:cNvSpPr/>
            <p:nvPr/>
          </p:nvSpPr>
          <p:spPr>
            <a:xfrm>
              <a:off x="1645920" y="253288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35" name="Shape 29">
              <a:extLst>
                <a:ext uri="{FF2B5EF4-FFF2-40B4-BE49-F238E27FC236}">
                  <a16:creationId xmlns:a16="http://schemas.microsoft.com/office/drawing/2014/main" id="{BE3D022D-B9C9-CFA8-8AE5-9ECD4B32F948}"/>
                </a:ext>
              </a:extLst>
            </p:cNvPr>
            <p:cNvSpPr/>
            <p:nvPr/>
          </p:nvSpPr>
          <p:spPr>
            <a:xfrm>
              <a:off x="274320" y="2779776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36" name="Text 30">
              <a:extLst>
                <a:ext uri="{FF2B5EF4-FFF2-40B4-BE49-F238E27FC236}">
                  <a16:creationId xmlns:a16="http://schemas.microsoft.com/office/drawing/2014/main" id="{59441D84-6A1D-10DB-5ECC-546E51993E8A}"/>
                </a:ext>
              </a:extLst>
            </p:cNvPr>
            <p:cNvSpPr/>
            <p:nvPr/>
          </p:nvSpPr>
          <p:spPr>
            <a:xfrm>
              <a:off x="658368" y="277977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data_source</a:t>
              </a:r>
              <a:endParaRPr lang="zh-TW" sz="1100" noProof="1"/>
            </a:p>
          </p:txBody>
        </p:sp>
        <p:sp>
          <p:nvSpPr>
            <p:cNvPr id="37" name="Text 31">
              <a:extLst>
                <a:ext uri="{FF2B5EF4-FFF2-40B4-BE49-F238E27FC236}">
                  <a16:creationId xmlns:a16="http://schemas.microsoft.com/office/drawing/2014/main" id="{242B2682-2729-444A-F374-9B9469DEDC37}"/>
                </a:ext>
              </a:extLst>
            </p:cNvPr>
            <p:cNvSpPr/>
            <p:nvPr/>
          </p:nvSpPr>
          <p:spPr>
            <a:xfrm>
              <a:off x="1645920" y="277977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38" name="Shape 32">
              <a:extLst>
                <a:ext uri="{FF2B5EF4-FFF2-40B4-BE49-F238E27FC236}">
                  <a16:creationId xmlns:a16="http://schemas.microsoft.com/office/drawing/2014/main" id="{0E424133-B465-44FF-D65E-27B4649F9CBE}"/>
                </a:ext>
              </a:extLst>
            </p:cNvPr>
            <p:cNvSpPr/>
            <p:nvPr/>
          </p:nvSpPr>
          <p:spPr>
            <a:xfrm>
              <a:off x="3108960" y="457200"/>
              <a:ext cx="2286000" cy="30632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39" name="Shape 33">
              <a:extLst>
                <a:ext uri="{FF2B5EF4-FFF2-40B4-BE49-F238E27FC236}">
                  <a16:creationId xmlns:a16="http://schemas.microsoft.com/office/drawing/2014/main" id="{946ADFDD-E761-EB85-9BE6-8E534B16FA69}"/>
                </a:ext>
              </a:extLst>
            </p:cNvPr>
            <p:cNvSpPr/>
            <p:nvPr/>
          </p:nvSpPr>
          <p:spPr>
            <a:xfrm>
              <a:off x="3108960" y="457200"/>
              <a:ext cx="2286000" cy="347472"/>
            </a:xfrm>
            <a:prstGeom prst="rect">
              <a:avLst/>
            </a:prstGeom>
            <a:solidFill>
              <a:srgbClr val="4C1D95"/>
            </a:solidFill>
            <a:ln w="12700">
              <a:solidFill>
                <a:srgbClr val="4C1D95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40" name="Text 34">
              <a:extLst>
                <a:ext uri="{FF2B5EF4-FFF2-40B4-BE49-F238E27FC236}">
                  <a16:creationId xmlns:a16="http://schemas.microsoft.com/office/drawing/2014/main" id="{63E15472-3C53-2957-ED66-F1FE19CED0C4}"/>
                </a:ext>
              </a:extLst>
            </p:cNvPr>
            <p:cNvSpPr/>
            <p:nvPr/>
          </p:nvSpPr>
          <p:spPr>
            <a:xfrm>
              <a:off x="3108960" y="4572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400" b="1" noProof="1">
                  <a:solidFill>
                    <a:srgbClr val="FFFFFF"/>
                  </a:solidFill>
                </a:rPr>
                <a:t>方案 Solutions</a:t>
              </a:r>
              <a:endParaRPr lang="zh-TW" sz="1400" noProof="1"/>
            </a:p>
          </p:txBody>
        </p:sp>
        <p:sp>
          <p:nvSpPr>
            <p:cNvPr id="41" name="Shape 35">
              <a:extLst>
                <a:ext uri="{FF2B5EF4-FFF2-40B4-BE49-F238E27FC236}">
                  <a16:creationId xmlns:a16="http://schemas.microsoft.com/office/drawing/2014/main" id="{8A30A465-2303-D050-CE68-49F3A6B31CB4}"/>
                </a:ext>
              </a:extLst>
            </p:cNvPr>
            <p:cNvSpPr/>
            <p:nvPr/>
          </p:nvSpPr>
          <p:spPr>
            <a:xfrm>
              <a:off x="3108960" y="8046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42" name="Shape 36">
              <a:extLst>
                <a:ext uri="{FF2B5EF4-FFF2-40B4-BE49-F238E27FC236}">
                  <a16:creationId xmlns:a16="http://schemas.microsoft.com/office/drawing/2014/main" id="{441B8A43-65E4-558A-CFD4-F47944245192}"/>
                </a:ext>
              </a:extLst>
            </p:cNvPr>
            <p:cNvSpPr/>
            <p:nvPr/>
          </p:nvSpPr>
          <p:spPr>
            <a:xfrm>
              <a:off x="3182112" y="8458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43" name="Text 37">
              <a:extLst>
                <a:ext uri="{FF2B5EF4-FFF2-40B4-BE49-F238E27FC236}">
                  <a16:creationId xmlns:a16="http://schemas.microsoft.com/office/drawing/2014/main" id="{130ABD7C-562F-58AA-BDBD-AE535E8D4C90}"/>
                </a:ext>
              </a:extLst>
            </p:cNvPr>
            <p:cNvSpPr/>
            <p:nvPr/>
          </p:nvSpPr>
          <p:spPr>
            <a:xfrm>
              <a:off x="3182112" y="8458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44" name="Text 38">
              <a:extLst>
                <a:ext uri="{FF2B5EF4-FFF2-40B4-BE49-F238E27FC236}">
                  <a16:creationId xmlns:a16="http://schemas.microsoft.com/office/drawing/2014/main" id="{5412BD8B-C39F-E4F7-4BD0-205DEBD361F0}"/>
                </a:ext>
              </a:extLst>
            </p:cNvPr>
            <p:cNvSpPr/>
            <p:nvPr/>
          </p:nvSpPr>
          <p:spPr>
            <a:xfrm>
              <a:off x="3493008" y="8046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solution_id</a:t>
              </a:r>
              <a:endParaRPr lang="zh-TW" sz="1100" noProof="1"/>
            </a:p>
          </p:txBody>
        </p:sp>
        <p:sp>
          <p:nvSpPr>
            <p:cNvPr id="45" name="Text 39">
              <a:extLst>
                <a:ext uri="{FF2B5EF4-FFF2-40B4-BE49-F238E27FC236}">
                  <a16:creationId xmlns:a16="http://schemas.microsoft.com/office/drawing/2014/main" id="{CA5317D9-34F0-BCBC-DCC3-D2EF34BCAD69}"/>
                </a:ext>
              </a:extLst>
            </p:cNvPr>
            <p:cNvSpPr/>
            <p:nvPr/>
          </p:nvSpPr>
          <p:spPr>
            <a:xfrm>
              <a:off x="4480560" y="8046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46" name="Shape 40">
              <a:extLst>
                <a:ext uri="{FF2B5EF4-FFF2-40B4-BE49-F238E27FC236}">
                  <a16:creationId xmlns:a16="http://schemas.microsoft.com/office/drawing/2014/main" id="{EFC6E52B-6266-E63F-1153-8C79FD286261}"/>
                </a:ext>
              </a:extLst>
            </p:cNvPr>
            <p:cNvSpPr/>
            <p:nvPr/>
          </p:nvSpPr>
          <p:spPr>
            <a:xfrm>
              <a:off x="3108960" y="10515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47" name="Shape 41">
              <a:extLst>
                <a:ext uri="{FF2B5EF4-FFF2-40B4-BE49-F238E27FC236}">
                  <a16:creationId xmlns:a16="http://schemas.microsoft.com/office/drawing/2014/main" id="{3A97C088-D05F-B522-ED7E-551388F246BE}"/>
                </a:ext>
              </a:extLst>
            </p:cNvPr>
            <p:cNvSpPr/>
            <p:nvPr/>
          </p:nvSpPr>
          <p:spPr>
            <a:xfrm>
              <a:off x="3182112" y="1092708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48" name="Text 42">
              <a:extLst>
                <a:ext uri="{FF2B5EF4-FFF2-40B4-BE49-F238E27FC236}">
                  <a16:creationId xmlns:a16="http://schemas.microsoft.com/office/drawing/2014/main" id="{DAD42B4E-6336-8219-DFF3-8085288516EF}"/>
                </a:ext>
              </a:extLst>
            </p:cNvPr>
            <p:cNvSpPr/>
            <p:nvPr/>
          </p:nvSpPr>
          <p:spPr>
            <a:xfrm>
              <a:off x="3182112" y="1092708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FK</a:t>
              </a:r>
              <a:endParaRPr lang="zh-TW" sz="1000" noProof="1"/>
            </a:p>
          </p:txBody>
        </p:sp>
        <p:sp>
          <p:nvSpPr>
            <p:cNvPr id="49" name="Text 43">
              <a:extLst>
                <a:ext uri="{FF2B5EF4-FFF2-40B4-BE49-F238E27FC236}">
                  <a16:creationId xmlns:a16="http://schemas.microsoft.com/office/drawing/2014/main" id="{474E7294-E763-7337-4D53-5D09F98F3911}"/>
                </a:ext>
              </a:extLst>
            </p:cNvPr>
            <p:cNvSpPr/>
            <p:nvPr/>
          </p:nvSpPr>
          <p:spPr>
            <a:xfrm>
              <a:off x="3493008" y="10515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company_id</a:t>
              </a:r>
              <a:endParaRPr lang="zh-TW" sz="1100" noProof="1"/>
            </a:p>
          </p:txBody>
        </p:sp>
        <p:sp>
          <p:nvSpPr>
            <p:cNvPr id="50" name="Text 44">
              <a:extLst>
                <a:ext uri="{FF2B5EF4-FFF2-40B4-BE49-F238E27FC236}">
                  <a16:creationId xmlns:a16="http://schemas.microsoft.com/office/drawing/2014/main" id="{28EED717-E6F2-9F0E-B6B3-338EA997F7EB}"/>
                </a:ext>
              </a:extLst>
            </p:cNvPr>
            <p:cNvSpPr/>
            <p:nvPr/>
          </p:nvSpPr>
          <p:spPr>
            <a:xfrm>
              <a:off x="4480560" y="10515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51" name="Shape 45">
              <a:extLst>
                <a:ext uri="{FF2B5EF4-FFF2-40B4-BE49-F238E27FC236}">
                  <a16:creationId xmlns:a16="http://schemas.microsoft.com/office/drawing/2014/main" id="{8A114AA3-4430-78ED-5FBF-5B23E560F700}"/>
                </a:ext>
              </a:extLst>
            </p:cNvPr>
            <p:cNvSpPr/>
            <p:nvPr/>
          </p:nvSpPr>
          <p:spPr>
            <a:xfrm>
              <a:off x="3108960" y="12984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52" name="Text 46">
              <a:extLst>
                <a:ext uri="{FF2B5EF4-FFF2-40B4-BE49-F238E27FC236}">
                  <a16:creationId xmlns:a16="http://schemas.microsoft.com/office/drawing/2014/main" id="{42CF8A6C-1E9E-F6C9-3202-5F9E0D196465}"/>
                </a:ext>
              </a:extLst>
            </p:cNvPr>
            <p:cNvSpPr/>
            <p:nvPr/>
          </p:nvSpPr>
          <p:spPr>
            <a:xfrm>
              <a:off x="3493008" y="12984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solution_name</a:t>
              </a:r>
              <a:endParaRPr lang="zh-TW" sz="1100" noProof="1"/>
            </a:p>
          </p:txBody>
        </p:sp>
        <p:sp>
          <p:nvSpPr>
            <p:cNvPr id="53" name="Text 47">
              <a:extLst>
                <a:ext uri="{FF2B5EF4-FFF2-40B4-BE49-F238E27FC236}">
                  <a16:creationId xmlns:a16="http://schemas.microsoft.com/office/drawing/2014/main" id="{A08FFB90-5ED2-A872-15EB-AB6F1D44F1B7}"/>
                </a:ext>
              </a:extLst>
            </p:cNvPr>
            <p:cNvSpPr/>
            <p:nvPr/>
          </p:nvSpPr>
          <p:spPr>
            <a:xfrm>
              <a:off x="4480560" y="12984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54" name="Shape 48">
              <a:extLst>
                <a:ext uri="{FF2B5EF4-FFF2-40B4-BE49-F238E27FC236}">
                  <a16:creationId xmlns:a16="http://schemas.microsoft.com/office/drawing/2014/main" id="{DDB676C4-D20B-DD83-FBBE-879741716802}"/>
                </a:ext>
              </a:extLst>
            </p:cNvPr>
            <p:cNvSpPr/>
            <p:nvPr/>
          </p:nvSpPr>
          <p:spPr>
            <a:xfrm>
              <a:off x="3108960" y="15453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55" name="Text 49">
              <a:extLst>
                <a:ext uri="{FF2B5EF4-FFF2-40B4-BE49-F238E27FC236}">
                  <a16:creationId xmlns:a16="http://schemas.microsoft.com/office/drawing/2014/main" id="{F0F9F1A3-770A-9FA8-0C38-4ABAD5D2C812}"/>
                </a:ext>
              </a:extLst>
            </p:cNvPr>
            <p:cNvSpPr/>
            <p:nvPr/>
          </p:nvSpPr>
          <p:spPr>
            <a:xfrm>
              <a:off x="3493008" y="15453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program_type</a:t>
              </a:r>
              <a:endParaRPr lang="zh-TW" sz="1100" noProof="1"/>
            </a:p>
          </p:txBody>
        </p:sp>
        <p:sp>
          <p:nvSpPr>
            <p:cNvPr id="56" name="Text 50">
              <a:extLst>
                <a:ext uri="{FF2B5EF4-FFF2-40B4-BE49-F238E27FC236}">
                  <a16:creationId xmlns:a16="http://schemas.microsoft.com/office/drawing/2014/main" id="{F36DEBAF-038A-D0B4-6807-C6729A484FDB}"/>
                </a:ext>
              </a:extLst>
            </p:cNvPr>
            <p:cNvSpPr/>
            <p:nvPr/>
          </p:nvSpPr>
          <p:spPr>
            <a:xfrm>
              <a:off x="4480560" y="15453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57" name="Shape 51">
              <a:extLst>
                <a:ext uri="{FF2B5EF4-FFF2-40B4-BE49-F238E27FC236}">
                  <a16:creationId xmlns:a16="http://schemas.microsoft.com/office/drawing/2014/main" id="{253D3B9F-26C0-853B-E26E-2C04388EBB29}"/>
                </a:ext>
              </a:extLst>
            </p:cNvPr>
            <p:cNvSpPr/>
            <p:nvPr/>
          </p:nvSpPr>
          <p:spPr>
            <a:xfrm>
              <a:off x="3108960" y="1792224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58" name="Text 52">
              <a:extLst>
                <a:ext uri="{FF2B5EF4-FFF2-40B4-BE49-F238E27FC236}">
                  <a16:creationId xmlns:a16="http://schemas.microsoft.com/office/drawing/2014/main" id="{58A84669-ADF0-60DE-8119-2CB74331565F}"/>
                </a:ext>
              </a:extLst>
            </p:cNvPr>
            <p:cNvSpPr/>
            <p:nvPr/>
          </p:nvSpPr>
          <p:spPr>
            <a:xfrm>
              <a:off x="3493008" y="1792224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price</a:t>
              </a:r>
              <a:endParaRPr lang="zh-TW" sz="1100" noProof="1"/>
            </a:p>
          </p:txBody>
        </p:sp>
        <p:sp>
          <p:nvSpPr>
            <p:cNvPr id="59" name="Text 53">
              <a:extLst>
                <a:ext uri="{FF2B5EF4-FFF2-40B4-BE49-F238E27FC236}">
                  <a16:creationId xmlns:a16="http://schemas.microsoft.com/office/drawing/2014/main" id="{01B1FF92-A562-6DA5-533B-3275C4391C84}"/>
                </a:ext>
              </a:extLst>
            </p:cNvPr>
            <p:cNvSpPr/>
            <p:nvPr/>
          </p:nvSpPr>
          <p:spPr>
            <a:xfrm>
              <a:off x="4480560" y="1792224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float</a:t>
              </a:r>
              <a:endParaRPr lang="zh-TW" sz="1100" noProof="1"/>
            </a:p>
          </p:txBody>
        </p:sp>
        <p:sp>
          <p:nvSpPr>
            <p:cNvPr id="60" name="Shape 54">
              <a:extLst>
                <a:ext uri="{FF2B5EF4-FFF2-40B4-BE49-F238E27FC236}">
                  <a16:creationId xmlns:a16="http://schemas.microsoft.com/office/drawing/2014/main" id="{BE6C55E8-2252-FA1D-4630-C754629EB5C1}"/>
                </a:ext>
              </a:extLst>
            </p:cNvPr>
            <p:cNvSpPr/>
            <p:nvPr/>
          </p:nvSpPr>
          <p:spPr>
            <a:xfrm>
              <a:off x="3108960" y="2039112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61" name="Text 55">
              <a:extLst>
                <a:ext uri="{FF2B5EF4-FFF2-40B4-BE49-F238E27FC236}">
                  <a16:creationId xmlns:a16="http://schemas.microsoft.com/office/drawing/2014/main" id="{AC294319-E664-1271-F35E-1C6B87F9F7C6}"/>
                </a:ext>
              </a:extLst>
            </p:cNvPr>
            <p:cNvSpPr/>
            <p:nvPr/>
          </p:nvSpPr>
          <p:spPr>
            <a:xfrm>
              <a:off x="3493008" y="203911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price_tier</a:t>
              </a:r>
              <a:endParaRPr lang="zh-TW" sz="1100" noProof="1"/>
            </a:p>
          </p:txBody>
        </p:sp>
        <p:sp>
          <p:nvSpPr>
            <p:cNvPr id="62" name="Text 56">
              <a:extLst>
                <a:ext uri="{FF2B5EF4-FFF2-40B4-BE49-F238E27FC236}">
                  <a16:creationId xmlns:a16="http://schemas.microsoft.com/office/drawing/2014/main" id="{30B499CE-9A26-0A81-3733-F2B815CFB831}"/>
                </a:ext>
              </a:extLst>
            </p:cNvPr>
            <p:cNvSpPr/>
            <p:nvPr/>
          </p:nvSpPr>
          <p:spPr>
            <a:xfrm>
              <a:off x="4480560" y="203911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63" name="Shape 57">
              <a:extLst>
                <a:ext uri="{FF2B5EF4-FFF2-40B4-BE49-F238E27FC236}">
                  <a16:creationId xmlns:a16="http://schemas.microsoft.com/office/drawing/2014/main" id="{0B035ABD-79CD-2C26-23B5-462EB64FD303}"/>
                </a:ext>
              </a:extLst>
            </p:cNvPr>
            <p:cNvSpPr/>
            <p:nvPr/>
          </p:nvSpPr>
          <p:spPr>
            <a:xfrm>
              <a:off x="3108960" y="2286000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64" name="Text 58">
              <a:extLst>
                <a:ext uri="{FF2B5EF4-FFF2-40B4-BE49-F238E27FC236}">
                  <a16:creationId xmlns:a16="http://schemas.microsoft.com/office/drawing/2014/main" id="{A3DE459E-2C5A-9ADD-6F65-CCF668601307}"/>
                </a:ext>
              </a:extLst>
            </p:cNvPr>
            <p:cNvSpPr/>
            <p:nvPr/>
          </p:nvSpPr>
          <p:spPr>
            <a:xfrm>
              <a:off x="3493008" y="228600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has_ai</a:t>
              </a:r>
              <a:endParaRPr lang="zh-TW" sz="1100" noProof="1"/>
            </a:p>
          </p:txBody>
        </p:sp>
        <p:sp>
          <p:nvSpPr>
            <p:cNvPr id="65" name="Text 59">
              <a:extLst>
                <a:ext uri="{FF2B5EF4-FFF2-40B4-BE49-F238E27FC236}">
                  <a16:creationId xmlns:a16="http://schemas.microsoft.com/office/drawing/2014/main" id="{86E25088-A140-E32B-CA5D-533E2611AD65}"/>
                </a:ext>
              </a:extLst>
            </p:cNvPr>
            <p:cNvSpPr/>
            <p:nvPr/>
          </p:nvSpPr>
          <p:spPr>
            <a:xfrm>
              <a:off x="4480560" y="228600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bool</a:t>
              </a:r>
              <a:endParaRPr lang="zh-TW" sz="1100" noProof="1"/>
            </a:p>
          </p:txBody>
        </p:sp>
        <p:sp>
          <p:nvSpPr>
            <p:cNvPr id="66" name="Shape 60">
              <a:extLst>
                <a:ext uri="{FF2B5EF4-FFF2-40B4-BE49-F238E27FC236}">
                  <a16:creationId xmlns:a16="http://schemas.microsoft.com/office/drawing/2014/main" id="{AD87DA59-E5D5-6926-0BA6-599D172BDF73}"/>
                </a:ext>
              </a:extLst>
            </p:cNvPr>
            <p:cNvSpPr/>
            <p:nvPr/>
          </p:nvSpPr>
          <p:spPr>
            <a:xfrm>
              <a:off x="3108960" y="2532888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67" name="Text 61">
              <a:extLst>
                <a:ext uri="{FF2B5EF4-FFF2-40B4-BE49-F238E27FC236}">
                  <a16:creationId xmlns:a16="http://schemas.microsoft.com/office/drawing/2014/main" id="{85787B3C-907B-6834-735F-4AC24A69A39E}"/>
                </a:ext>
              </a:extLst>
            </p:cNvPr>
            <p:cNvSpPr/>
            <p:nvPr/>
          </p:nvSpPr>
          <p:spPr>
            <a:xfrm>
              <a:off x="3493008" y="253288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industry_category</a:t>
              </a:r>
              <a:endParaRPr lang="zh-TW" sz="1100" noProof="1"/>
            </a:p>
          </p:txBody>
        </p:sp>
        <p:sp>
          <p:nvSpPr>
            <p:cNvPr id="68" name="Text 62">
              <a:extLst>
                <a:ext uri="{FF2B5EF4-FFF2-40B4-BE49-F238E27FC236}">
                  <a16:creationId xmlns:a16="http://schemas.microsoft.com/office/drawing/2014/main" id="{393A77DB-ABEA-F806-B9E0-73CCF9C03824}"/>
                </a:ext>
              </a:extLst>
            </p:cNvPr>
            <p:cNvSpPr/>
            <p:nvPr/>
          </p:nvSpPr>
          <p:spPr>
            <a:xfrm>
              <a:off x="4480560" y="253288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69" name="Shape 63">
              <a:extLst>
                <a:ext uri="{FF2B5EF4-FFF2-40B4-BE49-F238E27FC236}">
                  <a16:creationId xmlns:a16="http://schemas.microsoft.com/office/drawing/2014/main" id="{4EA1EDF6-E21D-0183-37A1-0950E30DEBDF}"/>
                </a:ext>
              </a:extLst>
            </p:cNvPr>
            <p:cNvSpPr/>
            <p:nvPr/>
          </p:nvSpPr>
          <p:spPr>
            <a:xfrm>
              <a:off x="3108960" y="2779776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70" name="Text 64">
              <a:extLst>
                <a:ext uri="{FF2B5EF4-FFF2-40B4-BE49-F238E27FC236}">
                  <a16:creationId xmlns:a16="http://schemas.microsoft.com/office/drawing/2014/main" id="{4D2850FF-5D9C-EA3D-2594-4171F4A3C5FE}"/>
                </a:ext>
              </a:extLst>
            </p:cNvPr>
            <p:cNvSpPr/>
            <p:nvPr/>
          </p:nvSpPr>
          <p:spPr>
            <a:xfrm>
              <a:off x="3493008" y="277977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service_region</a:t>
              </a:r>
              <a:endParaRPr lang="zh-TW" sz="1100" noProof="1"/>
            </a:p>
          </p:txBody>
        </p:sp>
        <p:sp>
          <p:nvSpPr>
            <p:cNvPr id="71" name="Text 65">
              <a:extLst>
                <a:ext uri="{FF2B5EF4-FFF2-40B4-BE49-F238E27FC236}">
                  <a16:creationId xmlns:a16="http://schemas.microsoft.com/office/drawing/2014/main" id="{540BF2ED-4922-D486-E394-089F863FBD61}"/>
                </a:ext>
              </a:extLst>
            </p:cNvPr>
            <p:cNvSpPr/>
            <p:nvPr/>
          </p:nvSpPr>
          <p:spPr>
            <a:xfrm>
              <a:off x="4480560" y="277977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72" name="Shape 66">
              <a:extLst>
                <a:ext uri="{FF2B5EF4-FFF2-40B4-BE49-F238E27FC236}">
                  <a16:creationId xmlns:a16="http://schemas.microsoft.com/office/drawing/2014/main" id="{16C7F1AA-3D53-A74B-B4C1-BD119605662B}"/>
                </a:ext>
              </a:extLst>
            </p:cNvPr>
            <p:cNvSpPr/>
            <p:nvPr/>
          </p:nvSpPr>
          <p:spPr>
            <a:xfrm>
              <a:off x="3108960" y="3026664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73" name="Text 67">
              <a:extLst>
                <a:ext uri="{FF2B5EF4-FFF2-40B4-BE49-F238E27FC236}">
                  <a16:creationId xmlns:a16="http://schemas.microsoft.com/office/drawing/2014/main" id="{541A6D60-05B9-0224-5FFD-42D6D38DEC15}"/>
                </a:ext>
              </a:extLst>
            </p:cNvPr>
            <p:cNvSpPr/>
            <p:nvPr/>
          </p:nvSpPr>
          <p:spPr>
            <a:xfrm>
              <a:off x="3493008" y="3026664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target_scale</a:t>
              </a:r>
              <a:endParaRPr lang="zh-TW" sz="1100" noProof="1"/>
            </a:p>
          </p:txBody>
        </p:sp>
        <p:sp>
          <p:nvSpPr>
            <p:cNvPr id="74" name="Text 68">
              <a:extLst>
                <a:ext uri="{FF2B5EF4-FFF2-40B4-BE49-F238E27FC236}">
                  <a16:creationId xmlns:a16="http://schemas.microsoft.com/office/drawing/2014/main" id="{FAA09A19-4A38-470A-EF2B-305A762C4C55}"/>
                </a:ext>
              </a:extLst>
            </p:cNvPr>
            <p:cNvSpPr/>
            <p:nvPr/>
          </p:nvSpPr>
          <p:spPr>
            <a:xfrm>
              <a:off x="4480560" y="3026664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75" name="Shape 69">
              <a:extLst>
                <a:ext uri="{FF2B5EF4-FFF2-40B4-BE49-F238E27FC236}">
                  <a16:creationId xmlns:a16="http://schemas.microsoft.com/office/drawing/2014/main" id="{22BBFBAB-DF9D-6821-D458-2F1E4228F41A}"/>
                </a:ext>
              </a:extLst>
            </p:cNvPr>
            <p:cNvSpPr/>
            <p:nvPr/>
          </p:nvSpPr>
          <p:spPr>
            <a:xfrm>
              <a:off x="3108960" y="327355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76" name="Text 70">
              <a:extLst>
                <a:ext uri="{FF2B5EF4-FFF2-40B4-BE49-F238E27FC236}">
                  <a16:creationId xmlns:a16="http://schemas.microsoft.com/office/drawing/2014/main" id="{87D05C48-D83E-AA60-7CBD-704306028B6A}"/>
                </a:ext>
              </a:extLst>
            </p:cNvPr>
            <p:cNvSpPr/>
            <p:nvPr/>
          </p:nvSpPr>
          <p:spPr>
            <a:xfrm>
              <a:off x="3493008" y="327355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pricing_model</a:t>
              </a:r>
              <a:endParaRPr lang="zh-TW" sz="1100" noProof="1"/>
            </a:p>
          </p:txBody>
        </p:sp>
        <p:sp>
          <p:nvSpPr>
            <p:cNvPr id="77" name="Text 71">
              <a:extLst>
                <a:ext uri="{FF2B5EF4-FFF2-40B4-BE49-F238E27FC236}">
                  <a16:creationId xmlns:a16="http://schemas.microsoft.com/office/drawing/2014/main" id="{B5E44DC1-A67B-99B7-A683-2CBE70E328D0}"/>
                </a:ext>
              </a:extLst>
            </p:cNvPr>
            <p:cNvSpPr/>
            <p:nvPr/>
          </p:nvSpPr>
          <p:spPr>
            <a:xfrm>
              <a:off x="4480560" y="327355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78" name="Shape 72">
              <a:extLst>
                <a:ext uri="{FF2B5EF4-FFF2-40B4-BE49-F238E27FC236}">
                  <a16:creationId xmlns:a16="http://schemas.microsoft.com/office/drawing/2014/main" id="{EF2AE97A-9112-0556-08D4-744E0279A82D}"/>
                </a:ext>
              </a:extLst>
            </p:cNvPr>
            <p:cNvSpPr/>
            <p:nvPr/>
          </p:nvSpPr>
          <p:spPr>
            <a:xfrm>
              <a:off x="5943600" y="457200"/>
              <a:ext cx="2286000" cy="15819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79" name="Shape 73">
              <a:extLst>
                <a:ext uri="{FF2B5EF4-FFF2-40B4-BE49-F238E27FC236}">
                  <a16:creationId xmlns:a16="http://schemas.microsoft.com/office/drawing/2014/main" id="{678896C0-F6B9-E35D-56DC-8232F6FD3445}"/>
                </a:ext>
              </a:extLst>
            </p:cNvPr>
            <p:cNvSpPr/>
            <p:nvPr/>
          </p:nvSpPr>
          <p:spPr>
            <a:xfrm>
              <a:off x="5943600" y="457200"/>
              <a:ext cx="2286000" cy="347472"/>
            </a:xfrm>
            <a:prstGeom prst="rect">
              <a:avLst/>
            </a:prstGeom>
            <a:solidFill>
              <a:srgbClr val="065F46"/>
            </a:solidFill>
            <a:ln w="12700">
              <a:solidFill>
                <a:srgbClr val="065F46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80" name="Text 74">
              <a:extLst>
                <a:ext uri="{FF2B5EF4-FFF2-40B4-BE49-F238E27FC236}">
                  <a16:creationId xmlns:a16="http://schemas.microsoft.com/office/drawing/2014/main" id="{6A61E8DF-8547-EF84-363F-6F1884EBFCF3}"/>
                </a:ext>
              </a:extLst>
            </p:cNvPr>
            <p:cNvSpPr/>
            <p:nvPr/>
          </p:nvSpPr>
          <p:spPr>
            <a:xfrm>
              <a:off x="5943600" y="4572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400" b="1" noProof="1">
                  <a:solidFill>
                    <a:srgbClr val="FFFFFF"/>
                  </a:solidFill>
                </a:rPr>
                <a:t>聯絡人 Contacts</a:t>
              </a:r>
              <a:endParaRPr lang="zh-TW" sz="1400" noProof="1"/>
            </a:p>
          </p:txBody>
        </p:sp>
        <p:sp>
          <p:nvSpPr>
            <p:cNvPr id="81" name="Shape 75">
              <a:extLst>
                <a:ext uri="{FF2B5EF4-FFF2-40B4-BE49-F238E27FC236}">
                  <a16:creationId xmlns:a16="http://schemas.microsoft.com/office/drawing/2014/main" id="{CFBAD202-306A-5A1B-5D72-5CFCD2E92D63}"/>
                </a:ext>
              </a:extLst>
            </p:cNvPr>
            <p:cNvSpPr/>
            <p:nvPr/>
          </p:nvSpPr>
          <p:spPr>
            <a:xfrm>
              <a:off x="5943600" y="8046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82" name="Shape 76">
              <a:extLst>
                <a:ext uri="{FF2B5EF4-FFF2-40B4-BE49-F238E27FC236}">
                  <a16:creationId xmlns:a16="http://schemas.microsoft.com/office/drawing/2014/main" id="{9013C68B-FEA1-8726-A7AD-B5A21293F29C}"/>
                </a:ext>
              </a:extLst>
            </p:cNvPr>
            <p:cNvSpPr/>
            <p:nvPr/>
          </p:nvSpPr>
          <p:spPr>
            <a:xfrm>
              <a:off x="6016752" y="8458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83" name="Text 77">
              <a:extLst>
                <a:ext uri="{FF2B5EF4-FFF2-40B4-BE49-F238E27FC236}">
                  <a16:creationId xmlns:a16="http://schemas.microsoft.com/office/drawing/2014/main" id="{57A40584-917E-9EA3-9E7D-204F37540D02}"/>
                </a:ext>
              </a:extLst>
            </p:cNvPr>
            <p:cNvSpPr/>
            <p:nvPr/>
          </p:nvSpPr>
          <p:spPr>
            <a:xfrm>
              <a:off x="6016752" y="8458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84" name="Text 78">
              <a:extLst>
                <a:ext uri="{FF2B5EF4-FFF2-40B4-BE49-F238E27FC236}">
                  <a16:creationId xmlns:a16="http://schemas.microsoft.com/office/drawing/2014/main" id="{8EC4AA81-9D45-F5FB-E08D-BF0ABCCA0BB5}"/>
                </a:ext>
              </a:extLst>
            </p:cNvPr>
            <p:cNvSpPr/>
            <p:nvPr/>
          </p:nvSpPr>
          <p:spPr>
            <a:xfrm>
              <a:off x="6327648" y="8046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contact_id</a:t>
              </a:r>
              <a:endParaRPr lang="zh-TW" sz="1100" noProof="1"/>
            </a:p>
          </p:txBody>
        </p:sp>
        <p:sp>
          <p:nvSpPr>
            <p:cNvPr id="85" name="Text 79">
              <a:extLst>
                <a:ext uri="{FF2B5EF4-FFF2-40B4-BE49-F238E27FC236}">
                  <a16:creationId xmlns:a16="http://schemas.microsoft.com/office/drawing/2014/main" id="{34D5763F-5BA3-30AD-B530-824F38532E83}"/>
                </a:ext>
              </a:extLst>
            </p:cNvPr>
            <p:cNvSpPr/>
            <p:nvPr/>
          </p:nvSpPr>
          <p:spPr>
            <a:xfrm>
              <a:off x="7315200" y="8046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86" name="Shape 80">
              <a:extLst>
                <a:ext uri="{FF2B5EF4-FFF2-40B4-BE49-F238E27FC236}">
                  <a16:creationId xmlns:a16="http://schemas.microsoft.com/office/drawing/2014/main" id="{D8807192-D442-0AA9-1175-EC4937CB35F9}"/>
                </a:ext>
              </a:extLst>
            </p:cNvPr>
            <p:cNvSpPr/>
            <p:nvPr/>
          </p:nvSpPr>
          <p:spPr>
            <a:xfrm>
              <a:off x="5943600" y="10515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87" name="Shape 81">
              <a:extLst>
                <a:ext uri="{FF2B5EF4-FFF2-40B4-BE49-F238E27FC236}">
                  <a16:creationId xmlns:a16="http://schemas.microsoft.com/office/drawing/2014/main" id="{175F22F9-1EB1-D823-3572-384253CFB6CA}"/>
                </a:ext>
              </a:extLst>
            </p:cNvPr>
            <p:cNvSpPr/>
            <p:nvPr/>
          </p:nvSpPr>
          <p:spPr>
            <a:xfrm>
              <a:off x="6016752" y="1092708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88" name="Text 82">
              <a:extLst>
                <a:ext uri="{FF2B5EF4-FFF2-40B4-BE49-F238E27FC236}">
                  <a16:creationId xmlns:a16="http://schemas.microsoft.com/office/drawing/2014/main" id="{30C74F45-FB4C-3B86-4B07-FCF6EB4BE478}"/>
                </a:ext>
              </a:extLst>
            </p:cNvPr>
            <p:cNvSpPr/>
            <p:nvPr/>
          </p:nvSpPr>
          <p:spPr>
            <a:xfrm>
              <a:off x="6016752" y="1092708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FK</a:t>
              </a:r>
              <a:endParaRPr lang="zh-TW" sz="1000" noProof="1"/>
            </a:p>
          </p:txBody>
        </p:sp>
        <p:sp>
          <p:nvSpPr>
            <p:cNvPr id="89" name="Text 83">
              <a:extLst>
                <a:ext uri="{FF2B5EF4-FFF2-40B4-BE49-F238E27FC236}">
                  <a16:creationId xmlns:a16="http://schemas.microsoft.com/office/drawing/2014/main" id="{EA18C67E-D689-46B6-22C4-EBD1D2D60903}"/>
                </a:ext>
              </a:extLst>
            </p:cNvPr>
            <p:cNvSpPr/>
            <p:nvPr/>
          </p:nvSpPr>
          <p:spPr>
            <a:xfrm>
              <a:off x="6327648" y="10515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company_id</a:t>
              </a:r>
              <a:endParaRPr lang="zh-TW" sz="1100" noProof="1"/>
            </a:p>
          </p:txBody>
        </p:sp>
        <p:sp>
          <p:nvSpPr>
            <p:cNvPr id="90" name="Text 84">
              <a:extLst>
                <a:ext uri="{FF2B5EF4-FFF2-40B4-BE49-F238E27FC236}">
                  <a16:creationId xmlns:a16="http://schemas.microsoft.com/office/drawing/2014/main" id="{85C9D5EE-DF04-1CF1-225F-17A14D3C786D}"/>
                </a:ext>
              </a:extLst>
            </p:cNvPr>
            <p:cNvSpPr/>
            <p:nvPr/>
          </p:nvSpPr>
          <p:spPr>
            <a:xfrm>
              <a:off x="7315200" y="10515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91" name="Shape 85">
              <a:extLst>
                <a:ext uri="{FF2B5EF4-FFF2-40B4-BE49-F238E27FC236}">
                  <a16:creationId xmlns:a16="http://schemas.microsoft.com/office/drawing/2014/main" id="{0A8935AF-3DFD-BD9B-C0C1-6B03BD245B5B}"/>
                </a:ext>
              </a:extLst>
            </p:cNvPr>
            <p:cNvSpPr/>
            <p:nvPr/>
          </p:nvSpPr>
          <p:spPr>
            <a:xfrm>
              <a:off x="5943600" y="12984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92" name="Text 86">
              <a:extLst>
                <a:ext uri="{FF2B5EF4-FFF2-40B4-BE49-F238E27FC236}">
                  <a16:creationId xmlns:a16="http://schemas.microsoft.com/office/drawing/2014/main" id="{40D4DE9A-261D-A1B3-FFB9-C76C0B57D6F1}"/>
                </a:ext>
              </a:extLst>
            </p:cNvPr>
            <p:cNvSpPr/>
            <p:nvPr/>
          </p:nvSpPr>
          <p:spPr>
            <a:xfrm>
              <a:off x="6327648" y="12984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contact_name</a:t>
              </a:r>
              <a:endParaRPr lang="zh-TW" sz="1100" noProof="1"/>
            </a:p>
          </p:txBody>
        </p:sp>
        <p:sp>
          <p:nvSpPr>
            <p:cNvPr id="93" name="Text 87">
              <a:extLst>
                <a:ext uri="{FF2B5EF4-FFF2-40B4-BE49-F238E27FC236}">
                  <a16:creationId xmlns:a16="http://schemas.microsoft.com/office/drawing/2014/main" id="{B097FF48-0A09-4B38-0F8F-B5FF2E7BF22E}"/>
                </a:ext>
              </a:extLst>
            </p:cNvPr>
            <p:cNvSpPr/>
            <p:nvPr/>
          </p:nvSpPr>
          <p:spPr>
            <a:xfrm>
              <a:off x="7315200" y="12984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94" name="Shape 88">
              <a:extLst>
                <a:ext uri="{FF2B5EF4-FFF2-40B4-BE49-F238E27FC236}">
                  <a16:creationId xmlns:a16="http://schemas.microsoft.com/office/drawing/2014/main" id="{84203EAE-EAA8-A8DA-F987-6371B40F0FF0}"/>
                </a:ext>
              </a:extLst>
            </p:cNvPr>
            <p:cNvSpPr/>
            <p:nvPr/>
          </p:nvSpPr>
          <p:spPr>
            <a:xfrm>
              <a:off x="5943600" y="15453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95" name="Text 89">
              <a:extLst>
                <a:ext uri="{FF2B5EF4-FFF2-40B4-BE49-F238E27FC236}">
                  <a16:creationId xmlns:a16="http://schemas.microsoft.com/office/drawing/2014/main" id="{9CB3D4BE-BB11-500A-6675-833FF9115612}"/>
                </a:ext>
              </a:extLst>
            </p:cNvPr>
            <p:cNvSpPr/>
            <p:nvPr/>
          </p:nvSpPr>
          <p:spPr>
            <a:xfrm>
              <a:off x="6327648" y="15453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email</a:t>
              </a:r>
              <a:endParaRPr lang="zh-TW" sz="1100" noProof="1"/>
            </a:p>
          </p:txBody>
        </p:sp>
        <p:sp>
          <p:nvSpPr>
            <p:cNvPr id="96" name="Text 90">
              <a:extLst>
                <a:ext uri="{FF2B5EF4-FFF2-40B4-BE49-F238E27FC236}">
                  <a16:creationId xmlns:a16="http://schemas.microsoft.com/office/drawing/2014/main" id="{3E199A5B-708D-1E6D-F3D7-6DE51E6CBA37}"/>
                </a:ext>
              </a:extLst>
            </p:cNvPr>
            <p:cNvSpPr/>
            <p:nvPr/>
          </p:nvSpPr>
          <p:spPr>
            <a:xfrm>
              <a:off x="7315200" y="15453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97" name="Shape 91">
              <a:extLst>
                <a:ext uri="{FF2B5EF4-FFF2-40B4-BE49-F238E27FC236}">
                  <a16:creationId xmlns:a16="http://schemas.microsoft.com/office/drawing/2014/main" id="{D2805A99-F195-CF74-529D-014D2F5237FD}"/>
                </a:ext>
              </a:extLst>
            </p:cNvPr>
            <p:cNvSpPr/>
            <p:nvPr/>
          </p:nvSpPr>
          <p:spPr>
            <a:xfrm>
              <a:off x="5943600" y="1792224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98" name="Text 92">
              <a:extLst>
                <a:ext uri="{FF2B5EF4-FFF2-40B4-BE49-F238E27FC236}">
                  <a16:creationId xmlns:a16="http://schemas.microsoft.com/office/drawing/2014/main" id="{84CADEA5-3F5C-7CBE-97CB-9896927B35E4}"/>
                </a:ext>
              </a:extLst>
            </p:cNvPr>
            <p:cNvSpPr/>
            <p:nvPr/>
          </p:nvSpPr>
          <p:spPr>
            <a:xfrm>
              <a:off x="6327648" y="1792224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title</a:t>
              </a:r>
              <a:endParaRPr lang="zh-TW" sz="1100" noProof="1"/>
            </a:p>
          </p:txBody>
        </p:sp>
        <p:sp>
          <p:nvSpPr>
            <p:cNvPr id="99" name="Text 93">
              <a:extLst>
                <a:ext uri="{FF2B5EF4-FFF2-40B4-BE49-F238E27FC236}">
                  <a16:creationId xmlns:a16="http://schemas.microsoft.com/office/drawing/2014/main" id="{4B202E59-4CB1-6FA2-1134-35929A4D1020}"/>
                </a:ext>
              </a:extLst>
            </p:cNvPr>
            <p:cNvSpPr/>
            <p:nvPr/>
          </p:nvSpPr>
          <p:spPr>
            <a:xfrm>
              <a:off x="7315200" y="1792224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00" name="Shape 94">
              <a:extLst>
                <a:ext uri="{FF2B5EF4-FFF2-40B4-BE49-F238E27FC236}">
                  <a16:creationId xmlns:a16="http://schemas.microsoft.com/office/drawing/2014/main" id="{B05B2C9C-4E39-07E7-04F4-E214EA3FE6F0}"/>
                </a:ext>
              </a:extLst>
            </p:cNvPr>
            <p:cNvSpPr/>
            <p:nvPr/>
          </p:nvSpPr>
          <p:spPr>
            <a:xfrm>
              <a:off x="5943600" y="2286000"/>
              <a:ext cx="2286000" cy="15819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01" name="Shape 95">
              <a:extLst>
                <a:ext uri="{FF2B5EF4-FFF2-40B4-BE49-F238E27FC236}">
                  <a16:creationId xmlns:a16="http://schemas.microsoft.com/office/drawing/2014/main" id="{81255F61-4FFD-9FC5-0BE8-0072F29DF45E}"/>
                </a:ext>
              </a:extLst>
            </p:cNvPr>
            <p:cNvSpPr/>
            <p:nvPr/>
          </p:nvSpPr>
          <p:spPr>
            <a:xfrm>
              <a:off x="5943600" y="2286000"/>
              <a:ext cx="2286000" cy="347472"/>
            </a:xfrm>
            <a:prstGeom prst="rect">
              <a:avLst/>
            </a:prstGeom>
            <a:solidFill>
              <a:srgbClr val="78350F"/>
            </a:solidFill>
            <a:ln w="12700">
              <a:solidFill>
                <a:srgbClr val="78350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02" name="Text 96">
              <a:extLst>
                <a:ext uri="{FF2B5EF4-FFF2-40B4-BE49-F238E27FC236}">
                  <a16:creationId xmlns:a16="http://schemas.microsoft.com/office/drawing/2014/main" id="{EB41D935-9034-AFF2-031E-B03B0EAA84B2}"/>
                </a:ext>
              </a:extLst>
            </p:cNvPr>
            <p:cNvSpPr/>
            <p:nvPr/>
          </p:nvSpPr>
          <p:spPr>
            <a:xfrm>
              <a:off x="5943600" y="22860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400" b="1" noProof="1">
                  <a:solidFill>
                    <a:srgbClr val="FFFFFF"/>
                  </a:solidFill>
                </a:rPr>
                <a:t>得獎 Awards</a:t>
              </a:r>
              <a:endParaRPr lang="zh-TW" sz="1400" noProof="1"/>
            </a:p>
          </p:txBody>
        </p:sp>
        <p:sp>
          <p:nvSpPr>
            <p:cNvPr id="103" name="Shape 97">
              <a:extLst>
                <a:ext uri="{FF2B5EF4-FFF2-40B4-BE49-F238E27FC236}">
                  <a16:creationId xmlns:a16="http://schemas.microsoft.com/office/drawing/2014/main" id="{7DF32436-2F6B-23F6-034D-F9FD91F7445C}"/>
                </a:ext>
              </a:extLst>
            </p:cNvPr>
            <p:cNvSpPr/>
            <p:nvPr/>
          </p:nvSpPr>
          <p:spPr>
            <a:xfrm>
              <a:off x="5943600" y="26334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04" name="Shape 98">
              <a:extLst>
                <a:ext uri="{FF2B5EF4-FFF2-40B4-BE49-F238E27FC236}">
                  <a16:creationId xmlns:a16="http://schemas.microsoft.com/office/drawing/2014/main" id="{B11A30C2-85F9-4A42-4CEF-D3AF602B46CB}"/>
                </a:ext>
              </a:extLst>
            </p:cNvPr>
            <p:cNvSpPr/>
            <p:nvPr/>
          </p:nvSpPr>
          <p:spPr>
            <a:xfrm>
              <a:off x="6016752" y="26746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05" name="Text 99">
              <a:extLst>
                <a:ext uri="{FF2B5EF4-FFF2-40B4-BE49-F238E27FC236}">
                  <a16:creationId xmlns:a16="http://schemas.microsoft.com/office/drawing/2014/main" id="{2F4B5106-67B5-8B2F-328F-E4785908BA10}"/>
                </a:ext>
              </a:extLst>
            </p:cNvPr>
            <p:cNvSpPr/>
            <p:nvPr/>
          </p:nvSpPr>
          <p:spPr>
            <a:xfrm>
              <a:off x="6016752" y="26746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106" name="Text 100">
              <a:extLst>
                <a:ext uri="{FF2B5EF4-FFF2-40B4-BE49-F238E27FC236}">
                  <a16:creationId xmlns:a16="http://schemas.microsoft.com/office/drawing/2014/main" id="{492B46CF-C49C-28EF-2B19-BD7C17CBEE95}"/>
                </a:ext>
              </a:extLst>
            </p:cNvPr>
            <p:cNvSpPr/>
            <p:nvPr/>
          </p:nvSpPr>
          <p:spPr>
            <a:xfrm>
              <a:off x="6327648" y="26334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id</a:t>
              </a:r>
              <a:endParaRPr lang="zh-TW" sz="1100" noProof="1"/>
            </a:p>
          </p:txBody>
        </p:sp>
        <p:sp>
          <p:nvSpPr>
            <p:cNvPr id="107" name="Text 101">
              <a:extLst>
                <a:ext uri="{FF2B5EF4-FFF2-40B4-BE49-F238E27FC236}">
                  <a16:creationId xmlns:a16="http://schemas.microsoft.com/office/drawing/2014/main" id="{EC0EDCB6-9430-DBBD-D675-F4EA3FF58D80}"/>
                </a:ext>
              </a:extLst>
            </p:cNvPr>
            <p:cNvSpPr/>
            <p:nvPr/>
          </p:nvSpPr>
          <p:spPr>
            <a:xfrm>
              <a:off x="7315200" y="26334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08" name="Shape 102">
              <a:extLst>
                <a:ext uri="{FF2B5EF4-FFF2-40B4-BE49-F238E27FC236}">
                  <a16:creationId xmlns:a16="http://schemas.microsoft.com/office/drawing/2014/main" id="{A433A43E-244E-E92C-81CD-AD484E072FB2}"/>
                </a:ext>
              </a:extLst>
            </p:cNvPr>
            <p:cNvSpPr/>
            <p:nvPr/>
          </p:nvSpPr>
          <p:spPr>
            <a:xfrm>
              <a:off x="5943600" y="28803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09" name="Shape 103">
              <a:extLst>
                <a:ext uri="{FF2B5EF4-FFF2-40B4-BE49-F238E27FC236}">
                  <a16:creationId xmlns:a16="http://schemas.microsoft.com/office/drawing/2014/main" id="{AA3461B1-563E-A2CD-EF08-9104D8261245}"/>
                </a:ext>
              </a:extLst>
            </p:cNvPr>
            <p:cNvSpPr/>
            <p:nvPr/>
          </p:nvSpPr>
          <p:spPr>
            <a:xfrm>
              <a:off x="6016752" y="2921508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10" name="Text 104">
              <a:extLst>
                <a:ext uri="{FF2B5EF4-FFF2-40B4-BE49-F238E27FC236}">
                  <a16:creationId xmlns:a16="http://schemas.microsoft.com/office/drawing/2014/main" id="{9230A333-23B9-E9BB-EAB7-6A5682AD548F}"/>
                </a:ext>
              </a:extLst>
            </p:cNvPr>
            <p:cNvSpPr/>
            <p:nvPr/>
          </p:nvSpPr>
          <p:spPr>
            <a:xfrm>
              <a:off x="6016752" y="2921508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FK</a:t>
              </a:r>
              <a:endParaRPr lang="zh-TW" sz="1000" noProof="1"/>
            </a:p>
          </p:txBody>
        </p:sp>
        <p:sp>
          <p:nvSpPr>
            <p:cNvPr id="111" name="Text 105">
              <a:extLst>
                <a:ext uri="{FF2B5EF4-FFF2-40B4-BE49-F238E27FC236}">
                  <a16:creationId xmlns:a16="http://schemas.microsoft.com/office/drawing/2014/main" id="{3A34EF30-FA3B-9794-0F3D-CFCF1ECF8945}"/>
                </a:ext>
              </a:extLst>
            </p:cNvPr>
            <p:cNvSpPr/>
            <p:nvPr/>
          </p:nvSpPr>
          <p:spPr>
            <a:xfrm>
              <a:off x="6327648" y="28803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company_id</a:t>
              </a:r>
              <a:endParaRPr lang="zh-TW" sz="1100" noProof="1"/>
            </a:p>
          </p:txBody>
        </p:sp>
        <p:sp>
          <p:nvSpPr>
            <p:cNvPr id="112" name="Text 106">
              <a:extLst>
                <a:ext uri="{FF2B5EF4-FFF2-40B4-BE49-F238E27FC236}">
                  <a16:creationId xmlns:a16="http://schemas.microsoft.com/office/drawing/2014/main" id="{A399EE83-73DD-E470-3039-7EFD675CEA33}"/>
                </a:ext>
              </a:extLst>
            </p:cNvPr>
            <p:cNvSpPr/>
            <p:nvPr/>
          </p:nvSpPr>
          <p:spPr>
            <a:xfrm>
              <a:off x="7315200" y="28803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13" name="Shape 107">
              <a:extLst>
                <a:ext uri="{FF2B5EF4-FFF2-40B4-BE49-F238E27FC236}">
                  <a16:creationId xmlns:a16="http://schemas.microsoft.com/office/drawing/2014/main" id="{8C1A192F-987F-21C3-D1AF-77AB2063038F}"/>
                </a:ext>
              </a:extLst>
            </p:cNvPr>
            <p:cNvSpPr/>
            <p:nvPr/>
          </p:nvSpPr>
          <p:spPr>
            <a:xfrm>
              <a:off x="5943600" y="31272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14" name="Text 108">
              <a:extLst>
                <a:ext uri="{FF2B5EF4-FFF2-40B4-BE49-F238E27FC236}">
                  <a16:creationId xmlns:a16="http://schemas.microsoft.com/office/drawing/2014/main" id="{F6F67742-8D29-83B9-8392-FF5624E54FD2}"/>
                </a:ext>
              </a:extLst>
            </p:cNvPr>
            <p:cNvSpPr/>
            <p:nvPr/>
          </p:nvSpPr>
          <p:spPr>
            <a:xfrm>
              <a:off x="6327648" y="31272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award_name</a:t>
              </a:r>
              <a:endParaRPr lang="zh-TW" sz="1100" noProof="1"/>
            </a:p>
          </p:txBody>
        </p:sp>
        <p:sp>
          <p:nvSpPr>
            <p:cNvPr id="115" name="Text 109">
              <a:extLst>
                <a:ext uri="{FF2B5EF4-FFF2-40B4-BE49-F238E27FC236}">
                  <a16:creationId xmlns:a16="http://schemas.microsoft.com/office/drawing/2014/main" id="{49CAD97C-7621-8A4D-3030-01C2B1D9AD3E}"/>
                </a:ext>
              </a:extLst>
            </p:cNvPr>
            <p:cNvSpPr/>
            <p:nvPr/>
          </p:nvSpPr>
          <p:spPr>
            <a:xfrm>
              <a:off x="7315200" y="31272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16" name="Shape 110">
              <a:extLst>
                <a:ext uri="{FF2B5EF4-FFF2-40B4-BE49-F238E27FC236}">
                  <a16:creationId xmlns:a16="http://schemas.microsoft.com/office/drawing/2014/main" id="{30FF9B92-BC2F-BBE6-1DD5-49447A3DD2E9}"/>
                </a:ext>
              </a:extLst>
            </p:cNvPr>
            <p:cNvSpPr/>
            <p:nvPr/>
          </p:nvSpPr>
          <p:spPr>
            <a:xfrm>
              <a:off x="5943600" y="33741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17" name="Text 111">
              <a:extLst>
                <a:ext uri="{FF2B5EF4-FFF2-40B4-BE49-F238E27FC236}">
                  <a16:creationId xmlns:a16="http://schemas.microsoft.com/office/drawing/2014/main" id="{A5EF82F8-B564-3016-68AD-F2878FC05F91}"/>
                </a:ext>
              </a:extLst>
            </p:cNvPr>
            <p:cNvSpPr/>
            <p:nvPr/>
          </p:nvSpPr>
          <p:spPr>
            <a:xfrm>
              <a:off x="6327648" y="33741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year</a:t>
              </a:r>
              <a:endParaRPr lang="zh-TW" sz="1100" noProof="1"/>
            </a:p>
          </p:txBody>
        </p:sp>
        <p:sp>
          <p:nvSpPr>
            <p:cNvPr id="118" name="Text 112">
              <a:extLst>
                <a:ext uri="{FF2B5EF4-FFF2-40B4-BE49-F238E27FC236}">
                  <a16:creationId xmlns:a16="http://schemas.microsoft.com/office/drawing/2014/main" id="{0990D916-8AD1-779B-A129-FDF70461C6B6}"/>
                </a:ext>
              </a:extLst>
            </p:cNvPr>
            <p:cNvSpPr/>
            <p:nvPr/>
          </p:nvSpPr>
          <p:spPr>
            <a:xfrm>
              <a:off x="7315200" y="33741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19" name="Shape 113">
              <a:extLst>
                <a:ext uri="{FF2B5EF4-FFF2-40B4-BE49-F238E27FC236}">
                  <a16:creationId xmlns:a16="http://schemas.microsoft.com/office/drawing/2014/main" id="{C9F8530E-8D5C-7D1D-A69F-B67037142C34}"/>
                </a:ext>
              </a:extLst>
            </p:cNvPr>
            <p:cNvSpPr/>
            <p:nvPr/>
          </p:nvSpPr>
          <p:spPr>
            <a:xfrm>
              <a:off x="5943600" y="3621024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20" name="Text 114">
              <a:extLst>
                <a:ext uri="{FF2B5EF4-FFF2-40B4-BE49-F238E27FC236}">
                  <a16:creationId xmlns:a16="http://schemas.microsoft.com/office/drawing/2014/main" id="{A92A7262-0DEF-7622-E652-6B91B0E308CA}"/>
                </a:ext>
              </a:extLst>
            </p:cNvPr>
            <p:cNvSpPr/>
            <p:nvPr/>
          </p:nvSpPr>
          <p:spPr>
            <a:xfrm>
              <a:off x="6327648" y="3621024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organizer</a:t>
              </a:r>
              <a:endParaRPr lang="zh-TW" sz="1100" noProof="1"/>
            </a:p>
          </p:txBody>
        </p:sp>
        <p:sp>
          <p:nvSpPr>
            <p:cNvPr id="121" name="Text 115">
              <a:extLst>
                <a:ext uri="{FF2B5EF4-FFF2-40B4-BE49-F238E27FC236}">
                  <a16:creationId xmlns:a16="http://schemas.microsoft.com/office/drawing/2014/main" id="{EBF4A0BE-1DA9-FC1B-A134-2151F8731962}"/>
                </a:ext>
              </a:extLst>
            </p:cNvPr>
            <p:cNvSpPr/>
            <p:nvPr/>
          </p:nvSpPr>
          <p:spPr>
            <a:xfrm>
              <a:off x="7315200" y="3621024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22" name="Shape 116">
              <a:extLst>
                <a:ext uri="{FF2B5EF4-FFF2-40B4-BE49-F238E27FC236}">
                  <a16:creationId xmlns:a16="http://schemas.microsoft.com/office/drawing/2014/main" id="{3FBDD71E-C210-567E-A0D0-0778D1792AFD}"/>
                </a:ext>
              </a:extLst>
            </p:cNvPr>
            <p:cNvSpPr/>
            <p:nvPr/>
          </p:nvSpPr>
          <p:spPr>
            <a:xfrm>
              <a:off x="5943600" y="4114800"/>
              <a:ext cx="2286000" cy="13350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23" name="Shape 117">
              <a:extLst>
                <a:ext uri="{FF2B5EF4-FFF2-40B4-BE49-F238E27FC236}">
                  <a16:creationId xmlns:a16="http://schemas.microsoft.com/office/drawing/2014/main" id="{0C9DB0E5-DFE8-43DC-ABEB-06BADBCFED0A}"/>
                </a:ext>
              </a:extLst>
            </p:cNvPr>
            <p:cNvSpPr/>
            <p:nvPr/>
          </p:nvSpPr>
          <p:spPr>
            <a:xfrm>
              <a:off x="5943600" y="4114800"/>
              <a:ext cx="2286000" cy="347472"/>
            </a:xfrm>
            <a:prstGeom prst="rect">
              <a:avLst/>
            </a:prstGeom>
            <a:solidFill>
              <a:srgbClr val="9D174D"/>
            </a:solidFill>
            <a:ln w="12700">
              <a:solidFill>
                <a:srgbClr val="9D174D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24" name="Text 118">
              <a:extLst>
                <a:ext uri="{FF2B5EF4-FFF2-40B4-BE49-F238E27FC236}">
                  <a16:creationId xmlns:a16="http://schemas.microsoft.com/office/drawing/2014/main" id="{CD934E79-4AD7-F414-39A0-B913E0123678}"/>
                </a:ext>
              </a:extLst>
            </p:cNvPr>
            <p:cNvSpPr/>
            <p:nvPr/>
          </p:nvSpPr>
          <p:spPr>
            <a:xfrm>
              <a:off x="5943600" y="41148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400" b="1" noProof="1">
                  <a:solidFill>
                    <a:srgbClr val="FFFFFF"/>
                  </a:solidFill>
                </a:rPr>
                <a:t>資服潛在需求 Digital_needs</a:t>
              </a:r>
              <a:endParaRPr lang="zh-TW" sz="1400" noProof="1"/>
            </a:p>
          </p:txBody>
        </p:sp>
        <p:sp>
          <p:nvSpPr>
            <p:cNvPr id="125" name="Shape 119">
              <a:extLst>
                <a:ext uri="{FF2B5EF4-FFF2-40B4-BE49-F238E27FC236}">
                  <a16:creationId xmlns:a16="http://schemas.microsoft.com/office/drawing/2014/main" id="{06EB9F1F-2ACD-E34C-BF20-F234B93DCF64}"/>
                </a:ext>
              </a:extLst>
            </p:cNvPr>
            <p:cNvSpPr/>
            <p:nvPr/>
          </p:nvSpPr>
          <p:spPr>
            <a:xfrm>
              <a:off x="5943600" y="44622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26" name="Shape 120">
              <a:extLst>
                <a:ext uri="{FF2B5EF4-FFF2-40B4-BE49-F238E27FC236}">
                  <a16:creationId xmlns:a16="http://schemas.microsoft.com/office/drawing/2014/main" id="{CCAE0A90-E883-3F56-CC10-B1E9A98A8160}"/>
                </a:ext>
              </a:extLst>
            </p:cNvPr>
            <p:cNvSpPr/>
            <p:nvPr/>
          </p:nvSpPr>
          <p:spPr>
            <a:xfrm>
              <a:off x="6016752" y="45034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27" name="Text 121">
              <a:extLst>
                <a:ext uri="{FF2B5EF4-FFF2-40B4-BE49-F238E27FC236}">
                  <a16:creationId xmlns:a16="http://schemas.microsoft.com/office/drawing/2014/main" id="{635CE518-6010-FCA6-9CF1-96F3D17A32C1}"/>
                </a:ext>
              </a:extLst>
            </p:cNvPr>
            <p:cNvSpPr/>
            <p:nvPr/>
          </p:nvSpPr>
          <p:spPr>
            <a:xfrm>
              <a:off x="6016752" y="45034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128" name="Text 122">
              <a:extLst>
                <a:ext uri="{FF2B5EF4-FFF2-40B4-BE49-F238E27FC236}">
                  <a16:creationId xmlns:a16="http://schemas.microsoft.com/office/drawing/2014/main" id="{A5DDF54D-C466-DE04-8672-F6E76CC69357}"/>
                </a:ext>
              </a:extLst>
            </p:cNvPr>
            <p:cNvSpPr/>
            <p:nvPr/>
          </p:nvSpPr>
          <p:spPr>
            <a:xfrm>
              <a:off x="6327648" y="44622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id</a:t>
              </a:r>
              <a:endParaRPr lang="zh-TW" sz="1100" noProof="1"/>
            </a:p>
          </p:txBody>
        </p:sp>
        <p:sp>
          <p:nvSpPr>
            <p:cNvPr id="129" name="Text 123">
              <a:extLst>
                <a:ext uri="{FF2B5EF4-FFF2-40B4-BE49-F238E27FC236}">
                  <a16:creationId xmlns:a16="http://schemas.microsoft.com/office/drawing/2014/main" id="{C54B8626-79F8-1CE2-C57B-CBD9C87CFADB}"/>
                </a:ext>
              </a:extLst>
            </p:cNvPr>
            <p:cNvSpPr/>
            <p:nvPr/>
          </p:nvSpPr>
          <p:spPr>
            <a:xfrm>
              <a:off x="7315200" y="44622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30" name="Shape 124">
              <a:extLst>
                <a:ext uri="{FF2B5EF4-FFF2-40B4-BE49-F238E27FC236}">
                  <a16:creationId xmlns:a16="http://schemas.microsoft.com/office/drawing/2014/main" id="{7C1EAB27-0C4F-3AD8-51CC-6DCA0D1233FB}"/>
                </a:ext>
              </a:extLst>
            </p:cNvPr>
            <p:cNvSpPr/>
            <p:nvPr/>
          </p:nvSpPr>
          <p:spPr>
            <a:xfrm>
              <a:off x="5943600" y="47091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31" name="Shape 125">
              <a:extLst>
                <a:ext uri="{FF2B5EF4-FFF2-40B4-BE49-F238E27FC236}">
                  <a16:creationId xmlns:a16="http://schemas.microsoft.com/office/drawing/2014/main" id="{EC662449-6C0F-D77D-53E4-498AFC0AE8C8}"/>
                </a:ext>
              </a:extLst>
            </p:cNvPr>
            <p:cNvSpPr/>
            <p:nvPr/>
          </p:nvSpPr>
          <p:spPr>
            <a:xfrm>
              <a:off x="6016752" y="4750308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32" name="Text 126">
              <a:extLst>
                <a:ext uri="{FF2B5EF4-FFF2-40B4-BE49-F238E27FC236}">
                  <a16:creationId xmlns:a16="http://schemas.microsoft.com/office/drawing/2014/main" id="{BDF812D8-9046-114A-8414-A6F14CDA38BF}"/>
                </a:ext>
              </a:extLst>
            </p:cNvPr>
            <p:cNvSpPr/>
            <p:nvPr/>
          </p:nvSpPr>
          <p:spPr>
            <a:xfrm>
              <a:off x="6016752" y="4750308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FK</a:t>
              </a:r>
              <a:endParaRPr lang="zh-TW" sz="1000" noProof="1"/>
            </a:p>
          </p:txBody>
        </p:sp>
        <p:sp>
          <p:nvSpPr>
            <p:cNvPr id="133" name="Text 127">
              <a:extLst>
                <a:ext uri="{FF2B5EF4-FFF2-40B4-BE49-F238E27FC236}">
                  <a16:creationId xmlns:a16="http://schemas.microsoft.com/office/drawing/2014/main" id="{F8C26CA0-D4B7-1603-22FE-9547126330C4}"/>
                </a:ext>
              </a:extLst>
            </p:cNvPr>
            <p:cNvSpPr/>
            <p:nvPr/>
          </p:nvSpPr>
          <p:spPr>
            <a:xfrm>
              <a:off x="6327648" y="47091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company_id</a:t>
              </a:r>
              <a:endParaRPr lang="zh-TW" sz="1100" noProof="1"/>
            </a:p>
          </p:txBody>
        </p:sp>
        <p:sp>
          <p:nvSpPr>
            <p:cNvPr id="134" name="Text 128">
              <a:extLst>
                <a:ext uri="{FF2B5EF4-FFF2-40B4-BE49-F238E27FC236}">
                  <a16:creationId xmlns:a16="http://schemas.microsoft.com/office/drawing/2014/main" id="{27DFED49-F0F4-7BF5-8D2A-D49300967176}"/>
                </a:ext>
              </a:extLst>
            </p:cNvPr>
            <p:cNvSpPr/>
            <p:nvPr/>
          </p:nvSpPr>
          <p:spPr>
            <a:xfrm>
              <a:off x="7315200" y="47091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35" name="Shape 129">
              <a:extLst>
                <a:ext uri="{FF2B5EF4-FFF2-40B4-BE49-F238E27FC236}">
                  <a16:creationId xmlns:a16="http://schemas.microsoft.com/office/drawing/2014/main" id="{752F062B-1345-EECD-EF0B-53DF3AB8288E}"/>
                </a:ext>
              </a:extLst>
            </p:cNvPr>
            <p:cNvSpPr/>
            <p:nvPr/>
          </p:nvSpPr>
          <p:spPr>
            <a:xfrm>
              <a:off x="5943600" y="49560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36" name="Text 130">
              <a:extLst>
                <a:ext uri="{FF2B5EF4-FFF2-40B4-BE49-F238E27FC236}">
                  <a16:creationId xmlns:a16="http://schemas.microsoft.com/office/drawing/2014/main" id="{22754055-2DF7-9B15-1BF1-141AEC4960CA}"/>
                </a:ext>
              </a:extLst>
            </p:cNvPr>
            <p:cNvSpPr/>
            <p:nvPr/>
          </p:nvSpPr>
          <p:spPr>
            <a:xfrm>
              <a:off x="6327648" y="49560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need_category</a:t>
              </a:r>
              <a:endParaRPr lang="zh-TW" sz="1100" noProof="1"/>
            </a:p>
          </p:txBody>
        </p:sp>
        <p:sp>
          <p:nvSpPr>
            <p:cNvPr id="137" name="Text 131">
              <a:extLst>
                <a:ext uri="{FF2B5EF4-FFF2-40B4-BE49-F238E27FC236}">
                  <a16:creationId xmlns:a16="http://schemas.microsoft.com/office/drawing/2014/main" id="{06D80B48-B671-225F-E499-50F3A5FABCC2}"/>
                </a:ext>
              </a:extLst>
            </p:cNvPr>
            <p:cNvSpPr/>
            <p:nvPr/>
          </p:nvSpPr>
          <p:spPr>
            <a:xfrm>
              <a:off x="7315200" y="49560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38" name="Shape 132">
              <a:extLst>
                <a:ext uri="{FF2B5EF4-FFF2-40B4-BE49-F238E27FC236}">
                  <a16:creationId xmlns:a16="http://schemas.microsoft.com/office/drawing/2014/main" id="{8F860DBB-8B59-F33B-A880-AA5FAACC9076}"/>
                </a:ext>
              </a:extLst>
            </p:cNvPr>
            <p:cNvSpPr/>
            <p:nvPr/>
          </p:nvSpPr>
          <p:spPr>
            <a:xfrm>
              <a:off x="5943600" y="52029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39" name="Text 133">
              <a:extLst>
                <a:ext uri="{FF2B5EF4-FFF2-40B4-BE49-F238E27FC236}">
                  <a16:creationId xmlns:a16="http://schemas.microsoft.com/office/drawing/2014/main" id="{CDFA05F9-AD26-933E-9881-E94DC5217509}"/>
                </a:ext>
              </a:extLst>
            </p:cNvPr>
            <p:cNvSpPr/>
            <p:nvPr/>
          </p:nvSpPr>
          <p:spPr>
            <a:xfrm>
              <a:off x="6327648" y="52029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need_desc</a:t>
              </a:r>
              <a:endParaRPr lang="zh-TW" sz="1100" noProof="1"/>
            </a:p>
          </p:txBody>
        </p:sp>
        <p:sp>
          <p:nvSpPr>
            <p:cNvPr id="140" name="Text 134">
              <a:extLst>
                <a:ext uri="{FF2B5EF4-FFF2-40B4-BE49-F238E27FC236}">
                  <a16:creationId xmlns:a16="http://schemas.microsoft.com/office/drawing/2014/main" id="{AEFAE37D-89FD-4010-849C-9A66830C056D}"/>
                </a:ext>
              </a:extLst>
            </p:cNvPr>
            <p:cNvSpPr/>
            <p:nvPr/>
          </p:nvSpPr>
          <p:spPr>
            <a:xfrm>
              <a:off x="7315200" y="52029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41" name="Shape 135">
              <a:extLst>
                <a:ext uri="{FF2B5EF4-FFF2-40B4-BE49-F238E27FC236}">
                  <a16:creationId xmlns:a16="http://schemas.microsoft.com/office/drawing/2014/main" id="{FD6247E2-0DDF-861C-BDB0-FD35D9A43D63}"/>
                </a:ext>
              </a:extLst>
            </p:cNvPr>
            <p:cNvSpPr/>
            <p:nvPr/>
          </p:nvSpPr>
          <p:spPr>
            <a:xfrm>
              <a:off x="8778240" y="457200"/>
              <a:ext cx="2286000" cy="133502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42" name="Shape 136">
              <a:extLst>
                <a:ext uri="{FF2B5EF4-FFF2-40B4-BE49-F238E27FC236}">
                  <a16:creationId xmlns:a16="http://schemas.microsoft.com/office/drawing/2014/main" id="{1484539A-A53B-8956-6581-8664AF009BDC}"/>
                </a:ext>
              </a:extLst>
            </p:cNvPr>
            <p:cNvSpPr/>
            <p:nvPr/>
          </p:nvSpPr>
          <p:spPr>
            <a:xfrm>
              <a:off x="8778240" y="457200"/>
              <a:ext cx="2286000" cy="347472"/>
            </a:xfrm>
            <a:prstGeom prst="rect">
              <a:avLst/>
            </a:prstGeom>
            <a:solidFill>
              <a:srgbClr val="065A82"/>
            </a:solidFill>
            <a:ln w="12700">
              <a:solidFill>
                <a:srgbClr val="065A82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43" name="Text 137">
              <a:extLst>
                <a:ext uri="{FF2B5EF4-FFF2-40B4-BE49-F238E27FC236}">
                  <a16:creationId xmlns:a16="http://schemas.microsoft.com/office/drawing/2014/main" id="{009458CA-C6E2-E3B5-0B3B-03BDB6F441C4}"/>
                </a:ext>
              </a:extLst>
            </p:cNvPr>
            <p:cNvSpPr/>
            <p:nvPr/>
          </p:nvSpPr>
          <p:spPr>
            <a:xfrm>
              <a:off x="8778240" y="4572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200" b="1" noProof="1">
                  <a:solidFill>
                    <a:srgbClr val="FFFFFF"/>
                  </a:solidFill>
                </a:rPr>
                <a:t>服務領域 Solution_Domains</a:t>
              </a:r>
              <a:endParaRPr lang="zh-TW" sz="1200" noProof="1"/>
            </a:p>
          </p:txBody>
        </p:sp>
        <p:sp>
          <p:nvSpPr>
            <p:cNvPr id="144" name="Shape 138">
              <a:extLst>
                <a:ext uri="{FF2B5EF4-FFF2-40B4-BE49-F238E27FC236}">
                  <a16:creationId xmlns:a16="http://schemas.microsoft.com/office/drawing/2014/main" id="{94878D33-63E7-BD69-6241-45913FA93280}"/>
                </a:ext>
              </a:extLst>
            </p:cNvPr>
            <p:cNvSpPr/>
            <p:nvPr/>
          </p:nvSpPr>
          <p:spPr>
            <a:xfrm>
              <a:off x="8778240" y="8046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45" name="Shape 139">
              <a:extLst>
                <a:ext uri="{FF2B5EF4-FFF2-40B4-BE49-F238E27FC236}">
                  <a16:creationId xmlns:a16="http://schemas.microsoft.com/office/drawing/2014/main" id="{B81884BF-00EF-936A-00C6-1737F02355E5}"/>
                </a:ext>
              </a:extLst>
            </p:cNvPr>
            <p:cNvSpPr/>
            <p:nvPr/>
          </p:nvSpPr>
          <p:spPr>
            <a:xfrm>
              <a:off x="8851392" y="8458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46" name="Text 140">
              <a:extLst>
                <a:ext uri="{FF2B5EF4-FFF2-40B4-BE49-F238E27FC236}">
                  <a16:creationId xmlns:a16="http://schemas.microsoft.com/office/drawing/2014/main" id="{3EE4AD02-6E68-B368-49E4-2119F9E411E0}"/>
                </a:ext>
              </a:extLst>
            </p:cNvPr>
            <p:cNvSpPr/>
            <p:nvPr/>
          </p:nvSpPr>
          <p:spPr>
            <a:xfrm>
              <a:off x="8851392" y="8458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147" name="Text 141">
              <a:extLst>
                <a:ext uri="{FF2B5EF4-FFF2-40B4-BE49-F238E27FC236}">
                  <a16:creationId xmlns:a16="http://schemas.microsoft.com/office/drawing/2014/main" id="{33E0C57B-1330-A6B1-EC9C-1513F10BE122}"/>
                </a:ext>
              </a:extLst>
            </p:cNvPr>
            <p:cNvSpPr/>
            <p:nvPr/>
          </p:nvSpPr>
          <p:spPr>
            <a:xfrm>
              <a:off x="9162288" y="8046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id</a:t>
              </a:r>
              <a:endParaRPr lang="zh-TW" sz="1100" noProof="1"/>
            </a:p>
          </p:txBody>
        </p:sp>
        <p:sp>
          <p:nvSpPr>
            <p:cNvPr id="148" name="Text 142">
              <a:extLst>
                <a:ext uri="{FF2B5EF4-FFF2-40B4-BE49-F238E27FC236}">
                  <a16:creationId xmlns:a16="http://schemas.microsoft.com/office/drawing/2014/main" id="{397EF817-2C79-B734-03A1-926B3BB90D3E}"/>
                </a:ext>
              </a:extLst>
            </p:cNvPr>
            <p:cNvSpPr/>
            <p:nvPr/>
          </p:nvSpPr>
          <p:spPr>
            <a:xfrm>
              <a:off x="10149840" y="8046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49" name="Shape 143">
              <a:extLst>
                <a:ext uri="{FF2B5EF4-FFF2-40B4-BE49-F238E27FC236}">
                  <a16:creationId xmlns:a16="http://schemas.microsoft.com/office/drawing/2014/main" id="{4A2604BB-3BA3-ACF9-C498-9ED32FB0F6FE}"/>
                </a:ext>
              </a:extLst>
            </p:cNvPr>
            <p:cNvSpPr/>
            <p:nvPr/>
          </p:nvSpPr>
          <p:spPr>
            <a:xfrm>
              <a:off x="8778240" y="10515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50" name="Shape 144">
              <a:extLst>
                <a:ext uri="{FF2B5EF4-FFF2-40B4-BE49-F238E27FC236}">
                  <a16:creationId xmlns:a16="http://schemas.microsoft.com/office/drawing/2014/main" id="{99A730DB-F063-1FFF-EFD1-1335DB3ADC14}"/>
                </a:ext>
              </a:extLst>
            </p:cNvPr>
            <p:cNvSpPr/>
            <p:nvPr/>
          </p:nvSpPr>
          <p:spPr>
            <a:xfrm>
              <a:off x="8851392" y="1092708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51" name="Text 145">
              <a:extLst>
                <a:ext uri="{FF2B5EF4-FFF2-40B4-BE49-F238E27FC236}">
                  <a16:creationId xmlns:a16="http://schemas.microsoft.com/office/drawing/2014/main" id="{895A7464-53C0-74A4-F04B-59B830A31E2A}"/>
                </a:ext>
              </a:extLst>
            </p:cNvPr>
            <p:cNvSpPr/>
            <p:nvPr/>
          </p:nvSpPr>
          <p:spPr>
            <a:xfrm>
              <a:off x="8851392" y="1092708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FK</a:t>
              </a:r>
              <a:endParaRPr lang="zh-TW" sz="1000" noProof="1"/>
            </a:p>
          </p:txBody>
        </p:sp>
        <p:sp>
          <p:nvSpPr>
            <p:cNvPr id="152" name="Text 146">
              <a:extLst>
                <a:ext uri="{FF2B5EF4-FFF2-40B4-BE49-F238E27FC236}">
                  <a16:creationId xmlns:a16="http://schemas.microsoft.com/office/drawing/2014/main" id="{5E1D8E90-B129-35CF-F481-1D8E233A4599}"/>
                </a:ext>
              </a:extLst>
            </p:cNvPr>
            <p:cNvSpPr/>
            <p:nvPr/>
          </p:nvSpPr>
          <p:spPr>
            <a:xfrm>
              <a:off x="9162288" y="10515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solution_id</a:t>
              </a:r>
              <a:endParaRPr lang="zh-TW" sz="1100" noProof="1"/>
            </a:p>
          </p:txBody>
        </p:sp>
        <p:sp>
          <p:nvSpPr>
            <p:cNvPr id="153" name="Text 147">
              <a:extLst>
                <a:ext uri="{FF2B5EF4-FFF2-40B4-BE49-F238E27FC236}">
                  <a16:creationId xmlns:a16="http://schemas.microsoft.com/office/drawing/2014/main" id="{C5F9F3E5-B377-AFCA-416B-9F9894D93C32}"/>
                </a:ext>
              </a:extLst>
            </p:cNvPr>
            <p:cNvSpPr/>
            <p:nvPr/>
          </p:nvSpPr>
          <p:spPr>
            <a:xfrm>
              <a:off x="10149840" y="10515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54" name="Shape 148">
              <a:extLst>
                <a:ext uri="{FF2B5EF4-FFF2-40B4-BE49-F238E27FC236}">
                  <a16:creationId xmlns:a16="http://schemas.microsoft.com/office/drawing/2014/main" id="{A02E134E-563E-6D3F-DAC0-08CFDA5FA501}"/>
                </a:ext>
              </a:extLst>
            </p:cNvPr>
            <p:cNvSpPr/>
            <p:nvPr/>
          </p:nvSpPr>
          <p:spPr>
            <a:xfrm>
              <a:off x="8778240" y="12984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55" name="Text 149">
              <a:extLst>
                <a:ext uri="{FF2B5EF4-FFF2-40B4-BE49-F238E27FC236}">
                  <a16:creationId xmlns:a16="http://schemas.microsoft.com/office/drawing/2014/main" id="{3E36025E-45C7-5BED-6104-61FD91A5B7C6}"/>
                </a:ext>
              </a:extLst>
            </p:cNvPr>
            <p:cNvSpPr/>
            <p:nvPr/>
          </p:nvSpPr>
          <p:spPr>
            <a:xfrm>
              <a:off x="9162288" y="12984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domain_name</a:t>
              </a:r>
              <a:endParaRPr lang="zh-TW" sz="1100" noProof="1"/>
            </a:p>
          </p:txBody>
        </p:sp>
        <p:sp>
          <p:nvSpPr>
            <p:cNvPr id="156" name="Text 150">
              <a:extLst>
                <a:ext uri="{FF2B5EF4-FFF2-40B4-BE49-F238E27FC236}">
                  <a16:creationId xmlns:a16="http://schemas.microsoft.com/office/drawing/2014/main" id="{558A7F0C-7DFA-E1E3-A9CD-0C1B8F3E15E3}"/>
                </a:ext>
              </a:extLst>
            </p:cNvPr>
            <p:cNvSpPr/>
            <p:nvPr/>
          </p:nvSpPr>
          <p:spPr>
            <a:xfrm>
              <a:off x="10149840" y="12984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57" name="Shape 151">
              <a:extLst>
                <a:ext uri="{FF2B5EF4-FFF2-40B4-BE49-F238E27FC236}">
                  <a16:creationId xmlns:a16="http://schemas.microsoft.com/office/drawing/2014/main" id="{14984C14-8020-FB14-CFBD-CCB391503ABA}"/>
                </a:ext>
              </a:extLst>
            </p:cNvPr>
            <p:cNvSpPr/>
            <p:nvPr/>
          </p:nvSpPr>
          <p:spPr>
            <a:xfrm>
              <a:off x="8778240" y="15453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58" name="Text 152">
              <a:extLst>
                <a:ext uri="{FF2B5EF4-FFF2-40B4-BE49-F238E27FC236}">
                  <a16:creationId xmlns:a16="http://schemas.microsoft.com/office/drawing/2014/main" id="{9A73B2CD-8F12-FC38-2C5B-66687100033F}"/>
                </a:ext>
              </a:extLst>
            </p:cNvPr>
            <p:cNvSpPr/>
            <p:nvPr/>
          </p:nvSpPr>
          <p:spPr>
            <a:xfrm>
              <a:off x="9162288" y="15453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service_area</a:t>
              </a:r>
              <a:endParaRPr lang="zh-TW" sz="1100" noProof="1"/>
            </a:p>
          </p:txBody>
        </p:sp>
        <p:sp>
          <p:nvSpPr>
            <p:cNvPr id="159" name="Text 153">
              <a:extLst>
                <a:ext uri="{FF2B5EF4-FFF2-40B4-BE49-F238E27FC236}">
                  <a16:creationId xmlns:a16="http://schemas.microsoft.com/office/drawing/2014/main" id="{FAAB6C40-2C5C-62DF-1989-B7ABCBC0A13F}"/>
                </a:ext>
              </a:extLst>
            </p:cNvPr>
            <p:cNvSpPr/>
            <p:nvPr/>
          </p:nvSpPr>
          <p:spPr>
            <a:xfrm>
              <a:off x="10149840" y="15453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60" name="Shape 154">
              <a:extLst>
                <a:ext uri="{FF2B5EF4-FFF2-40B4-BE49-F238E27FC236}">
                  <a16:creationId xmlns:a16="http://schemas.microsoft.com/office/drawing/2014/main" id="{BB510C45-4CC7-5C6A-5C98-D297EF337603}"/>
                </a:ext>
              </a:extLst>
            </p:cNvPr>
            <p:cNvSpPr/>
            <p:nvPr/>
          </p:nvSpPr>
          <p:spPr>
            <a:xfrm>
              <a:off x="8778240" y="2286000"/>
              <a:ext cx="228600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61" name="Shape 155">
              <a:extLst>
                <a:ext uri="{FF2B5EF4-FFF2-40B4-BE49-F238E27FC236}">
                  <a16:creationId xmlns:a16="http://schemas.microsoft.com/office/drawing/2014/main" id="{86E940AA-4450-114E-D6CD-AEAE61DDBA88}"/>
                </a:ext>
              </a:extLst>
            </p:cNvPr>
            <p:cNvSpPr/>
            <p:nvPr/>
          </p:nvSpPr>
          <p:spPr>
            <a:xfrm>
              <a:off x="8778240" y="2286000"/>
              <a:ext cx="2286000" cy="347472"/>
            </a:xfrm>
            <a:prstGeom prst="rect">
              <a:avLst/>
            </a:prstGeom>
            <a:solidFill>
              <a:srgbClr val="14532D"/>
            </a:solidFill>
            <a:ln w="12700">
              <a:solidFill>
                <a:srgbClr val="14532D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62" name="Text 156">
              <a:extLst>
                <a:ext uri="{FF2B5EF4-FFF2-40B4-BE49-F238E27FC236}">
                  <a16:creationId xmlns:a16="http://schemas.microsoft.com/office/drawing/2014/main" id="{AF0A271E-7BC7-594A-1A4C-50B6C890FA23}"/>
                </a:ext>
              </a:extLst>
            </p:cNvPr>
            <p:cNvSpPr/>
            <p:nvPr/>
          </p:nvSpPr>
          <p:spPr>
            <a:xfrm>
              <a:off x="8778240" y="228600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400" b="1" noProof="1">
                  <a:solidFill>
                    <a:srgbClr val="FFFFFF"/>
                  </a:solidFill>
                </a:rPr>
                <a:t>問答記錄 Logs</a:t>
              </a:r>
              <a:endParaRPr lang="zh-TW" sz="1400" noProof="1"/>
            </a:p>
          </p:txBody>
        </p:sp>
        <p:sp>
          <p:nvSpPr>
            <p:cNvPr id="163" name="Shape 157">
              <a:extLst>
                <a:ext uri="{FF2B5EF4-FFF2-40B4-BE49-F238E27FC236}">
                  <a16:creationId xmlns:a16="http://schemas.microsoft.com/office/drawing/2014/main" id="{F25BF0DD-5C0F-F26B-4A35-50E6127D30E2}"/>
                </a:ext>
              </a:extLst>
            </p:cNvPr>
            <p:cNvSpPr/>
            <p:nvPr/>
          </p:nvSpPr>
          <p:spPr>
            <a:xfrm>
              <a:off x="8778240" y="2633472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64" name="Shape 158">
              <a:extLst>
                <a:ext uri="{FF2B5EF4-FFF2-40B4-BE49-F238E27FC236}">
                  <a16:creationId xmlns:a16="http://schemas.microsoft.com/office/drawing/2014/main" id="{EF5F70EC-A5B9-9735-E2DF-919C111A96E2}"/>
                </a:ext>
              </a:extLst>
            </p:cNvPr>
            <p:cNvSpPr/>
            <p:nvPr/>
          </p:nvSpPr>
          <p:spPr>
            <a:xfrm>
              <a:off x="8851392" y="2674620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1E40AF"/>
            </a:solidFill>
            <a:ln w="12700">
              <a:solidFill>
                <a:srgbClr val="1E40AF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65" name="Text 159">
              <a:extLst>
                <a:ext uri="{FF2B5EF4-FFF2-40B4-BE49-F238E27FC236}">
                  <a16:creationId xmlns:a16="http://schemas.microsoft.com/office/drawing/2014/main" id="{D9929E4B-83A0-72CF-15A8-463405461637}"/>
                </a:ext>
              </a:extLst>
            </p:cNvPr>
            <p:cNvSpPr/>
            <p:nvPr/>
          </p:nvSpPr>
          <p:spPr>
            <a:xfrm>
              <a:off x="8851392" y="2674620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PK</a:t>
              </a:r>
              <a:endParaRPr lang="zh-TW" sz="1000" noProof="1"/>
            </a:p>
          </p:txBody>
        </p:sp>
        <p:sp>
          <p:nvSpPr>
            <p:cNvPr id="166" name="Text 160">
              <a:extLst>
                <a:ext uri="{FF2B5EF4-FFF2-40B4-BE49-F238E27FC236}">
                  <a16:creationId xmlns:a16="http://schemas.microsoft.com/office/drawing/2014/main" id="{4C3EB0AB-8FFD-A631-243F-722CF9FD3830}"/>
                </a:ext>
              </a:extLst>
            </p:cNvPr>
            <p:cNvSpPr/>
            <p:nvPr/>
          </p:nvSpPr>
          <p:spPr>
            <a:xfrm>
              <a:off x="9162288" y="263347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id</a:t>
              </a:r>
              <a:endParaRPr lang="zh-TW" sz="1100" noProof="1"/>
            </a:p>
          </p:txBody>
        </p:sp>
        <p:sp>
          <p:nvSpPr>
            <p:cNvPr id="167" name="Text 161">
              <a:extLst>
                <a:ext uri="{FF2B5EF4-FFF2-40B4-BE49-F238E27FC236}">
                  <a16:creationId xmlns:a16="http://schemas.microsoft.com/office/drawing/2014/main" id="{39109768-C0EF-08B7-8039-BB858DA30216}"/>
                </a:ext>
              </a:extLst>
            </p:cNvPr>
            <p:cNvSpPr/>
            <p:nvPr/>
          </p:nvSpPr>
          <p:spPr>
            <a:xfrm>
              <a:off x="10149840" y="263347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68" name="Shape 162">
              <a:extLst>
                <a:ext uri="{FF2B5EF4-FFF2-40B4-BE49-F238E27FC236}">
                  <a16:creationId xmlns:a16="http://schemas.microsoft.com/office/drawing/2014/main" id="{BBE3A0D2-69FF-A3EC-EDF1-3082B97CF359}"/>
                </a:ext>
              </a:extLst>
            </p:cNvPr>
            <p:cNvSpPr/>
            <p:nvPr/>
          </p:nvSpPr>
          <p:spPr>
            <a:xfrm>
              <a:off x="8778240" y="2880360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69" name="Shape 163">
              <a:extLst>
                <a:ext uri="{FF2B5EF4-FFF2-40B4-BE49-F238E27FC236}">
                  <a16:creationId xmlns:a16="http://schemas.microsoft.com/office/drawing/2014/main" id="{F7592BD7-564B-5EE0-518E-1F26C1B43287}"/>
                </a:ext>
              </a:extLst>
            </p:cNvPr>
            <p:cNvSpPr/>
            <p:nvPr/>
          </p:nvSpPr>
          <p:spPr>
            <a:xfrm>
              <a:off x="8851392" y="2921508"/>
              <a:ext cx="256032" cy="160020"/>
            </a:xfrm>
            <a:prstGeom prst="roundRect">
              <a:avLst>
                <a:gd name="adj" fmla="val 28571"/>
              </a:avLst>
            </a:prstGeom>
            <a:solidFill>
              <a:srgbClr val="6D28D9"/>
            </a:solidFill>
            <a:ln w="12700">
              <a:solidFill>
                <a:srgbClr val="6D28D9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70" name="Text 164">
              <a:extLst>
                <a:ext uri="{FF2B5EF4-FFF2-40B4-BE49-F238E27FC236}">
                  <a16:creationId xmlns:a16="http://schemas.microsoft.com/office/drawing/2014/main" id="{73174CE6-328D-238B-4F63-FFAEA9B97408}"/>
                </a:ext>
              </a:extLst>
            </p:cNvPr>
            <p:cNvSpPr/>
            <p:nvPr/>
          </p:nvSpPr>
          <p:spPr>
            <a:xfrm>
              <a:off x="8851392" y="2921508"/>
              <a:ext cx="256032" cy="1600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1000" b="1" noProof="1">
                  <a:solidFill>
                    <a:srgbClr val="FFFFFF"/>
                  </a:solidFill>
                </a:rPr>
                <a:t>FK</a:t>
              </a:r>
              <a:endParaRPr lang="zh-TW" sz="1000" noProof="1"/>
            </a:p>
          </p:txBody>
        </p:sp>
        <p:sp>
          <p:nvSpPr>
            <p:cNvPr id="171" name="Text 165">
              <a:extLst>
                <a:ext uri="{FF2B5EF4-FFF2-40B4-BE49-F238E27FC236}">
                  <a16:creationId xmlns:a16="http://schemas.microsoft.com/office/drawing/2014/main" id="{9CFEEC3E-0571-273C-40F4-D05E5C534EA5}"/>
                </a:ext>
              </a:extLst>
            </p:cNvPr>
            <p:cNvSpPr/>
            <p:nvPr/>
          </p:nvSpPr>
          <p:spPr>
            <a:xfrm>
              <a:off x="9162288" y="2880360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solution_id</a:t>
              </a:r>
              <a:endParaRPr lang="zh-TW" sz="1100" noProof="1"/>
            </a:p>
          </p:txBody>
        </p:sp>
        <p:sp>
          <p:nvSpPr>
            <p:cNvPr id="172" name="Text 166">
              <a:extLst>
                <a:ext uri="{FF2B5EF4-FFF2-40B4-BE49-F238E27FC236}">
                  <a16:creationId xmlns:a16="http://schemas.microsoft.com/office/drawing/2014/main" id="{DB3D51CC-A60E-7314-A14D-7E83A43C4016}"/>
                </a:ext>
              </a:extLst>
            </p:cNvPr>
            <p:cNvSpPr/>
            <p:nvPr/>
          </p:nvSpPr>
          <p:spPr>
            <a:xfrm>
              <a:off x="10149840" y="2880360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73" name="Shape 167">
              <a:extLst>
                <a:ext uri="{FF2B5EF4-FFF2-40B4-BE49-F238E27FC236}">
                  <a16:creationId xmlns:a16="http://schemas.microsoft.com/office/drawing/2014/main" id="{4FDFD0C1-6FF7-E6AD-F9C8-E7DE653924DE}"/>
                </a:ext>
              </a:extLst>
            </p:cNvPr>
            <p:cNvSpPr/>
            <p:nvPr/>
          </p:nvSpPr>
          <p:spPr>
            <a:xfrm>
              <a:off x="8778240" y="3127248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74" name="Text 168">
              <a:extLst>
                <a:ext uri="{FF2B5EF4-FFF2-40B4-BE49-F238E27FC236}">
                  <a16:creationId xmlns:a16="http://schemas.microsoft.com/office/drawing/2014/main" id="{C1C951A6-C3B4-325C-12EF-C6B4B1B35F3D}"/>
                </a:ext>
              </a:extLst>
            </p:cNvPr>
            <p:cNvSpPr/>
            <p:nvPr/>
          </p:nvSpPr>
          <p:spPr>
            <a:xfrm>
              <a:off x="9162288" y="3127248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timestamp</a:t>
              </a:r>
              <a:endParaRPr lang="zh-TW" sz="1100" noProof="1"/>
            </a:p>
          </p:txBody>
        </p:sp>
        <p:sp>
          <p:nvSpPr>
            <p:cNvPr id="175" name="Text 169">
              <a:extLst>
                <a:ext uri="{FF2B5EF4-FFF2-40B4-BE49-F238E27FC236}">
                  <a16:creationId xmlns:a16="http://schemas.microsoft.com/office/drawing/2014/main" id="{B806621E-BAD2-5FBB-47D3-00B45E6EEF43}"/>
                </a:ext>
              </a:extLst>
            </p:cNvPr>
            <p:cNvSpPr/>
            <p:nvPr/>
          </p:nvSpPr>
          <p:spPr>
            <a:xfrm>
              <a:off x="10149840" y="3127248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datetime</a:t>
              </a:r>
              <a:endParaRPr lang="zh-TW" sz="1100" noProof="1"/>
            </a:p>
          </p:txBody>
        </p:sp>
        <p:sp>
          <p:nvSpPr>
            <p:cNvPr id="176" name="Shape 170">
              <a:extLst>
                <a:ext uri="{FF2B5EF4-FFF2-40B4-BE49-F238E27FC236}">
                  <a16:creationId xmlns:a16="http://schemas.microsoft.com/office/drawing/2014/main" id="{6D71542B-F2D5-2142-A234-356F59E283C4}"/>
                </a:ext>
              </a:extLst>
            </p:cNvPr>
            <p:cNvSpPr/>
            <p:nvPr/>
          </p:nvSpPr>
          <p:spPr>
            <a:xfrm>
              <a:off x="8778240" y="3374136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77" name="Text 171">
              <a:extLst>
                <a:ext uri="{FF2B5EF4-FFF2-40B4-BE49-F238E27FC236}">
                  <a16:creationId xmlns:a16="http://schemas.microsoft.com/office/drawing/2014/main" id="{EE7217C5-F5D8-DAB2-78C3-557631A3E040}"/>
                </a:ext>
              </a:extLst>
            </p:cNvPr>
            <p:cNvSpPr/>
            <p:nvPr/>
          </p:nvSpPr>
          <p:spPr>
            <a:xfrm>
              <a:off x="9162288" y="3374136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question</a:t>
              </a:r>
              <a:endParaRPr lang="zh-TW" sz="1100" noProof="1"/>
            </a:p>
          </p:txBody>
        </p:sp>
        <p:sp>
          <p:nvSpPr>
            <p:cNvPr id="178" name="Text 172">
              <a:extLst>
                <a:ext uri="{FF2B5EF4-FFF2-40B4-BE49-F238E27FC236}">
                  <a16:creationId xmlns:a16="http://schemas.microsoft.com/office/drawing/2014/main" id="{8B84D94B-E0EE-0FA4-9A54-E5B001C9B75C}"/>
                </a:ext>
              </a:extLst>
            </p:cNvPr>
            <p:cNvSpPr/>
            <p:nvPr/>
          </p:nvSpPr>
          <p:spPr>
            <a:xfrm>
              <a:off x="10149840" y="3374136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79" name="Shape 173">
              <a:extLst>
                <a:ext uri="{FF2B5EF4-FFF2-40B4-BE49-F238E27FC236}">
                  <a16:creationId xmlns:a16="http://schemas.microsoft.com/office/drawing/2014/main" id="{90C62CEF-A577-C7BF-A199-A78F535B208B}"/>
                </a:ext>
              </a:extLst>
            </p:cNvPr>
            <p:cNvSpPr/>
            <p:nvPr/>
          </p:nvSpPr>
          <p:spPr>
            <a:xfrm>
              <a:off x="8778240" y="3621024"/>
              <a:ext cx="2286000" cy="246888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80" name="Text 174">
              <a:extLst>
                <a:ext uri="{FF2B5EF4-FFF2-40B4-BE49-F238E27FC236}">
                  <a16:creationId xmlns:a16="http://schemas.microsoft.com/office/drawing/2014/main" id="{45339908-0BD1-9AB5-0645-E214CD1F837D}"/>
                </a:ext>
              </a:extLst>
            </p:cNvPr>
            <p:cNvSpPr/>
            <p:nvPr/>
          </p:nvSpPr>
          <p:spPr>
            <a:xfrm>
              <a:off x="9162288" y="3621024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search_query</a:t>
              </a:r>
              <a:endParaRPr lang="zh-TW" sz="1100" noProof="1"/>
            </a:p>
          </p:txBody>
        </p:sp>
        <p:sp>
          <p:nvSpPr>
            <p:cNvPr id="181" name="Text 175">
              <a:extLst>
                <a:ext uri="{FF2B5EF4-FFF2-40B4-BE49-F238E27FC236}">
                  <a16:creationId xmlns:a16="http://schemas.microsoft.com/office/drawing/2014/main" id="{0C302A34-E85D-FECA-2627-9EEABAD817A0}"/>
                </a:ext>
              </a:extLst>
            </p:cNvPr>
            <p:cNvSpPr/>
            <p:nvPr/>
          </p:nvSpPr>
          <p:spPr>
            <a:xfrm>
              <a:off x="10149840" y="3621024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string</a:t>
              </a:r>
              <a:endParaRPr lang="zh-TW" sz="1100" noProof="1"/>
            </a:p>
          </p:txBody>
        </p:sp>
        <p:sp>
          <p:nvSpPr>
            <p:cNvPr id="182" name="Shape 176">
              <a:extLst>
                <a:ext uri="{FF2B5EF4-FFF2-40B4-BE49-F238E27FC236}">
                  <a16:creationId xmlns:a16="http://schemas.microsoft.com/office/drawing/2014/main" id="{2D84B2C4-0051-46B0-3520-FE4FA5148F24}"/>
                </a:ext>
              </a:extLst>
            </p:cNvPr>
            <p:cNvSpPr/>
            <p:nvPr/>
          </p:nvSpPr>
          <p:spPr>
            <a:xfrm>
              <a:off x="8778240" y="3867912"/>
              <a:ext cx="2286000" cy="24688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TW" sz="2800" noProof="1"/>
            </a:p>
          </p:txBody>
        </p:sp>
        <p:sp>
          <p:nvSpPr>
            <p:cNvPr id="183" name="Text 177">
              <a:extLst>
                <a:ext uri="{FF2B5EF4-FFF2-40B4-BE49-F238E27FC236}">
                  <a16:creationId xmlns:a16="http://schemas.microsoft.com/office/drawing/2014/main" id="{3F40B8BA-BD47-C29C-D3EE-466335A6C365}"/>
                </a:ext>
              </a:extLst>
            </p:cNvPr>
            <p:cNvSpPr/>
            <p:nvPr/>
          </p:nvSpPr>
          <p:spPr>
            <a:xfrm>
              <a:off x="9162288" y="3867912"/>
              <a:ext cx="125730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sz="1100" noProof="1">
                  <a:solidFill>
                    <a:srgbClr val="374151"/>
                  </a:solidFill>
                </a:rPr>
                <a:t>result_count</a:t>
              </a:r>
              <a:endParaRPr lang="zh-TW" sz="1100" noProof="1"/>
            </a:p>
          </p:txBody>
        </p:sp>
        <p:sp>
          <p:nvSpPr>
            <p:cNvPr id="184" name="Text 178">
              <a:extLst>
                <a:ext uri="{FF2B5EF4-FFF2-40B4-BE49-F238E27FC236}">
                  <a16:creationId xmlns:a16="http://schemas.microsoft.com/office/drawing/2014/main" id="{09AE6469-D3EC-4246-80EC-68ED33257C38}"/>
                </a:ext>
              </a:extLst>
            </p:cNvPr>
            <p:cNvSpPr/>
            <p:nvPr/>
          </p:nvSpPr>
          <p:spPr>
            <a:xfrm>
              <a:off x="10149840" y="3867912"/>
              <a:ext cx="86868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zh-TW" sz="1100" i="1" noProof="1">
                  <a:solidFill>
                    <a:srgbClr val="9CA3AF"/>
                  </a:solidFill>
                </a:rPr>
                <a:t>int</a:t>
              </a:r>
              <a:endParaRPr lang="zh-TW" sz="1100" noProof="1"/>
            </a:p>
          </p:txBody>
        </p:sp>
      </p:grpSp>
      <p:cxnSp>
        <p:nvCxnSpPr>
          <p:cNvPr id="201" name="直線單箭頭接點 200">
            <a:extLst>
              <a:ext uri="{FF2B5EF4-FFF2-40B4-BE49-F238E27FC236}">
                <a16:creationId xmlns:a16="http://schemas.microsoft.com/office/drawing/2014/main" id="{EE707F49-D06B-9B35-04CA-7CCB468966DF}"/>
              </a:ext>
            </a:extLst>
          </p:cNvPr>
          <p:cNvCxnSpPr/>
          <p:nvPr/>
        </p:nvCxnSpPr>
        <p:spPr>
          <a:xfrm>
            <a:off x="2946400" y="2599267"/>
            <a:ext cx="38946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直線單箭頭接點 201">
            <a:extLst>
              <a:ext uri="{FF2B5EF4-FFF2-40B4-BE49-F238E27FC236}">
                <a16:creationId xmlns:a16="http://schemas.microsoft.com/office/drawing/2014/main" id="{2600A5A3-7E37-91A5-01FF-D9FAA0F03D4A}"/>
              </a:ext>
            </a:extLst>
          </p:cNvPr>
          <p:cNvCxnSpPr>
            <a:cxnSpLocks/>
          </p:cNvCxnSpPr>
          <p:nvPr/>
        </p:nvCxnSpPr>
        <p:spPr>
          <a:xfrm>
            <a:off x="5684519" y="2599267"/>
            <a:ext cx="52154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直線單箭頭接點 210">
            <a:extLst>
              <a:ext uri="{FF2B5EF4-FFF2-40B4-BE49-F238E27FC236}">
                <a16:creationId xmlns:a16="http://schemas.microsoft.com/office/drawing/2014/main" id="{5B6BC369-CF77-7825-FB82-8D96ADE1C0E2}"/>
              </a:ext>
            </a:extLst>
          </p:cNvPr>
          <p:cNvCxnSpPr>
            <a:cxnSpLocks/>
          </p:cNvCxnSpPr>
          <p:nvPr/>
        </p:nvCxnSpPr>
        <p:spPr>
          <a:xfrm>
            <a:off x="5684519" y="4533900"/>
            <a:ext cx="521548" cy="1270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4" name="直線單箭頭接點 213">
            <a:extLst>
              <a:ext uri="{FF2B5EF4-FFF2-40B4-BE49-F238E27FC236}">
                <a16:creationId xmlns:a16="http://schemas.microsoft.com/office/drawing/2014/main" id="{22AA7D55-4C61-FBD4-FE40-07A053899113}"/>
              </a:ext>
            </a:extLst>
          </p:cNvPr>
          <p:cNvCxnSpPr>
            <a:cxnSpLocks/>
            <a:stCxn id="66" idx="3"/>
          </p:cNvCxnSpPr>
          <p:nvPr/>
        </p:nvCxnSpPr>
        <p:spPr>
          <a:xfrm>
            <a:off x="5684519" y="3563893"/>
            <a:ext cx="521548" cy="54406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710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9D35F-BF8D-D379-9D9D-5DAD4D5C2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217587-F588-310C-72CC-71F99CE4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b="1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資料庫架構</a:t>
            </a:r>
            <a:r>
              <a:rPr lang="zh-TW" b="1" noProof="1"/>
              <a:t>・</a:t>
            </a:r>
            <a:r>
              <a:rPr lang="zh-TW" b="1" noProof="1">
                <a:latin typeface="微軟正黑體" panose="020B0604030504040204" pitchFamily="34" charset="-120"/>
                <a:ea typeface="微軟正黑體" panose="020B0604030504040204" pitchFamily="34" charset="-120"/>
              </a:rPr>
              <a:t>3層架構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7A59DD-EDA2-5158-DB40-C62BF0E87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CBCEC-EDD7-42DC-9748-7A4B88136F35}" type="slidenum">
              <a:rPr lang="en-US" altLang="zh-TW" noProof="1" smtClean="0"/>
              <a:pPr/>
              <a:t>24</a:t>
            </a:fld>
            <a:endParaRPr lang="zh-TW" noProof="1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540F41E3-6C6E-81D7-239F-F9BB64DA4A8C}"/>
              </a:ext>
            </a:extLst>
          </p:cNvPr>
          <p:cNvSpPr>
            <a:spLocks/>
          </p:cNvSpPr>
          <p:nvPr/>
        </p:nvSpPr>
        <p:spPr>
          <a:xfrm>
            <a:off x="817822" y="2382445"/>
            <a:ext cx="6150419" cy="178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1000" b="1" noProof="1">
                <a:solidFill>
                  <a:srgbClr val="6B7A99"/>
                </a:solidFill>
              </a:rPr>
              <a:t>層二・業者屬性子表　＋　方案主表</a:t>
            </a:r>
            <a:endParaRPr lang="zh-TW" sz="1000" noProof="1"/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AC518ED4-732D-2DBC-740C-D4B1365B6C52}"/>
              </a:ext>
            </a:extLst>
          </p:cNvPr>
          <p:cNvSpPr>
            <a:spLocks/>
          </p:cNvSpPr>
          <p:nvPr/>
        </p:nvSpPr>
        <p:spPr>
          <a:xfrm>
            <a:off x="5536871" y="4215893"/>
            <a:ext cx="5591290" cy="178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sz="800" b="1" noProof="1">
                <a:solidFill>
                  <a:srgbClr val="6B7A99"/>
                </a:solidFill>
              </a:rPr>
              <a:t>層三・方案延伸子表</a:t>
            </a:r>
            <a:endParaRPr lang="zh-TW" sz="800" noProof="1"/>
          </a:p>
        </p:txBody>
      </p:sp>
      <p:sp>
        <p:nvSpPr>
          <p:cNvPr id="59" name="Shape 7">
            <a:extLst>
              <a:ext uri="{FF2B5EF4-FFF2-40B4-BE49-F238E27FC236}">
                <a16:creationId xmlns:a16="http://schemas.microsoft.com/office/drawing/2014/main" id="{E112B8C8-9E86-AC56-9421-A24B134AD0F7}"/>
              </a:ext>
            </a:extLst>
          </p:cNvPr>
          <p:cNvSpPr>
            <a:spLocks/>
          </p:cNvSpPr>
          <p:nvPr/>
        </p:nvSpPr>
        <p:spPr>
          <a:xfrm>
            <a:off x="817822" y="1510204"/>
            <a:ext cx="10556355" cy="782781"/>
          </a:xfrm>
          <a:prstGeom prst="roundRect">
            <a:avLst>
              <a:gd name="adj" fmla="val 11429"/>
            </a:avLst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800" noProof="1"/>
          </a:p>
        </p:txBody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050F1C53-76AA-E1E4-2D93-2A68B14CE6C7}"/>
              </a:ext>
            </a:extLst>
          </p:cNvPr>
          <p:cNvSpPr>
            <a:spLocks/>
          </p:cNvSpPr>
          <p:nvPr/>
        </p:nvSpPr>
        <p:spPr>
          <a:xfrm>
            <a:off x="929648" y="1577299"/>
            <a:ext cx="10332703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100" b="1" noProof="1">
                <a:solidFill>
                  <a:srgbClr val="0C447C"/>
                </a:solidFill>
              </a:rPr>
              <a:t>業者  Companies</a:t>
            </a:r>
            <a:endParaRPr lang="zh-TW" sz="1100" noProof="1"/>
          </a:p>
        </p:txBody>
      </p:sp>
      <p:sp>
        <p:nvSpPr>
          <p:cNvPr id="61" name="Text 9">
            <a:extLst>
              <a:ext uri="{FF2B5EF4-FFF2-40B4-BE49-F238E27FC236}">
                <a16:creationId xmlns:a16="http://schemas.microsoft.com/office/drawing/2014/main" id="{BB0B84A7-B2E0-89B2-C85B-AEA2A5F59060}"/>
              </a:ext>
            </a:extLst>
          </p:cNvPr>
          <p:cNvSpPr>
            <a:spLocks/>
          </p:cNvSpPr>
          <p:nvPr/>
        </p:nvSpPr>
        <p:spPr>
          <a:xfrm>
            <a:off x="929648" y="1789768"/>
            <a:ext cx="10332703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noProof="1">
                <a:solidFill>
                  <a:srgbClr val="185FA5"/>
                </a:solidFill>
              </a:rPr>
              <a:t>主鍵：統一編號（company_id）</a:t>
            </a:r>
            <a:endParaRPr lang="zh-TW" sz="1000" noProof="1"/>
          </a:p>
        </p:txBody>
      </p:sp>
      <p:sp>
        <p:nvSpPr>
          <p:cNvPr id="62" name="Shape 10">
            <a:extLst>
              <a:ext uri="{FF2B5EF4-FFF2-40B4-BE49-F238E27FC236}">
                <a16:creationId xmlns:a16="http://schemas.microsoft.com/office/drawing/2014/main" id="{50738653-363E-1941-FDB8-1AAAEAD37DE8}"/>
              </a:ext>
            </a:extLst>
          </p:cNvPr>
          <p:cNvSpPr>
            <a:spLocks/>
          </p:cNvSpPr>
          <p:nvPr/>
        </p:nvSpPr>
        <p:spPr>
          <a:xfrm>
            <a:off x="929648" y="2032717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DE43FDC4-6812-ADA1-5521-A08D9D927849}"/>
              </a:ext>
            </a:extLst>
          </p:cNvPr>
          <p:cNvSpPr>
            <a:spLocks/>
          </p:cNvSpPr>
          <p:nvPr/>
        </p:nvSpPr>
        <p:spPr>
          <a:xfrm>
            <a:off x="929648" y="2032717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公司名稱</a:t>
            </a:r>
            <a:endParaRPr lang="zh-TW" sz="900" noProof="1"/>
          </a:p>
        </p:txBody>
      </p:sp>
      <p:sp>
        <p:nvSpPr>
          <p:cNvPr id="64" name="Shape 12">
            <a:extLst>
              <a:ext uri="{FF2B5EF4-FFF2-40B4-BE49-F238E27FC236}">
                <a16:creationId xmlns:a16="http://schemas.microsoft.com/office/drawing/2014/main" id="{6431C929-6F6A-CE66-0C53-8731A0EE4940}"/>
              </a:ext>
            </a:extLst>
          </p:cNvPr>
          <p:cNvSpPr>
            <a:spLocks/>
          </p:cNvSpPr>
          <p:nvPr/>
        </p:nvSpPr>
        <p:spPr>
          <a:xfrm>
            <a:off x="1531270" y="2032717"/>
            <a:ext cx="637407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65" name="Text 13">
            <a:extLst>
              <a:ext uri="{FF2B5EF4-FFF2-40B4-BE49-F238E27FC236}">
                <a16:creationId xmlns:a16="http://schemas.microsoft.com/office/drawing/2014/main" id="{4629D51A-F084-8930-AF0B-3D56637D6D2B}"/>
              </a:ext>
            </a:extLst>
          </p:cNvPr>
          <p:cNvSpPr>
            <a:spLocks/>
          </p:cNvSpPr>
          <p:nvPr/>
        </p:nvSpPr>
        <p:spPr>
          <a:xfrm>
            <a:off x="1531270" y="2032717"/>
            <a:ext cx="637407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地區/縣市</a:t>
            </a:r>
            <a:endParaRPr lang="zh-TW" sz="900" noProof="1"/>
          </a:p>
        </p:txBody>
      </p:sp>
      <p:sp>
        <p:nvSpPr>
          <p:cNvPr id="66" name="Shape 14">
            <a:extLst>
              <a:ext uri="{FF2B5EF4-FFF2-40B4-BE49-F238E27FC236}">
                <a16:creationId xmlns:a16="http://schemas.microsoft.com/office/drawing/2014/main" id="{C1BAF386-A9C0-3619-9515-66332301B98B}"/>
              </a:ext>
            </a:extLst>
          </p:cNvPr>
          <p:cNvSpPr>
            <a:spLocks/>
          </p:cNvSpPr>
          <p:nvPr/>
        </p:nvSpPr>
        <p:spPr>
          <a:xfrm>
            <a:off x="2224590" y="2032717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67" name="Text 15">
            <a:extLst>
              <a:ext uri="{FF2B5EF4-FFF2-40B4-BE49-F238E27FC236}">
                <a16:creationId xmlns:a16="http://schemas.microsoft.com/office/drawing/2014/main" id="{DD661A40-E9F4-BA36-E174-C5B08A57D2DC}"/>
              </a:ext>
            </a:extLst>
          </p:cNvPr>
          <p:cNvSpPr>
            <a:spLocks/>
          </p:cNvSpPr>
          <p:nvPr/>
        </p:nvSpPr>
        <p:spPr>
          <a:xfrm>
            <a:off x="2224590" y="2032717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是否新創</a:t>
            </a:r>
            <a:endParaRPr lang="zh-TW" sz="900" noProof="1"/>
          </a:p>
        </p:txBody>
      </p:sp>
      <p:sp>
        <p:nvSpPr>
          <p:cNvPr id="68" name="Shape 16">
            <a:extLst>
              <a:ext uri="{FF2B5EF4-FFF2-40B4-BE49-F238E27FC236}">
                <a16:creationId xmlns:a16="http://schemas.microsoft.com/office/drawing/2014/main" id="{F3F9D84A-F10D-8AE0-6324-EADE4DA416CB}"/>
              </a:ext>
            </a:extLst>
          </p:cNvPr>
          <p:cNvSpPr>
            <a:spLocks/>
          </p:cNvSpPr>
          <p:nvPr/>
        </p:nvSpPr>
        <p:spPr>
          <a:xfrm>
            <a:off x="2826213" y="2032717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69" name="Text 17">
            <a:extLst>
              <a:ext uri="{FF2B5EF4-FFF2-40B4-BE49-F238E27FC236}">
                <a16:creationId xmlns:a16="http://schemas.microsoft.com/office/drawing/2014/main" id="{76127E3E-1FB4-8282-8D4B-D3A3004DAF58}"/>
              </a:ext>
            </a:extLst>
          </p:cNvPr>
          <p:cNvSpPr>
            <a:spLocks/>
          </p:cNvSpPr>
          <p:nvPr/>
        </p:nvSpPr>
        <p:spPr>
          <a:xfrm>
            <a:off x="2826213" y="2032717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員工規模</a:t>
            </a:r>
            <a:endParaRPr lang="zh-TW" sz="900" noProof="1"/>
          </a:p>
        </p:txBody>
      </p:sp>
      <p:sp>
        <p:nvSpPr>
          <p:cNvPr id="70" name="Shape 18">
            <a:extLst>
              <a:ext uri="{FF2B5EF4-FFF2-40B4-BE49-F238E27FC236}">
                <a16:creationId xmlns:a16="http://schemas.microsoft.com/office/drawing/2014/main" id="{B6A4AD60-EF30-6DF5-BAA4-A77B0A24D789}"/>
              </a:ext>
            </a:extLst>
          </p:cNvPr>
          <p:cNvSpPr>
            <a:spLocks/>
          </p:cNvSpPr>
          <p:nvPr/>
        </p:nvSpPr>
        <p:spPr>
          <a:xfrm>
            <a:off x="3427837" y="2032717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71" name="Text 19">
            <a:extLst>
              <a:ext uri="{FF2B5EF4-FFF2-40B4-BE49-F238E27FC236}">
                <a16:creationId xmlns:a16="http://schemas.microsoft.com/office/drawing/2014/main" id="{9C25DC33-7C1F-010D-F392-4347C696E883}"/>
              </a:ext>
            </a:extLst>
          </p:cNvPr>
          <p:cNvSpPr>
            <a:spLocks/>
          </p:cNvSpPr>
          <p:nvPr/>
        </p:nvSpPr>
        <p:spPr>
          <a:xfrm>
            <a:off x="3427837" y="2032717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認證</a:t>
            </a:r>
            <a:endParaRPr lang="zh-TW" sz="900" noProof="1"/>
          </a:p>
        </p:txBody>
      </p:sp>
      <p:sp>
        <p:nvSpPr>
          <p:cNvPr id="72" name="Shape 20">
            <a:extLst>
              <a:ext uri="{FF2B5EF4-FFF2-40B4-BE49-F238E27FC236}">
                <a16:creationId xmlns:a16="http://schemas.microsoft.com/office/drawing/2014/main" id="{99D8A7D2-892B-AB50-3829-441A9E46E882}"/>
              </a:ext>
            </a:extLst>
          </p:cNvPr>
          <p:cNvSpPr>
            <a:spLocks/>
          </p:cNvSpPr>
          <p:nvPr/>
        </p:nvSpPr>
        <p:spPr>
          <a:xfrm>
            <a:off x="4029459" y="2032717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73" name="Text 21">
            <a:extLst>
              <a:ext uri="{FF2B5EF4-FFF2-40B4-BE49-F238E27FC236}">
                <a16:creationId xmlns:a16="http://schemas.microsoft.com/office/drawing/2014/main" id="{800079CB-C9B3-1BF0-5562-E47AC1C42B42}"/>
              </a:ext>
            </a:extLst>
          </p:cNvPr>
          <p:cNvSpPr>
            <a:spLocks/>
          </p:cNvSpPr>
          <p:nvPr/>
        </p:nvSpPr>
        <p:spPr>
          <a:xfrm>
            <a:off x="4029459" y="2032717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公司規模</a:t>
            </a:r>
            <a:endParaRPr lang="zh-TW" sz="900" noProof="1"/>
          </a:p>
        </p:txBody>
      </p:sp>
      <p:sp>
        <p:nvSpPr>
          <p:cNvPr id="74" name="Shape 22">
            <a:extLst>
              <a:ext uri="{FF2B5EF4-FFF2-40B4-BE49-F238E27FC236}">
                <a16:creationId xmlns:a16="http://schemas.microsoft.com/office/drawing/2014/main" id="{74CBD685-B2A1-F1AC-2043-868EF5E43FBC}"/>
              </a:ext>
            </a:extLst>
          </p:cNvPr>
          <p:cNvSpPr>
            <a:spLocks/>
          </p:cNvSpPr>
          <p:nvPr/>
        </p:nvSpPr>
        <p:spPr>
          <a:xfrm>
            <a:off x="4631082" y="2032717"/>
            <a:ext cx="1004195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7C3C64FD-342C-FA1C-0CA4-58C7B532F9B4}"/>
              </a:ext>
            </a:extLst>
          </p:cNvPr>
          <p:cNvSpPr>
            <a:spLocks/>
          </p:cNvSpPr>
          <p:nvPr/>
        </p:nvSpPr>
        <p:spPr>
          <a:xfrm>
            <a:off x="4631082" y="2032717"/>
            <a:ext cx="1004195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0C447C"/>
                </a:solidFill>
              </a:rPr>
              <a:t>技術標籤 (例如AI SaaS)</a:t>
            </a:r>
            <a:endParaRPr lang="zh-TW" sz="700" noProof="1"/>
          </a:p>
        </p:txBody>
      </p:sp>
      <p:sp>
        <p:nvSpPr>
          <p:cNvPr id="76" name="Shape 24">
            <a:extLst>
              <a:ext uri="{FF2B5EF4-FFF2-40B4-BE49-F238E27FC236}">
                <a16:creationId xmlns:a16="http://schemas.microsoft.com/office/drawing/2014/main" id="{2ADA1DDF-7ED4-B76C-1692-05AB0B9D8034}"/>
              </a:ext>
            </a:extLst>
          </p:cNvPr>
          <p:cNvSpPr>
            <a:spLocks/>
          </p:cNvSpPr>
          <p:nvPr/>
        </p:nvSpPr>
        <p:spPr>
          <a:xfrm>
            <a:off x="5691190" y="2032717"/>
            <a:ext cx="820802" cy="167739"/>
          </a:xfrm>
          <a:prstGeom prst="roundRect">
            <a:avLst>
              <a:gd name="adj" fmla="val 40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77" name="Text 25">
            <a:extLst>
              <a:ext uri="{FF2B5EF4-FFF2-40B4-BE49-F238E27FC236}">
                <a16:creationId xmlns:a16="http://schemas.microsoft.com/office/drawing/2014/main" id="{EA0E0EDD-0A4A-2FBB-4CE3-6E066CE9FD66}"/>
              </a:ext>
            </a:extLst>
          </p:cNvPr>
          <p:cNvSpPr>
            <a:spLocks/>
          </p:cNvSpPr>
          <p:nvPr/>
        </p:nvSpPr>
        <p:spPr>
          <a:xfrm>
            <a:off x="5691190" y="2032717"/>
            <a:ext cx="820802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C447C"/>
                </a:solidFill>
              </a:rPr>
              <a:t>聯絡方式</a:t>
            </a:r>
            <a:endParaRPr lang="zh-TW" sz="900" noProof="1"/>
          </a:p>
        </p:txBody>
      </p:sp>
      <p:sp>
        <p:nvSpPr>
          <p:cNvPr id="78" name="Shape 26">
            <a:extLst>
              <a:ext uri="{FF2B5EF4-FFF2-40B4-BE49-F238E27FC236}">
                <a16:creationId xmlns:a16="http://schemas.microsoft.com/office/drawing/2014/main" id="{5C7CF2F9-7849-1E87-EE9F-BE7804589928}"/>
              </a:ext>
            </a:extLst>
          </p:cNvPr>
          <p:cNvSpPr>
            <a:spLocks/>
          </p:cNvSpPr>
          <p:nvPr/>
        </p:nvSpPr>
        <p:spPr>
          <a:xfrm>
            <a:off x="10591396" y="2069333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79" name="Text 27">
            <a:extLst>
              <a:ext uri="{FF2B5EF4-FFF2-40B4-BE49-F238E27FC236}">
                <a16:creationId xmlns:a16="http://schemas.microsoft.com/office/drawing/2014/main" id="{CCA0467E-AD8D-A927-1E3D-54315BC0CA00}"/>
              </a:ext>
            </a:extLst>
          </p:cNvPr>
          <p:cNvSpPr>
            <a:spLocks/>
          </p:cNvSpPr>
          <p:nvPr/>
        </p:nvSpPr>
        <p:spPr>
          <a:xfrm>
            <a:off x="10591396" y="2069333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00" b="1" noProof="1">
                <a:solidFill>
                  <a:srgbClr val="E6F1FB"/>
                </a:solidFill>
              </a:rPr>
              <a:t>834 筆</a:t>
            </a:r>
            <a:endParaRPr lang="zh-TW" sz="1000" noProof="1"/>
          </a:p>
        </p:txBody>
      </p:sp>
      <p:sp>
        <p:nvSpPr>
          <p:cNvPr id="80" name="Shape 28">
            <a:extLst>
              <a:ext uri="{FF2B5EF4-FFF2-40B4-BE49-F238E27FC236}">
                <a16:creationId xmlns:a16="http://schemas.microsoft.com/office/drawing/2014/main" id="{D42C8BEC-4CC0-54EB-7B88-A98BFCCA9CF1}"/>
              </a:ext>
            </a:extLst>
          </p:cNvPr>
          <p:cNvSpPr>
            <a:spLocks/>
          </p:cNvSpPr>
          <p:nvPr/>
        </p:nvSpPr>
        <p:spPr>
          <a:xfrm>
            <a:off x="6062452" y="2292985"/>
            <a:ext cx="0" cy="78278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81" name="Shape 29">
            <a:extLst>
              <a:ext uri="{FF2B5EF4-FFF2-40B4-BE49-F238E27FC236}">
                <a16:creationId xmlns:a16="http://schemas.microsoft.com/office/drawing/2014/main" id="{7D259737-F249-EE1C-0DC1-68A19862DFAE}"/>
              </a:ext>
            </a:extLst>
          </p:cNvPr>
          <p:cNvSpPr>
            <a:spLocks/>
          </p:cNvSpPr>
          <p:nvPr/>
        </p:nvSpPr>
        <p:spPr>
          <a:xfrm>
            <a:off x="1779524" y="2371263"/>
            <a:ext cx="7592971" cy="0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82" name="Shape 30">
            <a:extLst>
              <a:ext uri="{FF2B5EF4-FFF2-40B4-BE49-F238E27FC236}">
                <a16:creationId xmlns:a16="http://schemas.microsoft.com/office/drawing/2014/main" id="{842960A3-6233-8FB7-CB2A-52BAFCAE63F8}"/>
              </a:ext>
            </a:extLst>
          </p:cNvPr>
          <p:cNvSpPr>
            <a:spLocks/>
          </p:cNvSpPr>
          <p:nvPr/>
        </p:nvSpPr>
        <p:spPr>
          <a:xfrm>
            <a:off x="1779524" y="2371263"/>
            <a:ext cx="0" cy="212469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83" name="Shape 31">
            <a:extLst>
              <a:ext uri="{FF2B5EF4-FFF2-40B4-BE49-F238E27FC236}">
                <a16:creationId xmlns:a16="http://schemas.microsoft.com/office/drawing/2014/main" id="{4771E9AD-6F05-A39D-758E-2BB6C25BBC2F}"/>
              </a:ext>
            </a:extLst>
          </p:cNvPr>
          <p:cNvSpPr>
            <a:spLocks/>
          </p:cNvSpPr>
          <p:nvPr/>
        </p:nvSpPr>
        <p:spPr>
          <a:xfrm>
            <a:off x="817822" y="2583732"/>
            <a:ext cx="1923404" cy="1543196"/>
          </a:xfrm>
          <a:prstGeom prst="roundRect">
            <a:avLst>
              <a:gd name="adj" fmla="val 5797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800" noProof="1"/>
          </a:p>
        </p:txBody>
      </p:sp>
      <p:sp>
        <p:nvSpPr>
          <p:cNvPr id="84" name="Text 32">
            <a:extLst>
              <a:ext uri="{FF2B5EF4-FFF2-40B4-BE49-F238E27FC236}">
                <a16:creationId xmlns:a16="http://schemas.microsoft.com/office/drawing/2014/main" id="{2D813AA5-2578-1268-1FC4-299AA797A394}"/>
              </a:ext>
            </a:extLst>
          </p:cNvPr>
          <p:cNvSpPr>
            <a:spLocks/>
          </p:cNvSpPr>
          <p:nvPr/>
        </p:nvSpPr>
        <p:spPr>
          <a:xfrm>
            <a:off x="929648" y="2650827"/>
            <a:ext cx="1699752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100" b="1" noProof="1">
                <a:solidFill>
                  <a:srgbClr val="085041"/>
                </a:solidFill>
              </a:rPr>
              <a:t>聯絡人  Contacts</a:t>
            </a:r>
            <a:endParaRPr lang="zh-TW" sz="1100" noProof="1"/>
          </a:p>
        </p:txBody>
      </p:sp>
      <p:sp>
        <p:nvSpPr>
          <p:cNvPr id="85" name="Text 33">
            <a:extLst>
              <a:ext uri="{FF2B5EF4-FFF2-40B4-BE49-F238E27FC236}">
                <a16:creationId xmlns:a16="http://schemas.microsoft.com/office/drawing/2014/main" id="{FAA0AFFF-088F-8B5B-C14F-437CB3D4E65C}"/>
              </a:ext>
            </a:extLst>
          </p:cNvPr>
          <p:cNvSpPr>
            <a:spLocks/>
          </p:cNvSpPr>
          <p:nvPr/>
        </p:nvSpPr>
        <p:spPr>
          <a:xfrm>
            <a:off x="929648" y="2885661"/>
            <a:ext cx="1699752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noProof="1">
                <a:solidFill>
                  <a:srgbClr val="0F6E56"/>
                </a:solidFill>
              </a:rPr>
              <a:t>FK: company_id</a:t>
            </a:r>
            <a:endParaRPr lang="zh-TW" sz="1000" noProof="1"/>
          </a:p>
        </p:txBody>
      </p:sp>
      <p:sp>
        <p:nvSpPr>
          <p:cNvPr id="86" name="Shape 34">
            <a:extLst>
              <a:ext uri="{FF2B5EF4-FFF2-40B4-BE49-F238E27FC236}">
                <a16:creationId xmlns:a16="http://schemas.microsoft.com/office/drawing/2014/main" id="{D825F6EA-9488-D01B-FEA5-0D42E0785F5A}"/>
              </a:ext>
            </a:extLst>
          </p:cNvPr>
          <p:cNvSpPr>
            <a:spLocks/>
          </p:cNvSpPr>
          <p:nvPr/>
        </p:nvSpPr>
        <p:spPr>
          <a:xfrm>
            <a:off x="927410" y="3142861"/>
            <a:ext cx="362316" cy="167739"/>
          </a:xfrm>
          <a:prstGeom prst="roundRect">
            <a:avLst>
              <a:gd name="adj" fmla="val 40000"/>
            </a:avLst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87" name="Text 35">
            <a:extLst>
              <a:ext uri="{FF2B5EF4-FFF2-40B4-BE49-F238E27FC236}">
                <a16:creationId xmlns:a16="http://schemas.microsoft.com/office/drawing/2014/main" id="{5DCC34B8-2A4D-F1FB-3970-C17396350D6A}"/>
              </a:ext>
            </a:extLst>
          </p:cNvPr>
          <p:cNvSpPr>
            <a:spLocks/>
          </p:cNvSpPr>
          <p:nvPr/>
        </p:nvSpPr>
        <p:spPr>
          <a:xfrm>
            <a:off x="927410" y="3142861"/>
            <a:ext cx="362316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85041"/>
                </a:solidFill>
              </a:rPr>
              <a:t>姓名</a:t>
            </a:r>
            <a:endParaRPr lang="zh-TW" sz="900" noProof="1"/>
          </a:p>
        </p:txBody>
      </p:sp>
      <p:sp>
        <p:nvSpPr>
          <p:cNvPr id="88" name="Shape 36">
            <a:extLst>
              <a:ext uri="{FF2B5EF4-FFF2-40B4-BE49-F238E27FC236}">
                <a16:creationId xmlns:a16="http://schemas.microsoft.com/office/drawing/2014/main" id="{E1DC08D5-B70C-80A4-BECC-FFD71DAC0DF0}"/>
              </a:ext>
            </a:extLst>
          </p:cNvPr>
          <p:cNvSpPr>
            <a:spLocks/>
          </p:cNvSpPr>
          <p:nvPr/>
        </p:nvSpPr>
        <p:spPr>
          <a:xfrm>
            <a:off x="1345639" y="3142861"/>
            <a:ext cx="362316" cy="167739"/>
          </a:xfrm>
          <a:prstGeom prst="roundRect">
            <a:avLst>
              <a:gd name="adj" fmla="val 40000"/>
            </a:avLst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89" name="Text 37">
            <a:extLst>
              <a:ext uri="{FF2B5EF4-FFF2-40B4-BE49-F238E27FC236}">
                <a16:creationId xmlns:a16="http://schemas.microsoft.com/office/drawing/2014/main" id="{DB0D48C0-B048-D93A-E979-79F6BEDB77E7}"/>
              </a:ext>
            </a:extLst>
          </p:cNvPr>
          <p:cNvSpPr>
            <a:spLocks/>
          </p:cNvSpPr>
          <p:nvPr/>
        </p:nvSpPr>
        <p:spPr>
          <a:xfrm>
            <a:off x="1345639" y="3142861"/>
            <a:ext cx="362316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85041"/>
                </a:solidFill>
              </a:rPr>
              <a:t>職稱</a:t>
            </a:r>
            <a:endParaRPr lang="zh-TW" sz="900" noProof="1"/>
          </a:p>
        </p:txBody>
      </p:sp>
      <p:sp>
        <p:nvSpPr>
          <p:cNvPr id="90" name="Shape 38">
            <a:extLst>
              <a:ext uri="{FF2B5EF4-FFF2-40B4-BE49-F238E27FC236}">
                <a16:creationId xmlns:a16="http://schemas.microsoft.com/office/drawing/2014/main" id="{BCA15AF1-EB6F-5DBC-E59A-3DF666E1E9E3}"/>
              </a:ext>
            </a:extLst>
          </p:cNvPr>
          <p:cNvSpPr>
            <a:spLocks/>
          </p:cNvSpPr>
          <p:nvPr/>
        </p:nvSpPr>
        <p:spPr>
          <a:xfrm>
            <a:off x="1763866" y="3142861"/>
            <a:ext cx="637407" cy="167739"/>
          </a:xfrm>
          <a:prstGeom prst="roundRect">
            <a:avLst>
              <a:gd name="adj" fmla="val 40000"/>
            </a:avLst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91" name="Text 39">
            <a:extLst>
              <a:ext uri="{FF2B5EF4-FFF2-40B4-BE49-F238E27FC236}">
                <a16:creationId xmlns:a16="http://schemas.microsoft.com/office/drawing/2014/main" id="{627BC979-326B-8041-247D-2B06E0BBC684}"/>
              </a:ext>
            </a:extLst>
          </p:cNvPr>
          <p:cNvSpPr>
            <a:spLocks/>
          </p:cNvSpPr>
          <p:nvPr/>
        </p:nvSpPr>
        <p:spPr>
          <a:xfrm>
            <a:off x="1763866" y="3142861"/>
            <a:ext cx="637407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85041"/>
                </a:solidFill>
              </a:rPr>
              <a:t>Email</a:t>
            </a:r>
            <a:endParaRPr lang="zh-TW" sz="900" noProof="1"/>
          </a:p>
        </p:txBody>
      </p:sp>
      <p:sp>
        <p:nvSpPr>
          <p:cNvPr id="92" name="Shape 40">
            <a:extLst>
              <a:ext uri="{FF2B5EF4-FFF2-40B4-BE49-F238E27FC236}">
                <a16:creationId xmlns:a16="http://schemas.microsoft.com/office/drawing/2014/main" id="{9346C0AD-A75B-38E2-FCDE-5F74A68013FC}"/>
              </a:ext>
            </a:extLst>
          </p:cNvPr>
          <p:cNvSpPr>
            <a:spLocks/>
          </p:cNvSpPr>
          <p:nvPr/>
        </p:nvSpPr>
        <p:spPr>
          <a:xfrm>
            <a:off x="927410" y="3344148"/>
            <a:ext cx="362316" cy="167739"/>
          </a:xfrm>
          <a:prstGeom prst="roundRect">
            <a:avLst>
              <a:gd name="adj" fmla="val 40000"/>
            </a:avLst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93" name="Text 41">
            <a:extLst>
              <a:ext uri="{FF2B5EF4-FFF2-40B4-BE49-F238E27FC236}">
                <a16:creationId xmlns:a16="http://schemas.microsoft.com/office/drawing/2014/main" id="{ED217706-DF43-5294-58C7-7EC645C16A62}"/>
              </a:ext>
            </a:extLst>
          </p:cNvPr>
          <p:cNvSpPr>
            <a:spLocks/>
          </p:cNvSpPr>
          <p:nvPr/>
        </p:nvSpPr>
        <p:spPr>
          <a:xfrm>
            <a:off x="927410" y="3344148"/>
            <a:ext cx="362316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085041"/>
                </a:solidFill>
              </a:rPr>
              <a:t>電話</a:t>
            </a:r>
            <a:endParaRPr lang="zh-TW" sz="900" noProof="1"/>
          </a:p>
        </p:txBody>
      </p:sp>
      <p:sp>
        <p:nvSpPr>
          <p:cNvPr id="94" name="Shape 42">
            <a:extLst>
              <a:ext uri="{FF2B5EF4-FFF2-40B4-BE49-F238E27FC236}">
                <a16:creationId xmlns:a16="http://schemas.microsoft.com/office/drawing/2014/main" id="{758FC06F-8425-C2B3-9720-0FB9562F0A0C}"/>
              </a:ext>
            </a:extLst>
          </p:cNvPr>
          <p:cNvSpPr>
            <a:spLocks/>
          </p:cNvSpPr>
          <p:nvPr/>
        </p:nvSpPr>
        <p:spPr>
          <a:xfrm>
            <a:off x="1958445" y="3903276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95" name="Text 43">
            <a:extLst>
              <a:ext uri="{FF2B5EF4-FFF2-40B4-BE49-F238E27FC236}">
                <a16:creationId xmlns:a16="http://schemas.microsoft.com/office/drawing/2014/main" id="{12F7651D-2748-AC32-726D-E38F1B1C5815}"/>
              </a:ext>
            </a:extLst>
          </p:cNvPr>
          <p:cNvSpPr>
            <a:spLocks/>
          </p:cNvSpPr>
          <p:nvPr/>
        </p:nvSpPr>
        <p:spPr>
          <a:xfrm>
            <a:off x="1958445" y="3903276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00" b="1" noProof="1">
                <a:solidFill>
                  <a:srgbClr val="E1F5EE"/>
                </a:solidFill>
              </a:rPr>
              <a:t>500 筆</a:t>
            </a:r>
            <a:endParaRPr lang="zh-TW" sz="1000" noProof="1"/>
          </a:p>
        </p:txBody>
      </p:sp>
      <p:sp>
        <p:nvSpPr>
          <p:cNvPr id="96" name="Shape 44">
            <a:extLst>
              <a:ext uri="{FF2B5EF4-FFF2-40B4-BE49-F238E27FC236}">
                <a16:creationId xmlns:a16="http://schemas.microsoft.com/office/drawing/2014/main" id="{85110F98-5A71-8CDB-5E9F-2A32FEACF072}"/>
              </a:ext>
            </a:extLst>
          </p:cNvPr>
          <p:cNvSpPr>
            <a:spLocks/>
          </p:cNvSpPr>
          <p:nvPr/>
        </p:nvSpPr>
        <p:spPr>
          <a:xfrm>
            <a:off x="3792388" y="2371263"/>
            <a:ext cx="0" cy="212469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97" name="Shape 45">
            <a:extLst>
              <a:ext uri="{FF2B5EF4-FFF2-40B4-BE49-F238E27FC236}">
                <a16:creationId xmlns:a16="http://schemas.microsoft.com/office/drawing/2014/main" id="{9B0ADB5F-9BB4-8BAB-18E2-FDE64FDF6293}"/>
              </a:ext>
            </a:extLst>
          </p:cNvPr>
          <p:cNvSpPr>
            <a:spLocks/>
          </p:cNvSpPr>
          <p:nvPr/>
        </p:nvSpPr>
        <p:spPr>
          <a:xfrm>
            <a:off x="2830686" y="2583732"/>
            <a:ext cx="1923404" cy="1543196"/>
          </a:xfrm>
          <a:prstGeom prst="roundRect">
            <a:avLst>
              <a:gd name="adj" fmla="val 5797"/>
            </a:avLst>
          </a:prstGeom>
          <a:solidFill>
            <a:srgbClr val="FAEEDA"/>
          </a:solidFill>
          <a:ln w="12700">
            <a:solidFill>
              <a:srgbClr val="FAC77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800" noProof="1"/>
          </a:p>
        </p:txBody>
      </p:sp>
      <p:sp>
        <p:nvSpPr>
          <p:cNvPr id="98" name="Text 46">
            <a:extLst>
              <a:ext uri="{FF2B5EF4-FFF2-40B4-BE49-F238E27FC236}">
                <a16:creationId xmlns:a16="http://schemas.microsoft.com/office/drawing/2014/main" id="{30EF2A2B-EEB2-819F-ED83-ABA320BE9D27}"/>
              </a:ext>
            </a:extLst>
          </p:cNvPr>
          <p:cNvSpPr>
            <a:spLocks/>
          </p:cNvSpPr>
          <p:nvPr/>
        </p:nvSpPr>
        <p:spPr>
          <a:xfrm>
            <a:off x="2942512" y="2650827"/>
            <a:ext cx="1699752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100" b="1" noProof="1">
                <a:solidFill>
                  <a:srgbClr val="633806"/>
                </a:solidFill>
              </a:rPr>
              <a:t>得獎  Awards</a:t>
            </a:r>
            <a:endParaRPr lang="zh-TW" sz="1100" noProof="1"/>
          </a:p>
        </p:txBody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8F0C0CC7-EE74-F3BA-1F12-1744EE240C66}"/>
              </a:ext>
            </a:extLst>
          </p:cNvPr>
          <p:cNvSpPr>
            <a:spLocks/>
          </p:cNvSpPr>
          <p:nvPr/>
        </p:nvSpPr>
        <p:spPr>
          <a:xfrm>
            <a:off x="2942512" y="2885661"/>
            <a:ext cx="1699752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noProof="1">
                <a:solidFill>
                  <a:srgbClr val="854F0B"/>
                </a:solidFill>
              </a:rPr>
              <a:t>FK: company_id</a:t>
            </a:r>
            <a:endParaRPr lang="zh-TW" sz="1000" noProof="1"/>
          </a:p>
        </p:txBody>
      </p:sp>
      <p:sp>
        <p:nvSpPr>
          <p:cNvPr id="100" name="Shape 48">
            <a:extLst>
              <a:ext uri="{FF2B5EF4-FFF2-40B4-BE49-F238E27FC236}">
                <a16:creationId xmlns:a16="http://schemas.microsoft.com/office/drawing/2014/main" id="{F40B0271-4E9D-5181-EBC2-5647F16DDB39}"/>
              </a:ext>
            </a:extLst>
          </p:cNvPr>
          <p:cNvSpPr>
            <a:spLocks/>
          </p:cNvSpPr>
          <p:nvPr/>
        </p:nvSpPr>
        <p:spPr>
          <a:xfrm>
            <a:off x="2942512" y="312656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01" name="Text 49">
            <a:extLst>
              <a:ext uri="{FF2B5EF4-FFF2-40B4-BE49-F238E27FC236}">
                <a16:creationId xmlns:a16="http://schemas.microsoft.com/office/drawing/2014/main" id="{811B9422-11E7-97D3-4500-DC3574DDF99F}"/>
              </a:ext>
            </a:extLst>
          </p:cNvPr>
          <p:cNvSpPr>
            <a:spLocks/>
          </p:cNvSpPr>
          <p:nvPr/>
        </p:nvSpPr>
        <p:spPr>
          <a:xfrm>
            <a:off x="2942512" y="312656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633806"/>
                </a:solidFill>
              </a:rPr>
              <a:t>獎項名稱</a:t>
            </a:r>
            <a:endParaRPr lang="zh-TW" sz="900" noProof="1"/>
          </a:p>
        </p:txBody>
      </p:sp>
      <p:sp>
        <p:nvSpPr>
          <p:cNvPr id="102" name="Shape 50">
            <a:extLst>
              <a:ext uri="{FF2B5EF4-FFF2-40B4-BE49-F238E27FC236}">
                <a16:creationId xmlns:a16="http://schemas.microsoft.com/office/drawing/2014/main" id="{87FA3771-047F-D9B9-5859-78EBC1B88115}"/>
              </a:ext>
            </a:extLst>
          </p:cNvPr>
          <p:cNvSpPr>
            <a:spLocks/>
          </p:cNvSpPr>
          <p:nvPr/>
        </p:nvSpPr>
        <p:spPr>
          <a:xfrm>
            <a:off x="3544135" y="312656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03" name="Text 51">
            <a:extLst>
              <a:ext uri="{FF2B5EF4-FFF2-40B4-BE49-F238E27FC236}">
                <a16:creationId xmlns:a16="http://schemas.microsoft.com/office/drawing/2014/main" id="{AE571594-251F-82BA-FA0B-581333F9565D}"/>
              </a:ext>
            </a:extLst>
          </p:cNvPr>
          <p:cNvSpPr>
            <a:spLocks/>
          </p:cNvSpPr>
          <p:nvPr/>
        </p:nvSpPr>
        <p:spPr>
          <a:xfrm>
            <a:off x="3544135" y="312656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633806"/>
                </a:solidFill>
              </a:rPr>
              <a:t>得獎年份</a:t>
            </a:r>
            <a:endParaRPr lang="zh-TW" sz="900" noProof="1"/>
          </a:p>
        </p:txBody>
      </p:sp>
      <p:sp>
        <p:nvSpPr>
          <p:cNvPr id="104" name="Shape 52">
            <a:extLst>
              <a:ext uri="{FF2B5EF4-FFF2-40B4-BE49-F238E27FC236}">
                <a16:creationId xmlns:a16="http://schemas.microsoft.com/office/drawing/2014/main" id="{B8676304-09D7-E939-5892-7C3CC5CFE999}"/>
              </a:ext>
            </a:extLst>
          </p:cNvPr>
          <p:cNvSpPr>
            <a:spLocks/>
          </p:cNvSpPr>
          <p:nvPr/>
        </p:nvSpPr>
        <p:spPr>
          <a:xfrm>
            <a:off x="2942512" y="3327852"/>
            <a:ext cx="1004195" cy="167739"/>
          </a:xfrm>
          <a:prstGeom prst="roundRect">
            <a:avLst>
              <a:gd name="adj" fmla="val 40000"/>
            </a:avLst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05" name="Text 53">
            <a:extLst>
              <a:ext uri="{FF2B5EF4-FFF2-40B4-BE49-F238E27FC236}">
                <a16:creationId xmlns:a16="http://schemas.microsoft.com/office/drawing/2014/main" id="{D3A7AA05-BFF6-1E82-0335-77A41F0B653B}"/>
              </a:ext>
            </a:extLst>
          </p:cNvPr>
          <p:cNvSpPr>
            <a:spLocks/>
          </p:cNvSpPr>
          <p:nvPr/>
        </p:nvSpPr>
        <p:spPr>
          <a:xfrm>
            <a:off x="2942512" y="3327852"/>
            <a:ext cx="1004195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633806"/>
                </a:solidFill>
              </a:rPr>
              <a:t>國際/國家/產業級</a:t>
            </a:r>
            <a:endParaRPr lang="zh-TW" sz="900" noProof="1"/>
          </a:p>
        </p:txBody>
      </p:sp>
      <p:sp>
        <p:nvSpPr>
          <p:cNvPr id="106" name="Shape 54">
            <a:extLst>
              <a:ext uri="{FF2B5EF4-FFF2-40B4-BE49-F238E27FC236}">
                <a16:creationId xmlns:a16="http://schemas.microsoft.com/office/drawing/2014/main" id="{6C910049-AABD-8790-842A-2E028229CF3F}"/>
              </a:ext>
            </a:extLst>
          </p:cNvPr>
          <p:cNvSpPr>
            <a:spLocks/>
          </p:cNvSpPr>
          <p:nvPr/>
        </p:nvSpPr>
        <p:spPr>
          <a:xfrm>
            <a:off x="3971309" y="3903276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07" name="Text 55">
            <a:extLst>
              <a:ext uri="{FF2B5EF4-FFF2-40B4-BE49-F238E27FC236}">
                <a16:creationId xmlns:a16="http://schemas.microsoft.com/office/drawing/2014/main" id="{0A5616CE-D25F-B53A-D61D-FC94F3819ED1}"/>
              </a:ext>
            </a:extLst>
          </p:cNvPr>
          <p:cNvSpPr>
            <a:spLocks/>
          </p:cNvSpPr>
          <p:nvPr/>
        </p:nvSpPr>
        <p:spPr>
          <a:xfrm>
            <a:off x="3971309" y="3903276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00" b="1" noProof="1">
                <a:solidFill>
                  <a:srgbClr val="FAEEDA"/>
                </a:solidFill>
              </a:rPr>
              <a:t>148 筆</a:t>
            </a:r>
            <a:endParaRPr lang="zh-TW" sz="1000" noProof="1"/>
          </a:p>
        </p:txBody>
      </p:sp>
      <p:sp>
        <p:nvSpPr>
          <p:cNvPr id="108" name="Shape 56">
            <a:extLst>
              <a:ext uri="{FF2B5EF4-FFF2-40B4-BE49-F238E27FC236}">
                <a16:creationId xmlns:a16="http://schemas.microsoft.com/office/drawing/2014/main" id="{4BF75A83-A067-7A6D-AC58-54B7223F92F1}"/>
              </a:ext>
            </a:extLst>
          </p:cNvPr>
          <p:cNvSpPr>
            <a:spLocks/>
          </p:cNvSpPr>
          <p:nvPr/>
        </p:nvSpPr>
        <p:spPr>
          <a:xfrm>
            <a:off x="6062452" y="2371263"/>
            <a:ext cx="0" cy="212469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09" name="Shape 57">
            <a:extLst>
              <a:ext uri="{FF2B5EF4-FFF2-40B4-BE49-F238E27FC236}">
                <a16:creationId xmlns:a16="http://schemas.microsoft.com/office/drawing/2014/main" id="{E294C6C0-6748-3E6C-8E00-2B7A158578BE}"/>
              </a:ext>
            </a:extLst>
          </p:cNvPr>
          <p:cNvSpPr>
            <a:spLocks/>
          </p:cNvSpPr>
          <p:nvPr/>
        </p:nvSpPr>
        <p:spPr>
          <a:xfrm>
            <a:off x="4843551" y="2583732"/>
            <a:ext cx="2437802" cy="1543196"/>
          </a:xfrm>
          <a:prstGeom prst="roundRect">
            <a:avLst>
              <a:gd name="adj" fmla="val 5797"/>
            </a:avLst>
          </a:prstGeom>
          <a:solidFill>
            <a:srgbClr val="FBEAF0"/>
          </a:solidFill>
          <a:ln w="12700">
            <a:solidFill>
              <a:srgbClr val="F4C0D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800" noProof="1"/>
          </a:p>
        </p:txBody>
      </p:sp>
      <p:sp>
        <p:nvSpPr>
          <p:cNvPr id="110" name="Text 58">
            <a:extLst>
              <a:ext uri="{FF2B5EF4-FFF2-40B4-BE49-F238E27FC236}">
                <a16:creationId xmlns:a16="http://schemas.microsoft.com/office/drawing/2014/main" id="{BD45C6F5-56B4-093D-F3CB-DFDB3CFF5D1A}"/>
              </a:ext>
            </a:extLst>
          </p:cNvPr>
          <p:cNvSpPr>
            <a:spLocks/>
          </p:cNvSpPr>
          <p:nvPr/>
        </p:nvSpPr>
        <p:spPr>
          <a:xfrm>
            <a:off x="4955376" y="2650827"/>
            <a:ext cx="2214151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100" b="1" noProof="1">
                <a:solidFill>
                  <a:srgbClr val="72243E"/>
                </a:solidFill>
              </a:rPr>
              <a:t>資服潛在需求  Digital_needs</a:t>
            </a:r>
            <a:endParaRPr lang="zh-TW" sz="1100" noProof="1"/>
          </a:p>
        </p:txBody>
      </p:sp>
      <p:sp>
        <p:nvSpPr>
          <p:cNvPr id="111" name="Text 59">
            <a:extLst>
              <a:ext uri="{FF2B5EF4-FFF2-40B4-BE49-F238E27FC236}">
                <a16:creationId xmlns:a16="http://schemas.microsoft.com/office/drawing/2014/main" id="{2AAB354B-BC60-12EE-E993-080B5FFCF2D9}"/>
              </a:ext>
            </a:extLst>
          </p:cNvPr>
          <p:cNvSpPr>
            <a:spLocks/>
          </p:cNvSpPr>
          <p:nvPr/>
        </p:nvSpPr>
        <p:spPr>
          <a:xfrm>
            <a:off x="4955376" y="2885661"/>
            <a:ext cx="2214151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noProof="1">
                <a:solidFill>
                  <a:srgbClr val="993556"/>
                </a:solidFill>
              </a:rPr>
              <a:t>FK: company_id</a:t>
            </a:r>
            <a:endParaRPr lang="zh-TW" sz="1000" noProof="1"/>
          </a:p>
        </p:txBody>
      </p:sp>
      <p:sp>
        <p:nvSpPr>
          <p:cNvPr id="112" name="Shape 60">
            <a:extLst>
              <a:ext uri="{FF2B5EF4-FFF2-40B4-BE49-F238E27FC236}">
                <a16:creationId xmlns:a16="http://schemas.microsoft.com/office/drawing/2014/main" id="{7A0D13C7-288D-9E7D-EAE2-AD92BD9B8606}"/>
              </a:ext>
            </a:extLst>
          </p:cNvPr>
          <p:cNvSpPr>
            <a:spLocks/>
          </p:cNvSpPr>
          <p:nvPr/>
        </p:nvSpPr>
        <p:spPr>
          <a:xfrm>
            <a:off x="4955376" y="3139265"/>
            <a:ext cx="729104" cy="167739"/>
          </a:xfrm>
          <a:prstGeom prst="roundRect">
            <a:avLst>
              <a:gd name="adj" fmla="val 40000"/>
            </a:avLst>
          </a:prstGeom>
          <a:solidFill>
            <a:srgbClr val="F4C0D1"/>
          </a:solidFill>
          <a:ln w="12700">
            <a:solidFill>
              <a:srgbClr val="F4C0D1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13" name="Text 61">
            <a:extLst>
              <a:ext uri="{FF2B5EF4-FFF2-40B4-BE49-F238E27FC236}">
                <a16:creationId xmlns:a16="http://schemas.microsoft.com/office/drawing/2014/main" id="{1B96B750-6FF3-8896-D1DD-A6B9CD73A8DD}"/>
              </a:ext>
            </a:extLst>
          </p:cNvPr>
          <p:cNvSpPr>
            <a:spLocks/>
          </p:cNvSpPr>
          <p:nvPr/>
        </p:nvSpPr>
        <p:spPr>
          <a:xfrm>
            <a:off x="4955376" y="3139265"/>
            <a:ext cx="729104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72243E"/>
                </a:solidFill>
              </a:rPr>
              <a:t>提升辦公效率</a:t>
            </a:r>
            <a:endParaRPr lang="zh-TW" sz="900" noProof="1"/>
          </a:p>
        </p:txBody>
      </p:sp>
      <p:sp>
        <p:nvSpPr>
          <p:cNvPr id="114" name="Shape 62">
            <a:extLst>
              <a:ext uri="{FF2B5EF4-FFF2-40B4-BE49-F238E27FC236}">
                <a16:creationId xmlns:a16="http://schemas.microsoft.com/office/drawing/2014/main" id="{D96D43AD-7E13-B671-9A22-0072C36F8F30}"/>
              </a:ext>
            </a:extLst>
          </p:cNvPr>
          <p:cNvSpPr>
            <a:spLocks/>
          </p:cNvSpPr>
          <p:nvPr/>
        </p:nvSpPr>
        <p:spPr>
          <a:xfrm>
            <a:off x="5740394" y="3139265"/>
            <a:ext cx="729104" cy="167739"/>
          </a:xfrm>
          <a:prstGeom prst="roundRect">
            <a:avLst>
              <a:gd name="adj" fmla="val 40000"/>
            </a:avLst>
          </a:prstGeom>
          <a:solidFill>
            <a:srgbClr val="F4C0D1"/>
          </a:solidFill>
          <a:ln w="12700">
            <a:solidFill>
              <a:srgbClr val="F4C0D1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15" name="Text 63">
            <a:extLst>
              <a:ext uri="{FF2B5EF4-FFF2-40B4-BE49-F238E27FC236}">
                <a16:creationId xmlns:a16="http://schemas.microsoft.com/office/drawing/2014/main" id="{75436884-F9AB-BBAD-68C1-B907CB42F8D7}"/>
              </a:ext>
            </a:extLst>
          </p:cNvPr>
          <p:cNvSpPr>
            <a:spLocks/>
          </p:cNvSpPr>
          <p:nvPr/>
        </p:nvSpPr>
        <p:spPr>
          <a:xfrm>
            <a:off x="5740394" y="3139265"/>
            <a:ext cx="729104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72243E"/>
                </a:solidFill>
              </a:rPr>
              <a:t>解決人力短缺</a:t>
            </a:r>
            <a:endParaRPr lang="zh-TW" sz="900" noProof="1"/>
          </a:p>
        </p:txBody>
      </p:sp>
      <p:sp>
        <p:nvSpPr>
          <p:cNvPr id="116" name="Shape 64">
            <a:extLst>
              <a:ext uri="{FF2B5EF4-FFF2-40B4-BE49-F238E27FC236}">
                <a16:creationId xmlns:a16="http://schemas.microsoft.com/office/drawing/2014/main" id="{CCBBC4A6-FD20-AD14-0774-AF9E1CACB56B}"/>
              </a:ext>
            </a:extLst>
          </p:cNvPr>
          <p:cNvSpPr>
            <a:spLocks/>
          </p:cNvSpPr>
          <p:nvPr/>
        </p:nvSpPr>
        <p:spPr>
          <a:xfrm>
            <a:off x="6525411" y="313926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F4C0D1"/>
          </a:solidFill>
          <a:ln w="12700">
            <a:solidFill>
              <a:srgbClr val="F4C0D1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17" name="Text 65">
            <a:extLst>
              <a:ext uri="{FF2B5EF4-FFF2-40B4-BE49-F238E27FC236}">
                <a16:creationId xmlns:a16="http://schemas.microsoft.com/office/drawing/2014/main" id="{091B7739-6625-AD53-F9FA-8D853C999969}"/>
              </a:ext>
            </a:extLst>
          </p:cNvPr>
          <p:cNvSpPr>
            <a:spLocks/>
          </p:cNvSpPr>
          <p:nvPr/>
        </p:nvSpPr>
        <p:spPr>
          <a:xfrm>
            <a:off x="6525411" y="313926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72243E"/>
                </a:solidFill>
              </a:rPr>
              <a:t>淨零碳排</a:t>
            </a:r>
            <a:endParaRPr lang="zh-TW" sz="900" noProof="1"/>
          </a:p>
        </p:txBody>
      </p:sp>
      <p:sp>
        <p:nvSpPr>
          <p:cNvPr id="118" name="Shape 66">
            <a:extLst>
              <a:ext uri="{FF2B5EF4-FFF2-40B4-BE49-F238E27FC236}">
                <a16:creationId xmlns:a16="http://schemas.microsoft.com/office/drawing/2014/main" id="{AE7E0D91-9D45-9306-67DA-457845B2994F}"/>
              </a:ext>
            </a:extLst>
          </p:cNvPr>
          <p:cNvSpPr>
            <a:spLocks/>
          </p:cNvSpPr>
          <p:nvPr/>
        </p:nvSpPr>
        <p:spPr>
          <a:xfrm>
            <a:off x="4955376" y="3340552"/>
            <a:ext cx="729104" cy="167739"/>
          </a:xfrm>
          <a:prstGeom prst="roundRect">
            <a:avLst>
              <a:gd name="adj" fmla="val 40000"/>
            </a:avLst>
          </a:prstGeom>
          <a:solidFill>
            <a:srgbClr val="F4C0D1"/>
          </a:solidFill>
          <a:ln w="12700">
            <a:solidFill>
              <a:srgbClr val="F4C0D1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19" name="Text 67">
            <a:extLst>
              <a:ext uri="{FF2B5EF4-FFF2-40B4-BE49-F238E27FC236}">
                <a16:creationId xmlns:a16="http://schemas.microsoft.com/office/drawing/2014/main" id="{4F7479FD-3FE0-6EEA-C1C3-58F17D2CDA51}"/>
              </a:ext>
            </a:extLst>
          </p:cNvPr>
          <p:cNvSpPr>
            <a:spLocks/>
          </p:cNvSpPr>
          <p:nvPr/>
        </p:nvSpPr>
        <p:spPr>
          <a:xfrm>
            <a:off x="4955376" y="3340552"/>
            <a:ext cx="729104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72243E"/>
                </a:solidFill>
              </a:rPr>
              <a:t>改善客戶體驗</a:t>
            </a:r>
            <a:endParaRPr lang="zh-TW" sz="900" noProof="1"/>
          </a:p>
        </p:txBody>
      </p:sp>
      <p:sp>
        <p:nvSpPr>
          <p:cNvPr id="122" name="Shape 70">
            <a:extLst>
              <a:ext uri="{FF2B5EF4-FFF2-40B4-BE49-F238E27FC236}">
                <a16:creationId xmlns:a16="http://schemas.microsoft.com/office/drawing/2014/main" id="{1C03A58F-D4ED-B13A-F434-A145F487F5AB}"/>
              </a:ext>
            </a:extLst>
          </p:cNvPr>
          <p:cNvSpPr>
            <a:spLocks/>
          </p:cNvSpPr>
          <p:nvPr/>
        </p:nvSpPr>
        <p:spPr>
          <a:xfrm>
            <a:off x="6498572" y="3890576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23" name="Text 71">
            <a:extLst>
              <a:ext uri="{FF2B5EF4-FFF2-40B4-BE49-F238E27FC236}">
                <a16:creationId xmlns:a16="http://schemas.microsoft.com/office/drawing/2014/main" id="{06D38B28-CF91-0530-9D2E-A59E83EC0FAB}"/>
              </a:ext>
            </a:extLst>
          </p:cNvPr>
          <p:cNvSpPr>
            <a:spLocks/>
          </p:cNvSpPr>
          <p:nvPr/>
        </p:nvSpPr>
        <p:spPr>
          <a:xfrm>
            <a:off x="6498572" y="3903276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00" b="1" noProof="1">
                <a:solidFill>
                  <a:srgbClr val="FBEAF0"/>
                </a:solidFill>
              </a:rPr>
              <a:t>145 筆</a:t>
            </a:r>
            <a:endParaRPr lang="zh-TW" sz="1000" noProof="1"/>
          </a:p>
        </p:txBody>
      </p:sp>
      <p:sp>
        <p:nvSpPr>
          <p:cNvPr id="124" name="Shape 72">
            <a:extLst>
              <a:ext uri="{FF2B5EF4-FFF2-40B4-BE49-F238E27FC236}">
                <a16:creationId xmlns:a16="http://schemas.microsoft.com/office/drawing/2014/main" id="{31B0B79F-B9EB-FADB-9838-06E670D435E0}"/>
              </a:ext>
            </a:extLst>
          </p:cNvPr>
          <p:cNvSpPr>
            <a:spLocks/>
          </p:cNvSpPr>
          <p:nvPr/>
        </p:nvSpPr>
        <p:spPr>
          <a:xfrm>
            <a:off x="9372495" y="2371263"/>
            <a:ext cx="0" cy="212469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25" name="Shape 73">
            <a:extLst>
              <a:ext uri="{FF2B5EF4-FFF2-40B4-BE49-F238E27FC236}">
                <a16:creationId xmlns:a16="http://schemas.microsoft.com/office/drawing/2014/main" id="{85D9BF60-73FD-26C6-1074-B872210FF559}"/>
              </a:ext>
            </a:extLst>
          </p:cNvPr>
          <p:cNvSpPr>
            <a:spLocks/>
          </p:cNvSpPr>
          <p:nvPr/>
        </p:nvSpPr>
        <p:spPr>
          <a:xfrm>
            <a:off x="7370814" y="2583732"/>
            <a:ext cx="4003363" cy="1543196"/>
          </a:xfrm>
          <a:prstGeom prst="roundRect">
            <a:avLst>
              <a:gd name="adj" fmla="val 5797"/>
            </a:avLst>
          </a:prstGeom>
          <a:solidFill>
            <a:srgbClr val="EEEDFE"/>
          </a:solidFill>
          <a:ln w="12700">
            <a:solidFill>
              <a:srgbClr val="CECBF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800" noProof="1"/>
          </a:p>
        </p:txBody>
      </p:sp>
      <p:sp>
        <p:nvSpPr>
          <p:cNvPr id="126" name="Text 74">
            <a:extLst>
              <a:ext uri="{FF2B5EF4-FFF2-40B4-BE49-F238E27FC236}">
                <a16:creationId xmlns:a16="http://schemas.microsoft.com/office/drawing/2014/main" id="{14F7B413-3A7A-D535-6812-50456987A540}"/>
              </a:ext>
            </a:extLst>
          </p:cNvPr>
          <p:cNvSpPr>
            <a:spLocks/>
          </p:cNvSpPr>
          <p:nvPr/>
        </p:nvSpPr>
        <p:spPr>
          <a:xfrm>
            <a:off x="7482639" y="2650827"/>
            <a:ext cx="3779712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100" b="1" noProof="1">
                <a:solidFill>
                  <a:srgbClr val="3C3489"/>
                </a:solidFill>
              </a:rPr>
              <a:t>方案  Solutions</a:t>
            </a:r>
            <a:endParaRPr lang="zh-TW" sz="1100" noProof="1"/>
          </a:p>
        </p:txBody>
      </p:sp>
      <p:sp>
        <p:nvSpPr>
          <p:cNvPr id="127" name="Text 75">
            <a:extLst>
              <a:ext uri="{FF2B5EF4-FFF2-40B4-BE49-F238E27FC236}">
                <a16:creationId xmlns:a16="http://schemas.microsoft.com/office/drawing/2014/main" id="{1DD851BE-E66C-9168-3DC3-BB22FD0895AB}"/>
              </a:ext>
            </a:extLst>
          </p:cNvPr>
          <p:cNvSpPr>
            <a:spLocks/>
          </p:cNvSpPr>
          <p:nvPr/>
        </p:nvSpPr>
        <p:spPr>
          <a:xfrm>
            <a:off x="7482639" y="2885661"/>
            <a:ext cx="3779712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noProof="1">
                <a:solidFill>
                  <a:srgbClr val="534AB7"/>
                </a:solidFill>
              </a:rPr>
              <a:t>FK: company_id　PK: solution_id</a:t>
            </a:r>
            <a:endParaRPr lang="zh-TW" sz="1000" noProof="1"/>
          </a:p>
        </p:txBody>
      </p:sp>
      <p:sp>
        <p:nvSpPr>
          <p:cNvPr id="128" name="Shape 76">
            <a:extLst>
              <a:ext uri="{FF2B5EF4-FFF2-40B4-BE49-F238E27FC236}">
                <a16:creationId xmlns:a16="http://schemas.microsoft.com/office/drawing/2014/main" id="{B0C3DCD1-31E8-50A6-23EF-BA08EDEDEDA7}"/>
              </a:ext>
            </a:extLst>
          </p:cNvPr>
          <p:cNvSpPr>
            <a:spLocks/>
          </p:cNvSpPr>
          <p:nvPr/>
        </p:nvSpPr>
        <p:spPr>
          <a:xfrm>
            <a:off x="7482639" y="313926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29" name="Text 77">
            <a:extLst>
              <a:ext uri="{FF2B5EF4-FFF2-40B4-BE49-F238E27FC236}">
                <a16:creationId xmlns:a16="http://schemas.microsoft.com/office/drawing/2014/main" id="{E9161010-5849-D61A-F353-5CC31C3C2B81}"/>
              </a:ext>
            </a:extLst>
          </p:cNvPr>
          <p:cNvSpPr>
            <a:spLocks/>
          </p:cNvSpPr>
          <p:nvPr/>
        </p:nvSpPr>
        <p:spPr>
          <a:xfrm>
            <a:off x="7482639" y="313926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方案名稱</a:t>
            </a:r>
            <a:endParaRPr lang="zh-TW" sz="900" noProof="1"/>
          </a:p>
        </p:txBody>
      </p:sp>
      <p:sp>
        <p:nvSpPr>
          <p:cNvPr id="130" name="Shape 78">
            <a:extLst>
              <a:ext uri="{FF2B5EF4-FFF2-40B4-BE49-F238E27FC236}">
                <a16:creationId xmlns:a16="http://schemas.microsoft.com/office/drawing/2014/main" id="{B9E74DC2-2C45-5A3C-630A-CBBC335D7AB6}"/>
              </a:ext>
            </a:extLst>
          </p:cNvPr>
          <p:cNvSpPr>
            <a:spLocks/>
          </p:cNvSpPr>
          <p:nvPr/>
        </p:nvSpPr>
        <p:spPr>
          <a:xfrm>
            <a:off x="8084262" y="3139265"/>
            <a:ext cx="1279288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31" name="Text 79">
            <a:extLst>
              <a:ext uri="{FF2B5EF4-FFF2-40B4-BE49-F238E27FC236}">
                <a16:creationId xmlns:a16="http://schemas.microsoft.com/office/drawing/2014/main" id="{4D5C4DC6-2120-704A-5A03-FE4E6B9F2801}"/>
              </a:ext>
            </a:extLst>
          </p:cNvPr>
          <p:cNvSpPr>
            <a:spLocks/>
          </p:cNvSpPr>
          <p:nvPr/>
        </p:nvSpPr>
        <p:spPr>
          <a:xfrm>
            <a:off x="8084262" y="3139265"/>
            <a:ext cx="1279288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方案來源計畫 (雲市集/)</a:t>
            </a:r>
            <a:endParaRPr lang="zh-TW" sz="900" noProof="1"/>
          </a:p>
        </p:txBody>
      </p:sp>
      <p:sp>
        <p:nvSpPr>
          <p:cNvPr id="132" name="Shape 80">
            <a:extLst>
              <a:ext uri="{FF2B5EF4-FFF2-40B4-BE49-F238E27FC236}">
                <a16:creationId xmlns:a16="http://schemas.microsoft.com/office/drawing/2014/main" id="{AD6D7C21-3754-6807-BECC-2DEE9E12F540}"/>
              </a:ext>
            </a:extLst>
          </p:cNvPr>
          <p:cNvSpPr>
            <a:spLocks/>
          </p:cNvSpPr>
          <p:nvPr/>
        </p:nvSpPr>
        <p:spPr>
          <a:xfrm>
            <a:off x="9419462" y="3139265"/>
            <a:ext cx="637407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33" name="Text 81">
            <a:extLst>
              <a:ext uri="{FF2B5EF4-FFF2-40B4-BE49-F238E27FC236}">
                <a16:creationId xmlns:a16="http://schemas.microsoft.com/office/drawing/2014/main" id="{922978F5-4336-91AA-AFE8-E8778D34D744}"/>
              </a:ext>
            </a:extLst>
          </p:cNvPr>
          <p:cNvSpPr>
            <a:spLocks/>
          </p:cNvSpPr>
          <p:nvPr/>
        </p:nvSpPr>
        <p:spPr>
          <a:xfrm>
            <a:off x="9419462" y="3139265"/>
            <a:ext cx="637407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費用/級距</a:t>
            </a:r>
            <a:endParaRPr lang="zh-TW" sz="900" noProof="1"/>
          </a:p>
        </p:txBody>
      </p:sp>
      <p:sp>
        <p:nvSpPr>
          <p:cNvPr id="134" name="Shape 82">
            <a:extLst>
              <a:ext uri="{FF2B5EF4-FFF2-40B4-BE49-F238E27FC236}">
                <a16:creationId xmlns:a16="http://schemas.microsoft.com/office/drawing/2014/main" id="{EBAC86A8-4145-5FCB-59CF-66AF16663BBE}"/>
              </a:ext>
            </a:extLst>
          </p:cNvPr>
          <p:cNvSpPr>
            <a:spLocks/>
          </p:cNvSpPr>
          <p:nvPr/>
        </p:nvSpPr>
        <p:spPr>
          <a:xfrm>
            <a:off x="10112782" y="313926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35" name="Text 83">
            <a:extLst>
              <a:ext uri="{FF2B5EF4-FFF2-40B4-BE49-F238E27FC236}">
                <a16:creationId xmlns:a16="http://schemas.microsoft.com/office/drawing/2014/main" id="{0C1B97E5-7A2C-375F-6B20-B3E0BA5C4D46}"/>
              </a:ext>
            </a:extLst>
          </p:cNvPr>
          <p:cNvSpPr>
            <a:spLocks/>
          </p:cNvSpPr>
          <p:nvPr/>
        </p:nvSpPr>
        <p:spPr>
          <a:xfrm>
            <a:off x="10112782" y="313926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是否AI</a:t>
            </a:r>
            <a:endParaRPr lang="zh-TW" sz="900" noProof="1"/>
          </a:p>
        </p:txBody>
      </p:sp>
      <p:sp>
        <p:nvSpPr>
          <p:cNvPr id="136" name="Shape 84">
            <a:extLst>
              <a:ext uri="{FF2B5EF4-FFF2-40B4-BE49-F238E27FC236}">
                <a16:creationId xmlns:a16="http://schemas.microsoft.com/office/drawing/2014/main" id="{A4AD7E23-1822-121A-4B26-8BA20CD53405}"/>
              </a:ext>
            </a:extLst>
          </p:cNvPr>
          <p:cNvSpPr>
            <a:spLocks/>
          </p:cNvSpPr>
          <p:nvPr/>
        </p:nvSpPr>
        <p:spPr>
          <a:xfrm>
            <a:off x="10714405" y="313926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37" name="Text 85">
            <a:extLst>
              <a:ext uri="{FF2B5EF4-FFF2-40B4-BE49-F238E27FC236}">
                <a16:creationId xmlns:a16="http://schemas.microsoft.com/office/drawing/2014/main" id="{2D52FDA2-5355-15D3-817C-39229085190A}"/>
              </a:ext>
            </a:extLst>
          </p:cNvPr>
          <p:cNvSpPr>
            <a:spLocks/>
          </p:cNvSpPr>
          <p:nvPr/>
        </p:nvSpPr>
        <p:spPr>
          <a:xfrm>
            <a:off x="10714405" y="313926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方案類別</a:t>
            </a:r>
            <a:endParaRPr lang="zh-TW" sz="900" noProof="1"/>
          </a:p>
        </p:txBody>
      </p:sp>
      <p:sp>
        <p:nvSpPr>
          <p:cNvPr id="138" name="Shape 86">
            <a:extLst>
              <a:ext uri="{FF2B5EF4-FFF2-40B4-BE49-F238E27FC236}">
                <a16:creationId xmlns:a16="http://schemas.microsoft.com/office/drawing/2014/main" id="{74BF092F-D5E5-E177-FE50-A9A1F61E8412}"/>
              </a:ext>
            </a:extLst>
          </p:cNvPr>
          <p:cNvSpPr>
            <a:spLocks/>
          </p:cNvSpPr>
          <p:nvPr/>
        </p:nvSpPr>
        <p:spPr>
          <a:xfrm>
            <a:off x="7482639" y="3340552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39" name="Text 87">
            <a:extLst>
              <a:ext uri="{FF2B5EF4-FFF2-40B4-BE49-F238E27FC236}">
                <a16:creationId xmlns:a16="http://schemas.microsoft.com/office/drawing/2014/main" id="{4595A352-7AFC-7C73-D4FA-38B4C13D6C8D}"/>
              </a:ext>
            </a:extLst>
          </p:cNvPr>
          <p:cNvSpPr>
            <a:spLocks/>
          </p:cNvSpPr>
          <p:nvPr/>
        </p:nvSpPr>
        <p:spPr>
          <a:xfrm>
            <a:off x="7482639" y="3340552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服務地區</a:t>
            </a:r>
            <a:endParaRPr lang="zh-TW" sz="900" noProof="1"/>
          </a:p>
        </p:txBody>
      </p:sp>
      <p:sp>
        <p:nvSpPr>
          <p:cNvPr id="140" name="Shape 88">
            <a:extLst>
              <a:ext uri="{FF2B5EF4-FFF2-40B4-BE49-F238E27FC236}">
                <a16:creationId xmlns:a16="http://schemas.microsoft.com/office/drawing/2014/main" id="{F6483F3F-C61C-F67D-635C-5962CD45E9B2}"/>
              </a:ext>
            </a:extLst>
          </p:cNvPr>
          <p:cNvSpPr>
            <a:spLocks/>
          </p:cNvSpPr>
          <p:nvPr/>
        </p:nvSpPr>
        <p:spPr>
          <a:xfrm>
            <a:off x="8084262" y="3340552"/>
            <a:ext cx="1004195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41" name="Text 89">
            <a:extLst>
              <a:ext uri="{FF2B5EF4-FFF2-40B4-BE49-F238E27FC236}">
                <a16:creationId xmlns:a16="http://schemas.microsoft.com/office/drawing/2014/main" id="{CB774009-DF9A-1D55-5B07-AA96EC9BE7A4}"/>
              </a:ext>
            </a:extLst>
          </p:cNvPr>
          <p:cNvSpPr>
            <a:spLocks/>
          </p:cNvSpPr>
          <p:nvPr/>
        </p:nvSpPr>
        <p:spPr>
          <a:xfrm>
            <a:off x="8084262" y="3340552"/>
            <a:ext cx="1004195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3C3489"/>
                </a:solidFill>
              </a:rPr>
              <a:t>技術標籤 (例如AI SaaS)</a:t>
            </a:r>
          </a:p>
        </p:txBody>
      </p:sp>
      <p:sp>
        <p:nvSpPr>
          <p:cNvPr id="142" name="Shape 90">
            <a:extLst>
              <a:ext uri="{FF2B5EF4-FFF2-40B4-BE49-F238E27FC236}">
                <a16:creationId xmlns:a16="http://schemas.microsoft.com/office/drawing/2014/main" id="{CFBCBFD6-6929-6062-3568-964864C35942}"/>
              </a:ext>
            </a:extLst>
          </p:cNvPr>
          <p:cNvSpPr>
            <a:spLocks/>
          </p:cNvSpPr>
          <p:nvPr/>
        </p:nvSpPr>
        <p:spPr>
          <a:xfrm>
            <a:off x="9144370" y="3340552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ECBF6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43" name="Text 91">
            <a:extLst>
              <a:ext uri="{FF2B5EF4-FFF2-40B4-BE49-F238E27FC236}">
                <a16:creationId xmlns:a16="http://schemas.microsoft.com/office/drawing/2014/main" id="{B3B78EA1-7C59-0A72-B0B8-B18D9E085D39}"/>
              </a:ext>
            </a:extLst>
          </p:cNvPr>
          <p:cNvSpPr>
            <a:spLocks/>
          </p:cNvSpPr>
          <p:nvPr/>
        </p:nvSpPr>
        <p:spPr>
          <a:xfrm>
            <a:off x="9144370" y="3340552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900" noProof="1">
                <a:solidFill>
                  <a:srgbClr val="3C3489"/>
                </a:solidFill>
              </a:rPr>
              <a:t>適用產業</a:t>
            </a:r>
            <a:endParaRPr lang="zh-TW" sz="900" noProof="1"/>
          </a:p>
        </p:txBody>
      </p:sp>
      <p:sp>
        <p:nvSpPr>
          <p:cNvPr id="144" name="Shape 92">
            <a:extLst>
              <a:ext uri="{FF2B5EF4-FFF2-40B4-BE49-F238E27FC236}">
                <a16:creationId xmlns:a16="http://schemas.microsoft.com/office/drawing/2014/main" id="{D7DE5FB0-4B72-66B7-51DF-FB3CD91153CB}"/>
              </a:ext>
            </a:extLst>
          </p:cNvPr>
          <p:cNvSpPr>
            <a:spLocks/>
          </p:cNvSpPr>
          <p:nvPr/>
        </p:nvSpPr>
        <p:spPr>
          <a:xfrm>
            <a:off x="10591396" y="3890576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zh-TW" sz="2800" noProof="1"/>
          </a:p>
        </p:txBody>
      </p:sp>
      <p:sp>
        <p:nvSpPr>
          <p:cNvPr id="145" name="Text 93">
            <a:extLst>
              <a:ext uri="{FF2B5EF4-FFF2-40B4-BE49-F238E27FC236}">
                <a16:creationId xmlns:a16="http://schemas.microsoft.com/office/drawing/2014/main" id="{9F29F71B-96FC-9C49-0469-926AD1E1DD1C}"/>
              </a:ext>
            </a:extLst>
          </p:cNvPr>
          <p:cNvSpPr>
            <a:spLocks/>
          </p:cNvSpPr>
          <p:nvPr/>
        </p:nvSpPr>
        <p:spPr>
          <a:xfrm>
            <a:off x="10591396" y="3890576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1000" b="1" noProof="1">
                <a:solidFill>
                  <a:srgbClr val="EEEDFE"/>
                </a:solidFill>
              </a:rPr>
              <a:t>2,340 筆</a:t>
            </a:r>
            <a:endParaRPr lang="zh-TW" sz="1000" noProof="1"/>
          </a:p>
        </p:txBody>
      </p:sp>
      <p:sp>
        <p:nvSpPr>
          <p:cNvPr id="146" name="Shape 94">
            <a:extLst>
              <a:ext uri="{FF2B5EF4-FFF2-40B4-BE49-F238E27FC236}">
                <a16:creationId xmlns:a16="http://schemas.microsoft.com/office/drawing/2014/main" id="{00AF4F06-3B6B-CAB6-051E-A2442E995EA1}"/>
              </a:ext>
            </a:extLst>
          </p:cNvPr>
          <p:cNvSpPr>
            <a:spLocks/>
          </p:cNvSpPr>
          <p:nvPr/>
        </p:nvSpPr>
        <p:spPr>
          <a:xfrm>
            <a:off x="9372495" y="4126928"/>
            <a:ext cx="0" cy="78278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47" name="Shape 95">
            <a:extLst>
              <a:ext uri="{FF2B5EF4-FFF2-40B4-BE49-F238E27FC236}">
                <a16:creationId xmlns:a16="http://schemas.microsoft.com/office/drawing/2014/main" id="{DE315264-33DE-AC6E-8AA5-76A5D35661C7}"/>
              </a:ext>
            </a:extLst>
          </p:cNvPr>
          <p:cNvSpPr>
            <a:spLocks/>
          </p:cNvSpPr>
          <p:nvPr/>
        </p:nvSpPr>
        <p:spPr>
          <a:xfrm>
            <a:off x="6520938" y="4205206"/>
            <a:ext cx="2851557" cy="0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48" name="Shape 96">
            <a:extLst>
              <a:ext uri="{FF2B5EF4-FFF2-40B4-BE49-F238E27FC236}">
                <a16:creationId xmlns:a16="http://schemas.microsoft.com/office/drawing/2014/main" id="{D43D8E50-E503-1A2D-F2C3-15CD1E4AB4A3}"/>
              </a:ext>
            </a:extLst>
          </p:cNvPr>
          <p:cNvSpPr>
            <a:spLocks/>
          </p:cNvSpPr>
          <p:nvPr/>
        </p:nvSpPr>
        <p:spPr>
          <a:xfrm>
            <a:off x="6520938" y="4205206"/>
            <a:ext cx="0" cy="212469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49" name="Shape 97">
            <a:extLst>
              <a:ext uri="{FF2B5EF4-FFF2-40B4-BE49-F238E27FC236}">
                <a16:creationId xmlns:a16="http://schemas.microsoft.com/office/drawing/2014/main" id="{F783C387-BC15-881E-0D0C-4E4B15D92AA8}"/>
              </a:ext>
            </a:extLst>
          </p:cNvPr>
          <p:cNvSpPr>
            <a:spLocks/>
          </p:cNvSpPr>
          <p:nvPr/>
        </p:nvSpPr>
        <p:spPr>
          <a:xfrm>
            <a:off x="5559236" y="4417675"/>
            <a:ext cx="1923404" cy="1453735"/>
          </a:xfrm>
          <a:prstGeom prst="roundRect">
            <a:avLst>
              <a:gd name="adj" fmla="val 6154"/>
            </a:avLst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000" noProof="1"/>
          </a:p>
        </p:txBody>
      </p:sp>
      <p:sp>
        <p:nvSpPr>
          <p:cNvPr id="150" name="Text 98">
            <a:extLst>
              <a:ext uri="{FF2B5EF4-FFF2-40B4-BE49-F238E27FC236}">
                <a16:creationId xmlns:a16="http://schemas.microsoft.com/office/drawing/2014/main" id="{7595811D-AE6E-2403-FAC1-A9C4D3DCA9F1}"/>
              </a:ext>
            </a:extLst>
          </p:cNvPr>
          <p:cNvSpPr>
            <a:spLocks/>
          </p:cNvSpPr>
          <p:nvPr/>
        </p:nvSpPr>
        <p:spPr>
          <a:xfrm>
            <a:off x="5671061" y="4484770"/>
            <a:ext cx="1699752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b="1" noProof="1">
                <a:solidFill>
                  <a:srgbClr val="27500A"/>
                </a:solidFill>
              </a:rPr>
              <a:t>方案領域</a:t>
            </a:r>
            <a:endParaRPr lang="zh-TW" sz="1000" noProof="1"/>
          </a:p>
        </p:txBody>
      </p:sp>
      <p:sp>
        <p:nvSpPr>
          <p:cNvPr id="151" name="Text 99">
            <a:extLst>
              <a:ext uri="{FF2B5EF4-FFF2-40B4-BE49-F238E27FC236}">
                <a16:creationId xmlns:a16="http://schemas.microsoft.com/office/drawing/2014/main" id="{124D46BC-3D62-D026-9C0D-422821EC8ABC}"/>
              </a:ext>
            </a:extLst>
          </p:cNvPr>
          <p:cNvSpPr>
            <a:spLocks/>
          </p:cNvSpPr>
          <p:nvPr/>
        </p:nvSpPr>
        <p:spPr>
          <a:xfrm>
            <a:off x="5671061" y="4719604"/>
            <a:ext cx="1699752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800" noProof="1">
                <a:solidFill>
                  <a:srgbClr val="3B6D11"/>
                </a:solidFill>
              </a:rPr>
              <a:t>Solution_Domains　FK: solution_id</a:t>
            </a:r>
            <a:endParaRPr lang="zh-TW" sz="800" noProof="1"/>
          </a:p>
        </p:txBody>
      </p:sp>
      <p:sp>
        <p:nvSpPr>
          <p:cNvPr id="152" name="Shape 100">
            <a:extLst>
              <a:ext uri="{FF2B5EF4-FFF2-40B4-BE49-F238E27FC236}">
                <a16:creationId xmlns:a16="http://schemas.microsoft.com/office/drawing/2014/main" id="{B89EC72B-0347-A8CF-42F0-6B83DF3480C2}"/>
              </a:ext>
            </a:extLst>
          </p:cNvPr>
          <p:cNvSpPr>
            <a:spLocks/>
          </p:cNvSpPr>
          <p:nvPr/>
        </p:nvSpPr>
        <p:spPr>
          <a:xfrm>
            <a:off x="5671061" y="4909708"/>
            <a:ext cx="1187590" cy="167739"/>
          </a:xfrm>
          <a:prstGeom prst="roundRect">
            <a:avLst>
              <a:gd name="adj" fmla="val 40000"/>
            </a:avLst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53" name="Text 101">
            <a:extLst>
              <a:ext uri="{FF2B5EF4-FFF2-40B4-BE49-F238E27FC236}">
                <a16:creationId xmlns:a16="http://schemas.microsoft.com/office/drawing/2014/main" id="{AD7791BB-F30B-243E-504E-303271D5796F}"/>
              </a:ext>
            </a:extLst>
          </p:cNvPr>
          <p:cNvSpPr>
            <a:spLocks/>
          </p:cNvSpPr>
          <p:nvPr/>
        </p:nvSpPr>
        <p:spPr>
          <a:xfrm>
            <a:off x="5671061" y="4909708"/>
            <a:ext cx="118759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27500A"/>
                </a:solidFill>
              </a:rPr>
              <a:t>domain_name</a:t>
            </a:r>
            <a:endParaRPr lang="zh-TW" sz="700" noProof="1"/>
          </a:p>
        </p:txBody>
      </p:sp>
      <p:sp>
        <p:nvSpPr>
          <p:cNvPr id="154" name="Shape 102">
            <a:extLst>
              <a:ext uri="{FF2B5EF4-FFF2-40B4-BE49-F238E27FC236}">
                <a16:creationId xmlns:a16="http://schemas.microsoft.com/office/drawing/2014/main" id="{29A6AAB1-EFEE-DB23-E015-BDC5995C510B}"/>
              </a:ext>
            </a:extLst>
          </p:cNvPr>
          <p:cNvSpPr>
            <a:spLocks/>
          </p:cNvSpPr>
          <p:nvPr/>
        </p:nvSpPr>
        <p:spPr>
          <a:xfrm>
            <a:off x="6699859" y="5647758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55" name="Text 103">
            <a:extLst>
              <a:ext uri="{FF2B5EF4-FFF2-40B4-BE49-F238E27FC236}">
                <a16:creationId xmlns:a16="http://schemas.microsoft.com/office/drawing/2014/main" id="{9F2CFA2C-1A76-FA0B-71FD-D7CDC5365610}"/>
              </a:ext>
            </a:extLst>
          </p:cNvPr>
          <p:cNvSpPr>
            <a:spLocks/>
          </p:cNvSpPr>
          <p:nvPr/>
        </p:nvSpPr>
        <p:spPr>
          <a:xfrm>
            <a:off x="6699859" y="5647758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800" b="1" noProof="1">
                <a:solidFill>
                  <a:srgbClr val="EAF3DE"/>
                </a:solidFill>
              </a:rPr>
              <a:t>2,770 筆</a:t>
            </a:r>
            <a:endParaRPr lang="zh-TW" sz="800" noProof="1"/>
          </a:p>
        </p:txBody>
      </p:sp>
      <p:sp>
        <p:nvSpPr>
          <p:cNvPr id="156" name="Shape 104">
            <a:extLst>
              <a:ext uri="{FF2B5EF4-FFF2-40B4-BE49-F238E27FC236}">
                <a16:creationId xmlns:a16="http://schemas.microsoft.com/office/drawing/2014/main" id="{84ED774D-14C1-1B75-2803-49F7808B9C77}"/>
              </a:ext>
            </a:extLst>
          </p:cNvPr>
          <p:cNvSpPr>
            <a:spLocks/>
          </p:cNvSpPr>
          <p:nvPr/>
        </p:nvSpPr>
        <p:spPr>
          <a:xfrm>
            <a:off x="8533802" y="4205206"/>
            <a:ext cx="0" cy="212469"/>
          </a:xfrm>
          <a:prstGeom prst="line">
            <a:avLst/>
          </a:prstGeom>
          <a:noFill/>
          <a:ln w="10160">
            <a:solidFill>
              <a:srgbClr val="8899CC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57" name="Shape 105">
            <a:extLst>
              <a:ext uri="{FF2B5EF4-FFF2-40B4-BE49-F238E27FC236}">
                <a16:creationId xmlns:a16="http://schemas.microsoft.com/office/drawing/2014/main" id="{AEDCF703-BDCB-BBD5-B523-07903A7E0E73}"/>
              </a:ext>
            </a:extLst>
          </p:cNvPr>
          <p:cNvSpPr>
            <a:spLocks/>
          </p:cNvSpPr>
          <p:nvPr/>
        </p:nvSpPr>
        <p:spPr>
          <a:xfrm>
            <a:off x="7572100" y="4417675"/>
            <a:ext cx="1923404" cy="1453735"/>
          </a:xfrm>
          <a:prstGeom prst="roundRect">
            <a:avLst>
              <a:gd name="adj" fmla="val 6154"/>
            </a:avLst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000" noProof="1"/>
          </a:p>
        </p:txBody>
      </p:sp>
      <p:sp>
        <p:nvSpPr>
          <p:cNvPr id="158" name="Text 106">
            <a:extLst>
              <a:ext uri="{FF2B5EF4-FFF2-40B4-BE49-F238E27FC236}">
                <a16:creationId xmlns:a16="http://schemas.microsoft.com/office/drawing/2014/main" id="{9A24BDF8-E057-9D6C-991D-45FF4AC99310}"/>
              </a:ext>
            </a:extLst>
          </p:cNvPr>
          <p:cNvSpPr>
            <a:spLocks/>
          </p:cNvSpPr>
          <p:nvPr/>
        </p:nvSpPr>
        <p:spPr>
          <a:xfrm>
            <a:off x="7683926" y="4484770"/>
            <a:ext cx="1699752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b="1" noProof="1">
                <a:solidFill>
                  <a:srgbClr val="27500A"/>
                </a:solidFill>
              </a:rPr>
              <a:t>服務類別</a:t>
            </a:r>
            <a:endParaRPr lang="zh-TW" sz="1000" noProof="1"/>
          </a:p>
        </p:txBody>
      </p:sp>
      <p:sp>
        <p:nvSpPr>
          <p:cNvPr id="159" name="Text 107">
            <a:extLst>
              <a:ext uri="{FF2B5EF4-FFF2-40B4-BE49-F238E27FC236}">
                <a16:creationId xmlns:a16="http://schemas.microsoft.com/office/drawing/2014/main" id="{BB1C5638-281C-EC88-9AFF-B547789886C2}"/>
              </a:ext>
            </a:extLst>
          </p:cNvPr>
          <p:cNvSpPr>
            <a:spLocks/>
          </p:cNvSpPr>
          <p:nvPr/>
        </p:nvSpPr>
        <p:spPr>
          <a:xfrm>
            <a:off x="7683926" y="4719604"/>
            <a:ext cx="1699752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800" noProof="1">
                <a:solidFill>
                  <a:srgbClr val="3B6D11"/>
                </a:solidFill>
              </a:rPr>
              <a:t>Service_Domains　</a:t>
            </a:r>
            <a:r>
              <a:rPr lang="zh-TW" sz="700" noProof="1">
                <a:solidFill>
                  <a:srgbClr val="3B6D11"/>
                </a:solidFill>
              </a:rPr>
              <a:t>參照表（lookup）</a:t>
            </a:r>
            <a:endParaRPr lang="zh-TW" sz="800" noProof="1"/>
          </a:p>
        </p:txBody>
      </p:sp>
      <p:sp>
        <p:nvSpPr>
          <p:cNvPr id="160" name="Shape 108">
            <a:extLst>
              <a:ext uri="{FF2B5EF4-FFF2-40B4-BE49-F238E27FC236}">
                <a16:creationId xmlns:a16="http://schemas.microsoft.com/office/drawing/2014/main" id="{38976942-7A15-E380-BD34-305B4F61833C}"/>
              </a:ext>
            </a:extLst>
          </p:cNvPr>
          <p:cNvSpPr>
            <a:spLocks/>
          </p:cNvSpPr>
          <p:nvPr/>
        </p:nvSpPr>
        <p:spPr>
          <a:xfrm>
            <a:off x="7683926" y="4909708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61" name="Text 109">
            <a:extLst>
              <a:ext uri="{FF2B5EF4-FFF2-40B4-BE49-F238E27FC236}">
                <a16:creationId xmlns:a16="http://schemas.microsoft.com/office/drawing/2014/main" id="{41FC4934-5801-38F4-6567-41FB0BA66608}"/>
              </a:ext>
            </a:extLst>
          </p:cNvPr>
          <p:cNvSpPr>
            <a:spLocks/>
          </p:cNvSpPr>
          <p:nvPr/>
        </p:nvSpPr>
        <p:spPr>
          <a:xfrm>
            <a:off x="7683926" y="4909708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27500A"/>
                </a:solidFill>
              </a:rPr>
              <a:t>行銷客服</a:t>
            </a:r>
            <a:endParaRPr lang="zh-TW" sz="700" noProof="1"/>
          </a:p>
        </p:txBody>
      </p:sp>
      <p:sp>
        <p:nvSpPr>
          <p:cNvPr id="162" name="Shape 110">
            <a:extLst>
              <a:ext uri="{FF2B5EF4-FFF2-40B4-BE49-F238E27FC236}">
                <a16:creationId xmlns:a16="http://schemas.microsoft.com/office/drawing/2014/main" id="{8D2090F3-A44F-CD9C-CC28-B56FA0B44567}"/>
              </a:ext>
            </a:extLst>
          </p:cNvPr>
          <p:cNvSpPr>
            <a:spLocks/>
          </p:cNvSpPr>
          <p:nvPr/>
        </p:nvSpPr>
        <p:spPr>
          <a:xfrm>
            <a:off x="8285548" y="4909708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63" name="Text 111">
            <a:extLst>
              <a:ext uri="{FF2B5EF4-FFF2-40B4-BE49-F238E27FC236}">
                <a16:creationId xmlns:a16="http://schemas.microsoft.com/office/drawing/2014/main" id="{1E4B3510-3ED8-81BA-55B1-BD279F6B30EE}"/>
              </a:ext>
            </a:extLst>
          </p:cNvPr>
          <p:cNvSpPr>
            <a:spLocks/>
          </p:cNvSpPr>
          <p:nvPr/>
        </p:nvSpPr>
        <p:spPr>
          <a:xfrm>
            <a:off x="8285548" y="4909708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27500A"/>
                </a:solidFill>
              </a:rPr>
              <a:t>商務交易</a:t>
            </a:r>
            <a:endParaRPr lang="zh-TW" sz="700" noProof="1"/>
          </a:p>
        </p:txBody>
      </p:sp>
      <p:sp>
        <p:nvSpPr>
          <p:cNvPr id="164" name="Shape 112">
            <a:extLst>
              <a:ext uri="{FF2B5EF4-FFF2-40B4-BE49-F238E27FC236}">
                <a16:creationId xmlns:a16="http://schemas.microsoft.com/office/drawing/2014/main" id="{08A856F5-51F6-321A-318A-B15FE3E87D67}"/>
              </a:ext>
            </a:extLst>
          </p:cNvPr>
          <p:cNvSpPr>
            <a:spLocks/>
          </p:cNvSpPr>
          <p:nvPr/>
        </p:nvSpPr>
        <p:spPr>
          <a:xfrm>
            <a:off x="7683926" y="511099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65" name="Text 113">
            <a:extLst>
              <a:ext uri="{FF2B5EF4-FFF2-40B4-BE49-F238E27FC236}">
                <a16:creationId xmlns:a16="http://schemas.microsoft.com/office/drawing/2014/main" id="{06B89C8C-F7A6-6066-B924-9EDB7D692CE9}"/>
              </a:ext>
            </a:extLst>
          </p:cNvPr>
          <p:cNvSpPr>
            <a:spLocks/>
          </p:cNvSpPr>
          <p:nvPr/>
        </p:nvSpPr>
        <p:spPr>
          <a:xfrm>
            <a:off x="7683926" y="511099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27500A"/>
                </a:solidFill>
              </a:rPr>
              <a:t>企業管理</a:t>
            </a:r>
            <a:endParaRPr lang="zh-TW" sz="700" noProof="1"/>
          </a:p>
        </p:txBody>
      </p:sp>
      <p:sp>
        <p:nvSpPr>
          <p:cNvPr id="166" name="Shape 114">
            <a:extLst>
              <a:ext uri="{FF2B5EF4-FFF2-40B4-BE49-F238E27FC236}">
                <a16:creationId xmlns:a16="http://schemas.microsoft.com/office/drawing/2014/main" id="{FD7C584B-BD96-89B9-DDB1-5E1A4626A092}"/>
              </a:ext>
            </a:extLst>
          </p:cNvPr>
          <p:cNvSpPr>
            <a:spLocks/>
          </p:cNvSpPr>
          <p:nvPr/>
        </p:nvSpPr>
        <p:spPr>
          <a:xfrm>
            <a:off x="8285548" y="511099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67" name="Text 115">
            <a:extLst>
              <a:ext uri="{FF2B5EF4-FFF2-40B4-BE49-F238E27FC236}">
                <a16:creationId xmlns:a16="http://schemas.microsoft.com/office/drawing/2014/main" id="{1B6E2457-EE5C-797B-74FB-36A547621E7C}"/>
              </a:ext>
            </a:extLst>
          </p:cNvPr>
          <p:cNvSpPr>
            <a:spLocks/>
          </p:cNvSpPr>
          <p:nvPr/>
        </p:nvSpPr>
        <p:spPr>
          <a:xfrm>
            <a:off x="8285548" y="511099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27500A"/>
                </a:solidFill>
              </a:rPr>
              <a:t>技術基礎</a:t>
            </a:r>
            <a:endParaRPr lang="zh-TW" sz="700" noProof="1"/>
          </a:p>
        </p:txBody>
      </p:sp>
      <p:sp>
        <p:nvSpPr>
          <p:cNvPr id="168" name="Shape 116">
            <a:extLst>
              <a:ext uri="{FF2B5EF4-FFF2-40B4-BE49-F238E27FC236}">
                <a16:creationId xmlns:a16="http://schemas.microsoft.com/office/drawing/2014/main" id="{CC47FD46-8553-2805-D07C-7026C62173F8}"/>
              </a:ext>
            </a:extLst>
          </p:cNvPr>
          <p:cNvSpPr>
            <a:spLocks/>
          </p:cNvSpPr>
          <p:nvPr/>
        </p:nvSpPr>
        <p:spPr>
          <a:xfrm>
            <a:off x="7683926" y="5312281"/>
            <a:ext cx="637407" cy="167739"/>
          </a:xfrm>
          <a:prstGeom prst="roundRect">
            <a:avLst>
              <a:gd name="adj" fmla="val 40000"/>
            </a:avLst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69" name="Text 117">
            <a:extLst>
              <a:ext uri="{FF2B5EF4-FFF2-40B4-BE49-F238E27FC236}">
                <a16:creationId xmlns:a16="http://schemas.microsoft.com/office/drawing/2014/main" id="{9033FCFB-88DE-B9C7-0EEC-40328D74542B}"/>
              </a:ext>
            </a:extLst>
          </p:cNvPr>
          <p:cNvSpPr>
            <a:spLocks/>
          </p:cNvSpPr>
          <p:nvPr/>
        </p:nvSpPr>
        <p:spPr>
          <a:xfrm>
            <a:off x="7683926" y="5312281"/>
            <a:ext cx="637407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27500A"/>
                </a:solidFill>
              </a:rPr>
              <a:t>ESG永續</a:t>
            </a:r>
            <a:endParaRPr lang="zh-TW" sz="700" noProof="1"/>
          </a:p>
        </p:txBody>
      </p:sp>
      <p:sp>
        <p:nvSpPr>
          <p:cNvPr id="170" name="Shape 118">
            <a:extLst>
              <a:ext uri="{FF2B5EF4-FFF2-40B4-BE49-F238E27FC236}">
                <a16:creationId xmlns:a16="http://schemas.microsoft.com/office/drawing/2014/main" id="{A5FF7CB6-36E6-12B9-5FC1-751700CF7650}"/>
              </a:ext>
            </a:extLst>
          </p:cNvPr>
          <p:cNvSpPr>
            <a:spLocks/>
          </p:cNvSpPr>
          <p:nvPr/>
        </p:nvSpPr>
        <p:spPr>
          <a:xfrm>
            <a:off x="8712723" y="5647758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71" name="Text 119">
            <a:extLst>
              <a:ext uri="{FF2B5EF4-FFF2-40B4-BE49-F238E27FC236}">
                <a16:creationId xmlns:a16="http://schemas.microsoft.com/office/drawing/2014/main" id="{353924AC-5BBC-D593-55B6-D31A4F9143AD}"/>
              </a:ext>
            </a:extLst>
          </p:cNvPr>
          <p:cNvSpPr>
            <a:spLocks/>
          </p:cNvSpPr>
          <p:nvPr/>
        </p:nvSpPr>
        <p:spPr>
          <a:xfrm>
            <a:off x="8712723" y="5647758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800" b="1" noProof="1">
                <a:solidFill>
                  <a:srgbClr val="EAF3DE"/>
                </a:solidFill>
              </a:rPr>
              <a:t>30 筆</a:t>
            </a:r>
            <a:endParaRPr lang="zh-TW" sz="800" noProof="1"/>
          </a:p>
        </p:txBody>
      </p:sp>
      <p:sp>
        <p:nvSpPr>
          <p:cNvPr id="173" name="Shape 121">
            <a:extLst>
              <a:ext uri="{FF2B5EF4-FFF2-40B4-BE49-F238E27FC236}">
                <a16:creationId xmlns:a16="http://schemas.microsoft.com/office/drawing/2014/main" id="{B18E1FD3-E01F-FC3F-6608-EC3634139819}"/>
              </a:ext>
            </a:extLst>
          </p:cNvPr>
          <p:cNvSpPr>
            <a:spLocks/>
          </p:cNvSpPr>
          <p:nvPr/>
        </p:nvSpPr>
        <p:spPr>
          <a:xfrm>
            <a:off x="9584964" y="4417675"/>
            <a:ext cx="1789213" cy="1453735"/>
          </a:xfrm>
          <a:prstGeom prst="roundRect">
            <a:avLst>
              <a:gd name="adj" fmla="val 6154"/>
            </a:avLst>
          </a:prstGeom>
          <a:solidFill>
            <a:srgbClr val="F1EFE8"/>
          </a:solidFill>
          <a:ln w="12700">
            <a:solidFill>
              <a:srgbClr val="D3D1C7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sz="2000" noProof="1"/>
          </a:p>
        </p:txBody>
      </p:sp>
      <p:sp>
        <p:nvSpPr>
          <p:cNvPr id="174" name="Text 122">
            <a:extLst>
              <a:ext uri="{FF2B5EF4-FFF2-40B4-BE49-F238E27FC236}">
                <a16:creationId xmlns:a16="http://schemas.microsoft.com/office/drawing/2014/main" id="{9AE60F88-2253-4B97-B968-DD6C8A336E4F}"/>
              </a:ext>
            </a:extLst>
          </p:cNvPr>
          <p:cNvSpPr>
            <a:spLocks/>
          </p:cNvSpPr>
          <p:nvPr/>
        </p:nvSpPr>
        <p:spPr>
          <a:xfrm>
            <a:off x="9696790" y="4484770"/>
            <a:ext cx="1565561" cy="22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1000" b="1" noProof="1">
                <a:solidFill>
                  <a:srgbClr val="444441"/>
                </a:solidFill>
              </a:rPr>
              <a:t>問答記錄</a:t>
            </a:r>
            <a:endParaRPr lang="zh-TW" sz="1000" noProof="1"/>
          </a:p>
        </p:txBody>
      </p:sp>
      <p:sp>
        <p:nvSpPr>
          <p:cNvPr id="175" name="Text 123">
            <a:extLst>
              <a:ext uri="{FF2B5EF4-FFF2-40B4-BE49-F238E27FC236}">
                <a16:creationId xmlns:a16="http://schemas.microsoft.com/office/drawing/2014/main" id="{521530D4-3C9E-4120-35E3-570F20FC2C3E}"/>
              </a:ext>
            </a:extLst>
          </p:cNvPr>
          <p:cNvSpPr>
            <a:spLocks/>
          </p:cNvSpPr>
          <p:nvPr/>
        </p:nvSpPr>
        <p:spPr>
          <a:xfrm>
            <a:off x="9696790" y="4719604"/>
            <a:ext cx="1565561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sz="800" noProof="1">
                <a:solidFill>
                  <a:srgbClr val="5F5E5A"/>
                </a:solidFill>
              </a:rPr>
              <a:t>Logs　FK: solution_id（建置中）</a:t>
            </a:r>
            <a:endParaRPr lang="zh-TW" sz="800" noProof="1"/>
          </a:p>
        </p:txBody>
      </p:sp>
      <p:sp>
        <p:nvSpPr>
          <p:cNvPr id="176" name="Shape 124">
            <a:extLst>
              <a:ext uri="{FF2B5EF4-FFF2-40B4-BE49-F238E27FC236}">
                <a16:creationId xmlns:a16="http://schemas.microsoft.com/office/drawing/2014/main" id="{41DEACB5-D75C-391A-8FEA-A74D5EBB8C81}"/>
              </a:ext>
            </a:extLst>
          </p:cNvPr>
          <p:cNvSpPr>
            <a:spLocks/>
          </p:cNvSpPr>
          <p:nvPr/>
        </p:nvSpPr>
        <p:spPr>
          <a:xfrm>
            <a:off x="9696790" y="4909708"/>
            <a:ext cx="362316" cy="167739"/>
          </a:xfrm>
          <a:prstGeom prst="roundRect">
            <a:avLst>
              <a:gd name="adj" fmla="val 40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77" name="Text 125">
            <a:extLst>
              <a:ext uri="{FF2B5EF4-FFF2-40B4-BE49-F238E27FC236}">
                <a16:creationId xmlns:a16="http://schemas.microsoft.com/office/drawing/2014/main" id="{EDA45D51-ACFA-BCE5-2BCA-232BF2F1EFF6}"/>
              </a:ext>
            </a:extLst>
          </p:cNvPr>
          <p:cNvSpPr>
            <a:spLocks/>
          </p:cNvSpPr>
          <p:nvPr/>
        </p:nvSpPr>
        <p:spPr>
          <a:xfrm>
            <a:off x="9696790" y="4909708"/>
            <a:ext cx="362316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444441"/>
                </a:solidFill>
              </a:rPr>
              <a:t>問題</a:t>
            </a:r>
            <a:endParaRPr lang="zh-TW" sz="700" noProof="1"/>
          </a:p>
        </p:txBody>
      </p:sp>
      <p:sp>
        <p:nvSpPr>
          <p:cNvPr id="178" name="Shape 126">
            <a:extLst>
              <a:ext uri="{FF2B5EF4-FFF2-40B4-BE49-F238E27FC236}">
                <a16:creationId xmlns:a16="http://schemas.microsoft.com/office/drawing/2014/main" id="{52AD2D4C-B50B-2672-680B-824C76C9BD1A}"/>
              </a:ext>
            </a:extLst>
          </p:cNvPr>
          <p:cNvSpPr>
            <a:spLocks/>
          </p:cNvSpPr>
          <p:nvPr/>
        </p:nvSpPr>
        <p:spPr>
          <a:xfrm>
            <a:off x="10115019" y="4909708"/>
            <a:ext cx="637407" cy="167739"/>
          </a:xfrm>
          <a:prstGeom prst="roundRect">
            <a:avLst>
              <a:gd name="adj" fmla="val 40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79" name="Text 127">
            <a:extLst>
              <a:ext uri="{FF2B5EF4-FFF2-40B4-BE49-F238E27FC236}">
                <a16:creationId xmlns:a16="http://schemas.microsoft.com/office/drawing/2014/main" id="{90FA80B8-C01F-99DF-8C72-16BCA13A6187}"/>
              </a:ext>
            </a:extLst>
          </p:cNvPr>
          <p:cNvSpPr>
            <a:spLocks/>
          </p:cNvSpPr>
          <p:nvPr/>
        </p:nvSpPr>
        <p:spPr>
          <a:xfrm>
            <a:off x="10115019" y="4909708"/>
            <a:ext cx="637407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444441"/>
                </a:solidFill>
              </a:rPr>
              <a:t>搜尋關鍵字</a:t>
            </a:r>
            <a:endParaRPr lang="zh-TW" sz="700" noProof="1"/>
          </a:p>
        </p:txBody>
      </p:sp>
      <p:sp>
        <p:nvSpPr>
          <p:cNvPr id="180" name="Shape 128">
            <a:extLst>
              <a:ext uri="{FF2B5EF4-FFF2-40B4-BE49-F238E27FC236}">
                <a16:creationId xmlns:a16="http://schemas.microsoft.com/office/drawing/2014/main" id="{A66D39CA-D62C-C3D5-B00B-A766BFDC614E}"/>
              </a:ext>
            </a:extLst>
          </p:cNvPr>
          <p:cNvSpPr>
            <a:spLocks/>
          </p:cNvSpPr>
          <p:nvPr/>
        </p:nvSpPr>
        <p:spPr>
          <a:xfrm>
            <a:off x="9696790" y="511099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81" name="Text 129">
            <a:extLst>
              <a:ext uri="{FF2B5EF4-FFF2-40B4-BE49-F238E27FC236}">
                <a16:creationId xmlns:a16="http://schemas.microsoft.com/office/drawing/2014/main" id="{002F91E9-0C95-5305-89B9-57FF1D85B6CB}"/>
              </a:ext>
            </a:extLst>
          </p:cNvPr>
          <p:cNvSpPr>
            <a:spLocks/>
          </p:cNvSpPr>
          <p:nvPr/>
        </p:nvSpPr>
        <p:spPr>
          <a:xfrm>
            <a:off x="9696790" y="511099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444441"/>
                </a:solidFill>
              </a:rPr>
              <a:t>結果筆數</a:t>
            </a:r>
            <a:endParaRPr lang="zh-TW" sz="700" noProof="1"/>
          </a:p>
        </p:txBody>
      </p:sp>
      <p:sp>
        <p:nvSpPr>
          <p:cNvPr id="182" name="Shape 130">
            <a:extLst>
              <a:ext uri="{FF2B5EF4-FFF2-40B4-BE49-F238E27FC236}">
                <a16:creationId xmlns:a16="http://schemas.microsoft.com/office/drawing/2014/main" id="{33B3B273-7F62-2E62-A85D-8D777FC288BF}"/>
              </a:ext>
            </a:extLst>
          </p:cNvPr>
          <p:cNvSpPr>
            <a:spLocks/>
          </p:cNvSpPr>
          <p:nvPr/>
        </p:nvSpPr>
        <p:spPr>
          <a:xfrm>
            <a:off x="10298413" y="5110995"/>
            <a:ext cx="545710" cy="167739"/>
          </a:xfrm>
          <a:prstGeom prst="roundRect">
            <a:avLst>
              <a:gd name="adj" fmla="val 40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83" name="Text 131">
            <a:extLst>
              <a:ext uri="{FF2B5EF4-FFF2-40B4-BE49-F238E27FC236}">
                <a16:creationId xmlns:a16="http://schemas.microsoft.com/office/drawing/2014/main" id="{2F692F83-C857-018D-CD4B-4DFB881C14C8}"/>
              </a:ext>
            </a:extLst>
          </p:cNvPr>
          <p:cNvSpPr>
            <a:spLocks/>
          </p:cNvSpPr>
          <p:nvPr/>
        </p:nvSpPr>
        <p:spPr>
          <a:xfrm>
            <a:off x="10298413" y="5110995"/>
            <a:ext cx="54571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700" noProof="1">
                <a:solidFill>
                  <a:srgbClr val="444441"/>
                </a:solidFill>
              </a:rPr>
              <a:t>回答字數</a:t>
            </a:r>
            <a:endParaRPr lang="zh-TW" sz="700" noProof="1"/>
          </a:p>
        </p:txBody>
      </p:sp>
      <p:sp>
        <p:nvSpPr>
          <p:cNvPr id="184" name="Shape 132">
            <a:extLst>
              <a:ext uri="{FF2B5EF4-FFF2-40B4-BE49-F238E27FC236}">
                <a16:creationId xmlns:a16="http://schemas.microsoft.com/office/drawing/2014/main" id="{C955EDE2-51BA-9EE3-F9A3-A96EB11868A2}"/>
              </a:ext>
            </a:extLst>
          </p:cNvPr>
          <p:cNvSpPr>
            <a:spLocks/>
          </p:cNvSpPr>
          <p:nvPr/>
        </p:nvSpPr>
        <p:spPr>
          <a:xfrm>
            <a:off x="10591396" y="5647758"/>
            <a:ext cx="693320" cy="167739"/>
          </a:xfrm>
          <a:prstGeom prst="roundRect">
            <a:avLst>
              <a:gd name="adj" fmla="val 40000"/>
            </a:avLst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zh-TW" sz="2000" noProof="1"/>
          </a:p>
        </p:txBody>
      </p:sp>
      <p:sp>
        <p:nvSpPr>
          <p:cNvPr id="185" name="Text 133">
            <a:extLst>
              <a:ext uri="{FF2B5EF4-FFF2-40B4-BE49-F238E27FC236}">
                <a16:creationId xmlns:a16="http://schemas.microsoft.com/office/drawing/2014/main" id="{F3E5D92C-E762-0CAC-6E09-17840EEF7995}"/>
              </a:ext>
            </a:extLst>
          </p:cNvPr>
          <p:cNvSpPr>
            <a:spLocks/>
          </p:cNvSpPr>
          <p:nvPr/>
        </p:nvSpPr>
        <p:spPr>
          <a:xfrm>
            <a:off x="10591396" y="5647758"/>
            <a:ext cx="693320" cy="16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sz="800" b="1" noProof="1">
                <a:solidFill>
                  <a:srgbClr val="F1EFE8"/>
                </a:solidFill>
              </a:rPr>
              <a:t>建置中</a:t>
            </a:r>
            <a:endParaRPr lang="zh-TW" sz="800" noProof="1"/>
          </a:p>
        </p:txBody>
      </p: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68070741-BC2C-1E83-C9C0-85CD6313B4AA}"/>
              </a:ext>
            </a:extLst>
          </p:cNvPr>
          <p:cNvGrpSpPr/>
          <p:nvPr/>
        </p:nvGrpSpPr>
        <p:grpSpPr>
          <a:xfrm>
            <a:off x="591660" y="4609712"/>
            <a:ext cx="4647402" cy="1119856"/>
            <a:chOff x="2073443" y="4413250"/>
            <a:chExt cx="3794760" cy="914400"/>
          </a:xfrm>
        </p:grpSpPr>
        <p:sp>
          <p:nvSpPr>
            <p:cNvPr id="11" name="Shape 6">
              <a:extLst>
                <a:ext uri="{FF2B5EF4-FFF2-40B4-BE49-F238E27FC236}">
                  <a16:creationId xmlns:a16="http://schemas.microsoft.com/office/drawing/2014/main" id="{CCB9077B-16BE-277A-AF0A-83F4B9790D00}"/>
                </a:ext>
              </a:extLst>
            </p:cNvPr>
            <p:cNvSpPr/>
            <p:nvPr/>
          </p:nvSpPr>
          <p:spPr>
            <a:xfrm>
              <a:off x="2073443" y="4413250"/>
              <a:ext cx="1143000" cy="9144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rgbClr val="25358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865D7A10-F0A2-5238-CA72-258FDB9C5A51}"/>
                </a:ext>
              </a:extLst>
            </p:cNvPr>
            <p:cNvSpPr/>
            <p:nvPr/>
          </p:nvSpPr>
          <p:spPr>
            <a:xfrm>
              <a:off x="2073443" y="4458970"/>
              <a:ext cx="11430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chemeClr val="bg1"/>
                  </a:solidFill>
                </a:rPr>
                <a:t>2,340</a:t>
              </a:r>
              <a:endParaRPr lang="zh-TW" sz="2000" noProof="1">
                <a:solidFill>
                  <a:schemeClr val="bg1"/>
                </a:solidFill>
              </a:endParaRPr>
            </a:p>
          </p:txBody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FEA7B00C-3866-543C-C627-43D751B9ABE9}"/>
                </a:ext>
              </a:extLst>
            </p:cNvPr>
            <p:cNvSpPr/>
            <p:nvPr/>
          </p:nvSpPr>
          <p:spPr>
            <a:xfrm>
              <a:off x="2073443" y="4916170"/>
              <a:ext cx="1143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noProof="1">
                  <a:solidFill>
                    <a:schemeClr val="bg1"/>
                  </a:solidFill>
                </a:rPr>
                <a:t>方案筆數</a:t>
              </a:r>
            </a:p>
          </p:txBody>
        </p:sp>
        <p:sp>
          <p:nvSpPr>
            <p:cNvPr id="14" name="Shape 9">
              <a:extLst>
                <a:ext uri="{FF2B5EF4-FFF2-40B4-BE49-F238E27FC236}">
                  <a16:creationId xmlns:a16="http://schemas.microsoft.com/office/drawing/2014/main" id="{CBDDC5DD-E9BD-A004-785F-3BC92AC255C0}"/>
                </a:ext>
              </a:extLst>
            </p:cNvPr>
            <p:cNvSpPr/>
            <p:nvPr/>
          </p:nvSpPr>
          <p:spPr>
            <a:xfrm>
              <a:off x="3399323" y="4413250"/>
              <a:ext cx="1143000" cy="9144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rgbClr val="25358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5" name="Text 10">
              <a:extLst>
                <a:ext uri="{FF2B5EF4-FFF2-40B4-BE49-F238E27FC236}">
                  <a16:creationId xmlns:a16="http://schemas.microsoft.com/office/drawing/2014/main" id="{A1C86A8A-D33B-B619-AC59-973392189B0E}"/>
                </a:ext>
              </a:extLst>
            </p:cNvPr>
            <p:cNvSpPr/>
            <p:nvPr/>
          </p:nvSpPr>
          <p:spPr>
            <a:xfrm>
              <a:off x="3399323" y="4458970"/>
              <a:ext cx="11430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chemeClr val="bg1"/>
                  </a:solidFill>
                </a:rPr>
                <a:t>834</a:t>
              </a:r>
              <a:endParaRPr lang="zh-TW" sz="2000" noProof="1">
                <a:solidFill>
                  <a:schemeClr val="bg1"/>
                </a:solidFill>
              </a:endParaRPr>
            </a:p>
          </p:txBody>
        </p:sp>
        <p:sp>
          <p:nvSpPr>
            <p:cNvPr id="16" name="Text 11">
              <a:extLst>
                <a:ext uri="{FF2B5EF4-FFF2-40B4-BE49-F238E27FC236}">
                  <a16:creationId xmlns:a16="http://schemas.microsoft.com/office/drawing/2014/main" id="{11B184DD-6B11-7A5E-51A3-94AC26BEA69F}"/>
                </a:ext>
              </a:extLst>
            </p:cNvPr>
            <p:cNvSpPr/>
            <p:nvPr/>
          </p:nvSpPr>
          <p:spPr>
            <a:xfrm>
              <a:off x="3399323" y="4916170"/>
              <a:ext cx="1143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noProof="1">
                  <a:solidFill>
                    <a:schemeClr val="bg1"/>
                  </a:solidFill>
                </a:rPr>
                <a:t>業者數量</a:t>
              </a:r>
            </a:p>
          </p:txBody>
        </p:sp>
        <p:sp>
          <p:nvSpPr>
            <p:cNvPr id="17" name="Shape 12">
              <a:extLst>
                <a:ext uri="{FF2B5EF4-FFF2-40B4-BE49-F238E27FC236}">
                  <a16:creationId xmlns:a16="http://schemas.microsoft.com/office/drawing/2014/main" id="{5147AC8B-0D24-4043-5BAA-4DE690DAFDAD}"/>
                </a:ext>
              </a:extLst>
            </p:cNvPr>
            <p:cNvSpPr/>
            <p:nvPr/>
          </p:nvSpPr>
          <p:spPr>
            <a:xfrm>
              <a:off x="4725203" y="4413250"/>
              <a:ext cx="1143000" cy="9144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>
              <a:solidFill>
                <a:srgbClr val="25358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noProof="1"/>
            </a:p>
          </p:txBody>
        </p:sp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EB2E60BF-A954-30D0-52CE-661A69B1A09C}"/>
                </a:ext>
              </a:extLst>
            </p:cNvPr>
            <p:cNvSpPr/>
            <p:nvPr/>
          </p:nvSpPr>
          <p:spPr>
            <a:xfrm>
              <a:off x="4725203" y="4458970"/>
              <a:ext cx="11430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sz="2000" b="1" noProof="1">
                  <a:solidFill>
                    <a:schemeClr val="bg1"/>
                  </a:solidFill>
                </a:rPr>
                <a:t>30</a:t>
              </a:r>
              <a:endParaRPr lang="zh-TW" sz="2000" noProof="1">
                <a:solidFill>
                  <a:schemeClr val="bg1"/>
                </a:solidFill>
              </a:endParaRPr>
            </a:p>
          </p:txBody>
        </p:sp>
        <p:sp>
          <p:nvSpPr>
            <p:cNvPr id="19" name="Text 14">
              <a:extLst>
                <a:ext uri="{FF2B5EF4-FFF2-40B4-BE49-F238E27FC236}">
                  <a16:creationId xmlns:a16="http://schemas.microsoft.com/office/drawing/2014/main" id="{20949DB4-74E1-A87B-6484-DF1CB4CC753F}"/>
                </a:ext>
              </a:extLst>
            </p:cNvPr>
            <p:cNvSpPr/>
            <p:nvPr/>
          </p:nvSpPr>
          <p:spPr>
            <a:xfrm>
              <a:off x="4725203" y="4916170"/>
              <a:ext cx="1143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TW" noProof="1">
                  <a:solidFill>
                    <a:schemeClr val="bg1"/>
                  </a:solidFill>
                </a:rPr>
                <a:t>服務類別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8023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16447</TotalTime>
  <Words>3054</Words>
  <Application>Microsoft Office PowerPoint</Application>
  <PresentationFormat>寬螢幕</PresentationFormat>
  <Paragraphs>885</Paragraphs>
  <Slides>25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2" baseType="lpstr">
      <vt:lpstr>Microsoft JhengHei UI</vt:lpstr>
      <vt:lpstr>微軟正黑體</vt:lpstr>
      <vt:lpstr>微軟正黑體</vt:lpstr>
      <vt:lpstr>Microsoft JhengHei Light</vt:lpstr>
      <vt:lpstr>Arial</vt:lpstr>
      <vt:lpstr>Calibri</vt:lpstr>
      <vt:lpstr>Office 佈景主題</vt:lpstr>
      <vt:lpstr>PowerPoint 簡報</vt:lpstr>
      <vt:lpstr>總綱</vt:lpstr>
      <vt:lpstr>現況概述</vt:lpstr>
      <vt:lpstr>資料庫架構</vt:lpstr>
      <vt:lpstr>發展目標</vt:lpstr>
      <vt:lpstr>建置</vt:lpstr>
      <vt:lpstr>建置成果</vt:lpstr>
      <vt:lpstr>上線功能</vt:lpstr>
      <vt:lpstr>開發</vt:lpstr>
      <vt:lpstr>5個階段</vt:lpstr>
      <vt:lpstr>7個軌道</vt:lpstr>
      <vt:lpstr>測試</vt:lpstr>
      <vt:lpstr>自動化腳本 (7輪迭代)</vt:lpstr>
      <vt:lpstr>檢驗</vt:lpstr>
      <vt:lpstr>資料評分</vt:lpstr>
      <vt:lpstr>自我檢視</vt:lpstr>
      <vt:lpstr>平台銜接</vt:lpstr>
      <vt:lpstr>費用概算</vt:lpstr>
      <vt:lpstr>結論</vt:lpstr>
      <vt:lpstr>結論</vt:lpstr>
      <vt:lpstr>附件</vt:lpstr>
      <vt:lpstr>資料庫架構 ERD</vt:lpstr>
      <vt:lpstr>資料完整度</vt:lpstr>
      <vt:lpstr>資料庫架構・7張表</vt:lpstr>
      <vt:lpstr>資料庫架構・3層架構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胡秀珠 Judy Hu</dc:creator>
  <cp:lastModifiedBy>Pat Chang</cp:lastModifiedBy>
  <cp:revision>322</cp:revision>
  <dcterms:created xsi:type="dcterms:W3CDTF">2023-10-19T04:01:29Z</dcterms:created>
  <dcterms:modified xsi:type="dcterms:W3CDTF">2026-07-07T07:54:10Z</dcterms:modified>
</cp:coreProperties>
</file>