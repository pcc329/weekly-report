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5"/>
  </p:notesMasterIdLst>
  <p:sldIdLst>
    <p:sldId id="256" r:id="rId2"/>
    <p:sldId id="2147377441" r:id="rId3"/>
    <p:sldId id="2147377434" r:id="rId4"/>
    <p:sldId id="2147377417" r:id="rId5"/>
    <p:sldId id="2147377431" r:id="rId6"/>
    <p:sldId id="2147377440" r:id="rId7"/>
    <p:sldId id="2147377432" r:id="rId8"/>
    <p:sldId id="2147377428" r:id="rId9"/>
    <p:sldId id="2147377436" r:id="rId10"/>
    <p:sldId id="2147377427" r:id="rId11"/>
    <p:sldId id="2147377425" r:id="rId12"/>
    <p:sldId id="2147377437" r:id="rId13"/>
    <p:sldId id="2147377433" r:id="rId14"/>
    <p:sldId id="2147377438" r:id="rId15"/>
    <p:sldId id="2147377429" r:id="rId16"/>
    <p:sldId id="2147377430" r:id="rId17"/>
    <p:sldId id="2147377443" r:id="rId18"/>
    <p:sldId id="2147377442" r:id="rId19"/>
    <p:sldId id="2147377435" r:id="rId20"/>
    <p:sldId id="2147377418" r:id="rId21"/>
    <p:sldId id="2147377420" r:id="rId22"/>
    <p:sldId id="2147377422" r:id="rId23"/>
    <p:sldId id="2147377419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87925E92-4AEB-4F99-91F3-DB05CFE18D23}">
          <p14:sldIdLst>
            <p14:sldId id="256"/>
            <p14:sldId id="2147377441"/>
          </p14:sldIdLst>
        </p14:section>
        <p14:section name="前言" id="{3B796210-ABCC-4FFB-AE4F-28BB84E3057C}">
          <p14:sldIdLst>
            <p14:sldId id="2147377434"/>
            <p14:sldId id="2147377417"/>
            <p14:sldId id="2147377431"/>
          </p14:sldIdLst>
        </p14:section>
        <p14:section name="建置" id="{98CE781F-9CEC-4BA7-B3BD-DE40E38B7BD4}">
          <p14:sldIdLst>
            <p14:sldId id="2147377440"/>
            <p14:sldId id="2147377432"/>
            <p14:sldId id="2147377428"/>
          </p14:sldIdLst>
        </p14:section>
        <p14:section name="開發" id="{3D4B3D10-FBE9-4337-89C8-D3B88DFE30F6}">
          <p14:sldIdLst>
            <p14:sldId id="2147377436"/>
            <p14:sldId id="2147377427"/>
            <p14:sldId id="2147377425"/>
          </p14:sldIdLst>
        </p14:section>
        <p14:section name="測試" id="{14CE4A19-3E72-4AE8-B366-9ED7ACD4A9AC}">
          <p14:sldIdLst>
            <p14:sldId id="2147377437"/>
            <p14:sldId id="2147377433"/>
          </p14:sldIdLst>
        </p14:section>
        <p14:section name="檢驗" id="{CE5224DB-0B84-493F-8725-598E2B9DDC6C}">
          <p14:sldIdLst>
            <p14:sldId id="2147377438"/>
            <p14:sldId id="2147377429"/>
            <p14:sldId id="2147377430"/>
            <p14:sldId id="2147377443"/>
          </p14:sldIdLst>
        </p14:section>
        <p14:section name="結論" id="{807A08AC-6596-440B-804B-06132E3EF258}">
          <p14:sldIdLst>
            <p14:sldId id="2147377442"/>
          </p14:sldIdLst>
        </p14:section>
        <p14:section name="附件" id="{91DD6B32-C087-488C-92A2-6C096C61F13C}">
          <p14:sldIdLst>
            <p14:sldId id="2147377435"/>
            <p14:sldId id="2147377418"/>
            <p14:sldId id="2147377420"/>
            <p14:sldId id="2147377422"/>
            <p14:sldId id="2147377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BA08C"/>
    <a:srgbClr val="0D2237"/>
    <a:srgbClr val="7F6000"/>
    <a:srgbClr val="000000"/>
    <a:srgbClr val="C00000"/>
    <a:srgbClr val="F1A511"/>
    <a:srgbClr val="DBC1ED"/>
    <a:srgbClr val="F0A611"/>
    <a:srgbClr val="FDF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5D720-CC4C-43FF-BB6B-950014E55F8A}" v="2" dt="2026-06-11T09:56:12.326"/>
    <p1510:client id="{57513AA7-67F0-4D4C-B7D8-50EBF9A32944}" v="105" dt="2026-06-11T08:44:08.405"/>
    <p1510:client id="{949D5A40-FB03-4794-8CE6-AC3A02AEC85B}" v="6" dt="2026-06-11T09:06:52.926"/>
    <p1510:client id="{C7BF0416-1E36-4399-AB42-339C66E2F1B1}" v="2" dt="2026-06-11T09:22:57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1038" y="108"/>
      </p:cViewPr>
      <p:guideLst>
        <p:guide orient="horz" pos="2319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 Chang" userId="66bf8e14-25f7-4337-92bb-3d6bd43785cb" providerId="ADAL" clId="{A23B7F98-5C86-4C86-AD33-722562FBF114}"/>
    <pc:docChg chg="undo custSel addSld delSld modSld sldOrd addSection delSection modSection">
      <pc:chgData name="Pat Chang" userId="66bf8e14-25f7-4337-92bb-3d6bd43785cb" providerId="ADAL" clId="{A23B7F98-5C86-4C86-AD33-722562FBF114}" dt="2026-06-11T09:57:00.103" v="12144" actId="20577"/>
      <pc:docMkLst>
        <pc:docMk/>
      </pc:docMkLst>
      <pc:sldChg chg="modSp mod">
        <pc:chgData name="Pat Chang" userId="66bf8e14-25f7-4337-92bb-3d6bd43785cb" providerId="ADAL" clId="{A23B7F98-5C86-4C86-AD33-722562FBF114}" dt="2026-06-11T08:15:20.416" v="10281" actId="20577"/>
        <pc:sldMkLst>
          <pc:docMk/>
          <pc:sldMk cId="953248869" sldId="256"/>
        </pc:sldMkLst>
        <pc:spChg chg="mod">
          <ac:chgData name="Pat Chang" userId="66bf8e14-25f7-4337-92bb-3d6bd43785cb" providerId="ADAL" clId="{A23B7F98-5C86-4C86-AD33-722562FBF114}" dt="2026-06-11T08:15:20.416" v="10281" actId="20577"/>
          <ac:spMkLst>
            <pc:docMk/>
            <pc:sldMk cId="953248869" sldId="256"/>
            <ac:spMk id="3" creationId="{00000000-0000-0000-0000-000000000000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953248869" sldId="256"/>
            <ac:spMk id="4" creationId="{4907234D-F8BE-6BCF-3E18-60E7A80A9228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953248869" sldId="256"/>
            <ac:spMk id="14" creationId="{F1FB69DB-50A2-2936-3B0C-88A81561F68C}"/>
          </ac:spMkLst>
        </pc:spChg>
      </pc:sldChg>
      <pc:sldChg chg="addSp delSp modSp mod">
        <pc:chgData name="Pat Chang" userId="66bf8e14-25f7-4337-92bb-3d6bd43785cb" providerId="ADAL" clId="{A23B7F98-5C86-4C86-AD33-722562FBF114}" dt="2026-06-11T09:54:04.940" v="12077" actId="22"/>
        <pc:sldMkLst>
          <pc:docMk/>
          <pc:sldMk cId="1947758326" sldId="2147377417"/>
        </pc:sldMkLst>
        <pc:spChg chg="mod">
          <ac:chgData name="Pat Chang" userId="66bf8e14-25f7-4337-92bb-3d6bd43785cb" providerId="ADAL" clId="{A23B7F98-5C86-4C86-AD33-722562FBF114}" dt="2026-06-11T08:00:18.752" v="10000" actId="14100"/>
          <ac:spMkLst>
            <pc:docMk/>
            <pc:sldMk cId="1947758326" sldId="2147377417"/>
            <ac:spMk id="3" creationId="{1C5AF511-A8D5-0570-8786-3320C8C74779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4" creationId="{ADC33FE7-144B-A100-6B33-7C2CA15E65F2}"/>
          </ac:spMkLst>
        </pc:spChg>
        <pc:spChg chg="add mod">
          <ac:chgData name="Pat Chang" userId="66bf8e14-25f7-4337-92bb-3d6bd43785cb" providerId="ADAL" clId="{A23B7F98-5C86-4C86-AD33-722562FBF114}" dt="2026-06-11T09:16:49.930" v="11586" actId="1076"/>
          <ac:spMkLst>
            <pc:docMk/>
            <pc:sldMk cId="1947758326" sldId="2147377417"/>
            <ac:spMk id="5" creationId="{18A842C0-5E2E-FA46-C701-1693DC85D09E}"/>
          </ac:spMkLst>
        </pc:spChg>
        <pc:spChg chg="add del mod">
          <ac:chgData name="Pat Chang" userId="66bf8e14-25f7-4337-92bb-3d6bd43785cb" providerId="ADAL" clId="{A23B7F98-5C86-4C86-AD33-722562FBF114}" dt="2026-06-11T04:26:10.162" v="6456" actId="22"/>
          <ac:spMkLst>
            <pc:docMk/>
            <pc:sldMk cId="1947758326" sldId="2147377417"/>
            <ac:spMk id="5" creationId="{BAE64240-99A7-9107-7411-C208CAAD4403}"/>
          </ac:spMkLst>
        </pc:spChg>
        <pc:spChg chg="mod">
          <ac:chgData name="Pat Chang" userId="66bf8e14-25f7-4337-92bb-3d6bd43785cb" providerId="ADAL" clId="{A23B7F98-5C86-4C86-AD33-722562FBF114}" dt="2026-06-11T08:00:08.960" v="9996" actId="20577"/>
          <ac:spMkLst>
            <pc:docMk/>
            <pc:sldMk cId="1947758326" sldId="2147377417"/>
            <ac:spMk id="6" creationId="{68196E27-41ED-5A32-76D6-EF0E7DFE198B}"/>
          </ac:spMkLst>
        </pc:spChg>
        <pc:spChg chg="mod">
          <ac:chgData name="Pat Chang" userId="66bf8e14-25f7-4337-92bb-3d6bd43785cb" providerId="ADAL" clId="{A23B7F98-5C86-4C86-AD33-722562FBF114}" dt="2026-06-11T05:45:02.488" v="6671" actId="164"/>
          <ac:spMkLst>
            <pc:docMk/>
            <pc:sldMk cId="1947758326" sldId="2147377417"/>
            <ac:spMk id="7" creationId="{3E798743-594E-EAC0-4714-35B73E4BEC91}"/>
          </ac:spMkLst>
        </pc:spChg>
        <pc:spChg chg="mod">
          <ac:chgData name="Pat Chang" userId="66bf8e14-25f7-4337-92bb-3d6bd43785cb" providerId="ADAL" clId="{A23B7F98-5C86-4C86-AD33-722562FBF114}" dt="2026-06-11T08:12:35.226" v="10266" actId="404"/>
          <ac:spMkLst>
            <pc:docMk/>
            <pc:sldMk cId="1947758326" sldId="2147377417"/>
            <ac:spMk id="10" creationId="{04AD741A-9DF2-9053-4478-7C09E24E7D63}"/>
          </ac:spMkLst>
        </pc:spChg>
        <pc:spChg chg="add">
          <ac:chgData name="Pat Chang" userId="66bf8e14-25f7-4337-92bb-3d6bd43785cb" providerId="ADAL" clId="{A23B7F98-5C86-4C86-AD33-722562FBF114}" dt="2026-06-11T09:54:04.940" v="12077" actId="22"/>
          <ac:spMkLst>
            <pc:docMk/>
            <pc:sldMk cId="1947758326" sldId="2147377417"/>
            <ac:spMk id="11" creationId="{52B1D7C0-E92F-A8FF-23DB-AD8243F394E2}"/>
          </ac:spMkLst>
        </pc:spChg>
        <pc:spChg chg="add mod">
          <ac:chgData name="Pat Chang" userId="66bf8e14-25f7-4337-92bb-3d6bd43785cb" providerId="ADAL" clId="{A23B7F98-5C86-4C86-AD33-722562FBF114}" dt="2026-06-11T09:16:49.930" v="11586" actId="1076"/>
          <ac:spMkLst>
            <pc:docMk/>
            <pc:sldMk cId="1947758326" sldId="2147377417"/>
            <ac:spMk id="12" creationId="{0ED2890F-4C7D-75DE-0603-06EF046C2F3E}"/>
          </ac:spMkLst>
        </pc:spChg>
        <pc:spChg chg="add del mod">
          <ac:chgData name="Pat Chang" userId="66bf8e14-25f7-4337-92bb-3d6bd43785cb" providerId="ADAL" clId="{A23B7F98-5C86-4C86-AD33-722562FBF114}" dt="2026-06-11T09:16:56.781" v="11590" actId="22"/>
          <ac:spMkLst>
            <pc:docMk/>
            <pc:sldMk cId="1947758326" sldId="2147377417"/>
            <ac:spMk id="14" creationId="{1FE95546-8572-E166-E43C-0C52057F6B54}"/>
          </ac:spMkLst>
        </pc:spChg>
        <pc:spChg chg="add del mod">
          <ac:chgData name="Pat Chang" userId="66bf8e14-25f7-4337-92bb-3d6bd43785cb" providerId="ADAL" clId="{A23B7F98-5C86-4C86-AD33-722562FBF114}" dt="2026-06-11T09:16:56.781" v="11590" actId="22"/>
          <ac:spMkLst>
            <pc:docMk/>
            <pc:sldMk cId="1947758326" sldId="2147377417"/>
            <ac:spMk id="16" creationId="{E1DC3E33-F8AC-3496-73F9-4E2B095D7074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20" creationId="{C44A7DD8-5F4C-3C07-8E6E-3C38CB344AC5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947758326" sldId="2147377417"/>
            <ac:spMk id="21" creationId="{84A05A80-7D7A-5E3D-C675-A60E0882E1D0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23" creationId="{55C4C9E5-1591-8025-1E1F-842D20E708FC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24" creationId="{0C4EADC0-8FBB-9EC9-DDC4-2C65F61F4C99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25" creationId="{08867B5D-0952-1A86-27A6-5BB052CC1E2E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947758326" sldId="2147377417"/>
            <ac:spMk id="27" creationId="{D9A789E7-CAF1-7F11-7773-D400E790243A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28" creationId="{E4111F50-FF1B-AAEF-FC68-90708D53E46E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947758326" sldId="2147377417"/>
            <ac:spMk id="29" creationId="{4EE411E8-5971-A391-1336-91AA272D4DD9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44" creationId="{E390D5F2-191A-1E10-89E3-808190844262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947758326" sldId="2147377417"/>
            <ac:spMk id="45" creationId="{546D9180-1D50-7667-06AE-3D640F5E5A5B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46" creationId="{257D0D4E-14E9-C12F-BE26-9A962712E642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947758326" sldId="2147377417"/>
            <ac:spMk id="48" creationId="{A2E889D6-93A8-DBB7-AF45-82F00B0E5E3A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49" creationId="{07FBBBC6-950E-360B-C48F-E7EAA09B2E61}"/>
          </ac:spMkLst>
        </pc:spChg>
        <pc:spChg chg="del mod">
          <ac:chgData name="Pat Chang" userId="66bf8e14-25f7-4337-92bb-3d6bd43785cb" providerId="ADAL" clId="{A23B7F98-5C86-4C86-AD33-722562FBF114}" dt="2026-06-11T08:00:14.829" v="9999" actId="478"/>
          <ac:spMkLst>
            <pc:docMk/>
            <pc:sldMk cId="1947758326" sldId="2147377417"/>
            <ac:spMk id="51" creationId="{E930C5F2-6704-4578-AA43-DEA5BB93D9C1}"/>
          </ac:spMkLst>
        </pc:spChg>
        <pc:spChg chg="mod">
          <ac:chgData name="Pat Chang" userId="66bf8e14-25f7-4337-92bb-3d6bd43785cb" providerId="ADAL" clId="{A23B7F98-5C86-4C86-AD33-722562FBF114}" dt="2026-06-11T05:45:11.717" v="6673" actId="164"/>
          <ac:spMkLst>
            <pc:docMk/>
            <pc:sldMk cId="1947758326" sldId="2147377417"/>
            <ac:spMk id="54" creationId="{741C8DC4-4B3C-3DF4-D7A7-737D0C552271}"/>
          </ac:spMkLst>
        </pc:spChg>
        <pc:spChg chg="del">
          <ac:chgData name="Pat Chang" userId="66bf8e14-25f7-4337-92bb-3d6bd43785cb" providerId="ADAL" clId="{A23B7F98-5C86-4C86-AD33-722562FBF114}" dt="2026-06-11T09:54:04.684" v="12076" actId="478"/>
          <ac:spMkLst>
            <pc:docMk/>
            <pc:sldMk cId="1947758326" sldId="2147377417"/>
            <ac:spMk id="60" creationId="{00000000-0000-0000-0000-000000000000}"/>
          </ac:spMkLst>
        </pc:spChg>
        <pc:grpChg chg="add mod">
          <ac:chgData name="Pat Chang" userId="66bf8e14-25f7-4337-92bb-3d6bd43785cb" providerId="ADAL" clId="{A23B7F98-5C86-4C86-AD33-722562FBF114}" dt="2026-06-11T05:45:22.965" v="6677" actId="14100"/>
          <ac:grpSpMkLst>
            <pc:docMk/>
            <pc:sldMk cId="1947758326" sldId="2147377417"/>
            <ac:grpSpMk id="8" creationId="{8309E9C3-31CB-8207-CD3D-81F9E29C8B90}"/>
          </ac:grpSpMkLst>
        </pc:grpChg>
        <pc:grpChg chg="mod">
          <ac:chgData name="Pat Chang" userId="66bf8e14-25f7-4337-92bb-3d6bd43785cb" providerId="ADAL" clId="{A23B7F98-5C86-4C86-AD33-722562FBF114}" dt="2026-06-11T05:45:22.965" v="6677" actId="14100"/>
          <ac:grpSpMkLst>
            <pc:docMk/>
            <pc:sldMk cId="1947758326" sldId="2147377417"/>
            <ac:grpSpMk id="9" creationId="{DC763DC0-057F-8A50-BAE0-CAA4205E4020}"/>
          </ac:grpSpMkLst>
        </pc:grpChg>
        <pc:picChg chg="add del mod">
          <ac:chgData name="Pat Chang" userId="66bf8e14-25f7-4337-92bb-3d6bd43785cb" providerId="ADAL" clId="{A23B7F98-5C86-4C86-AD33-722562FBF114}" dt="2026-06-11T02:48:39.223" v="4864" actId="931"/>
          <ac:picMkLst>
            <pc:docMk/>
            <pc:sldMk cId="1947758326" sldId="2147377417"/>
            <ac:picMk id="5" creationId="{A25BCB07-7A9C-A0C8-621E-B1A8CF556044}"/>
          </ac:picMkLst>
        </pc:picChg>
      </pc:sldChg>
      <pc:sldChg chg="addSp delSp modSp mod ord">
        <pc:chgData name="Pat Chang" userId="66bf8e14-25f7-4337-92bb-3d6bd43785cb" providerId="ADAL" clId="{A23B7F98-5C86-4C86-AD33-722562FBF114}" dt="2026-06-11T09:54:43.612" v="12088" actId="478"/>
        <pc:sldMkLst>
          <pc:docMk/>
          <pc:sldMk cId="1863734521" sldId="2147377418"/>
        </pc:sldMkLst>
        <pc:spChg chg="mod">
          <ac:chgData name="Pat Chang" userId="66bf8e14-25f7-4337-92bb-3d6bd43785cb" providerId="ADAL" clId="{A23B7F98-5C86-4C86-AD33-722562FBF114}" dt="2026-06-11T06:24:50.096" v="7915" actId="20577"/>
          <ac:spMkLst>
            <pc:docMk/>
            <pc:sldMk cId="1863734521" sldId="2147377418"/>
            <ac:spMk id="2" creationId="{A214BF64-8FC8-DECA-3D96-7619A505236B}"/>
          </ac:spMkLst>
        </pc:spChg>
        <pc:spChg chg="add mod">
          <ac:chgData name="Pat Chang" userId="66bf8e14-25f7-4337-92bb-3d6bd43785cb" providerId="ADAL" clId="{A23B7F98-5C86-4C86-AD33-722562FBF114}" dt="2026-06-11T02:49:55.450" v="4896"/>
          <ac:spMkLst>
            <pc:docMk/>
            <pc:sldMk cId="1863734521" sldId="2147377418"/>
            <ac:spMk id="3" creationId="{F6939054-7433-E2BD-4F92-5A97F3A06A13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863734521" sldId="2147377418"/>
            <ac:spMk id="6" creationId="{14D56DAE-95AB-95E2-2402-C1E8B1A4A934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13" creationId="{C5CB6D3A-8982-B324-9B6C-BF2AECC1B41E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15" creationId="{6A3747E4-ED02-C3F6-CD2B-D9863DE3F7B4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863734521" sldId="2147377418"/>
            <ac:spMk id="16" creationId="{7C5C0A24-7FF2-8A29-44C7-307307B76BC7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22" creationId="{1941DB3E-D23B-25E2-4FA2-5D93B063AB9A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863734521" sldId="2147377418"/>
            <ac:spMk id="28" creationId="{C7BC7BA4-0D90-AB73-7E05-58F1D5D28DDE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30" creationId="{2506EC9E-45A8-855B-035D-E9943F5A055C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32" creationId="{A705F9CC-E435-D1FA-18BD-20232DF44076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863734521" sldId="2147377418"/>
            <ac:spMk id="33" creationId="{AE5C56CF-3F86-FC1D-B211-9F84A235CFDD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34" creationId="{7F419334-E0A8-75F1-9096-372FE1C66DD0}"/>
          </ac:spMkLst>
        </pc:spChg>
        <pc:spChg chg="mod">
          <ac:chgData name="Pat Chang" userId="66bf8e14-25f7-4337-92bb-3d6bd43785cb" providerId="ADAL" clId="{A23B7F98-5C86-4C86-AD33-722562FBF114}" dt="2026-06-11T04:23:52.150" v="6422" actId="1076"/>
          <ac:spMkLst>
            <pc:docMk/>
            <pc:sldMk cId="1863734521" sldId="2147377418"/>
            <ac:spMk id="35" creationId="{8FEB88B8-B890-A87D-A101-6A69D5019CA4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36" creationId="{4752DDCB-420B-7D69-327B-21CD13B32C5B}"/>
          </ac:spMkLst>
        </pc:spChg>
        <pc:spChg chg="mod topLvl">
          <ac:chgData name="Pat Chang" userId="66bf8e14-25f7-4337-92bb-3d6bd43785cb" providerId="ADAL" clId="{A23B7F98-5C86-4C86-AD33-722562FBF114}" dt="2026-06-11T04:24:35.488" v="6447" actId="165"/>
          <ac:spMkLst>
            <pc:docMk/>
            <pc:sldMk cId="1863734521" sldId="2147377418"/>
            <ac:spMk id="37" creationId="{91A85A96-2979-B065-D42A-C3BA0FB3534E}"/>
          </ac:spMkLst>
        </pc:spChg>
        <pc:spChg chg="mod">
          <ac:chgData name="Pat Chang" userId="66bf8e14-25f7-4337-92bb-3d6bd43785cb" providerId="ADAL" clId="{A23B7F98-5C86-4C86-AD33-722562FBF114}" dt="2026-06-11T04:24:18.711" v="6446" actId="1036"/>
          <ac:spMkLst>
            <pc:docMk/>
            <pc:sldMk cId="1863734521" sldId="2147377418"/>
            <ac:spMk id="38" creationId="{B533EF84-E4C0-B0DD-115A-8B66B4DD5068}"/>
          </ac:spMkLst>
        </pc:spChg>
        <pc:spChg chg="mod">
          <ac:chgData name="Pat Chang" userId="66bf8e14-25f7-4337-92bb-3d6bd43785cb" providerId="ADAL" clId="{A23B7F98-5C86-4C86-AD33-722562FBF114}" dt="2026-06-11T04:24:07.660" v="6442" actId="1037"/>
          <ac:spMkLst>
            <pc:docMk/>
            <pc:sldMk cId="1863734521" sldId="2147377418"/>
            <ac:spMk id="39" creationId="{39C39F92-B428-4E2E-6FF0-BF1772AC1AEE}"/>
          </ac:spMkLst>
        </pc:spChg>
        <pc:spChg chg="mod">
          <ac:chgData name="Pat Chang" userId="66bf8e14-25f7-4337-92bb-3d6bd43785cb" providerId="ADAL" clId="{A23B7F98-5C86-4C86-AD33-722562FBF114}" dt="2026-06-11T04:24:38.908" v="6448" actId="164"/>
          <ac:spMkLst>
            <pc:docMk/>
            <pc:sldMk cId="1863734521" sldId="2147377418"/>
            <ac:spMk id="40" creationId="{D63D693A-F8EC-8280-3E73-9FB1E974A10C}"/>
          </ac:spMkLst>
        </pc:spChg>
        <pc:spChg chg="mod topLvl">
          <ac:chgData name="Pat Chang" userId="66bf8e14-25f7-4337-92bb-3d6bd43785cb" providerId="ADAL" clId="{A23B7F98-5C86-4C86-AD33-722562FBF114}" dt="2026-06-11T04:24:38.908" v="6448" actId="164"/>
          <ac:spMkLst>
            <pc:docMk/>
            <pc:sldMk cId="1863734521" sldId="2147377418"/>
            <ac:spMk id="41" creationId="{9016B132-573D-8993-01AD-D427C96027E9}"/>
          </ac:spMkLst>
        </pc:spChg>
        <pc:spChg chg="mod topLvl">
          <ac:chgData name="Pat Chang" userId="66bf8e14-25f7-4337-92bb-3d6bd43785cb" providerId="ADAL" clId="{A23B7F98-5C86-4C86-AD33-722562FBF114}" dt="2026-06-11T04:24:38.908" v="6448" actId="164"/>
          <ac:spMkLst>
            <pc:docMk/>
            <pc:sldMk cId="1863734521" sldId="2147377418"/>
            <ac:spMk id="42" creationId="{E33D6C0B-45DF-9CEA-0749-07FC2612EDBD}"/>
          </ac:spMkLst>
        </pc:spChg>
        <pc:spChg chg="add del">
          <ac:chgData name="Pat Chang" userId="66bf8e14-25f7-4337-92bb-3d6bd43785cb" providerId="ADAL" clId="{A23B7F98-5C86-4C86-AD33-722562FBF114}" dt="2026-06-11T09:54:43.612" v="12088" actId="478"/>
          <ac:spMkLst>
            <pc:docMk/>
            <pc:sldMk cId="1863734521" sldId="2147377418"/>
            <ac:spMk id="44" creationId="{1044B42E-F6E8-8D28-E7A1-8F8AEDD82BED}"/>
          </ac:spMkLst>
        </pc:spChg>
        <pc:spChg chg="mod">
          <ac:chgData name="Pat Chang" userId="66bf8e14-25f7-4337-92bb-3d6bd43785cb" providerId="ADAL" clId="{A23B7F98-5C86-4C86-AD33-722562FBF114}" dt="2026-06-11T04:24:47.015" v="6450"/>
          <ac:spMkLst>
            <pc:docMk/>
            <pc:sldMk cId="1863734521" sldId="2147377418"/>
            <ac:spMk id="44" creationId="{512FD73B-54F9-704C-5407-CA422070B794}"/>
          </ac:spMkLst>
        </pc:spChg>
        <pc:spChg chg="mod">
          <ac:chgData name="Pat Chang" userId="66bf8e14-25f7-4337-92bb-3d6bd43785cb" providerId="ADAL" clId="{A23B7F98-5C86-4C86-AD33-722562FBF114}" dt="2026-06-11T04:24:47.015" v="6450"/>
          <ac:spMkLst>
            <pc:docMk/>
            <pc:sldMk cId="1863734521" sldId="2147377418"/>
            <ac:spMk id="45" creationId="{941E4FA9-2D4B-E092-8AA9-C7C9BEB14041}"/>
          </ac:spMkLst>
        </pc:spChg>
        <pc:spChg chg="mod">
          <ac:chgData name="Pat Chang" userId="66bf8e14-25f7-4337-92bb-3d6bd43785cb" providerId="ADAL" clId="{A23B7F98-5C86-4C86-AD33-722562FBF114}" dt="2026-06-11T05:58:58.684" v="7173" actId="20577"/>
          <ac:spMkLst>
            <pc:docMk/>
            <pc:sldMk cId="1863734521" sldId="2147377418"/>
            <ac:spMk id="51" creationId="{281003A8-8362-0B6C-0193-981D314AB003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863734521" sldId="2147377418"/>
            <ac:spMk id="55" creationId="{4FC43A0D-57D4-215F-9C8D-A0AFECE9CAD1}"/>
          </ac:spMkLst>
        </pc:spChg>
        <pc:spChg chg="mod">
          <ac:chgData name="Pat Chang" userId="66bf8e14-25f7-4337-92bb-3d6bd43785cb" providerId="ADAL" clId="{A23B7F98-5C86-4C86-AD33-722562FBF114}" dt="2026-06-11T02:47:20.328" v="4861" actId="2"/>
          <ac:spMkLst>
            <pc:docMk/>
            <pc:sldMk cId="1863734521" sldId="2147377418"/>
            <ac:spMk id="57" creationId="{09164E70-C951-7D72-8137-74685EC34183}"/>
          </ac:spMkLst>
        </pc:spChg>
        <pc:spChg chg="mod">
          <ac:chgData name="Pat Chang" userId="66bf8e14-25f7-4337-92bb-3d6bd43785cb" providerId="ADAL" clId="{A23B7F98-5C86-4C86-AD33-722562FBF114}" dt="2026-06-08T03:05:04.849" v="4618" actId="20577"/>
          <ac:spMkLst>
            <pc:docMk/>
            <pc:sldMk cId="1863734521" sldId="2147377418"/>
            <ac:spMk id="62" creationId="{19414FFB-C4C6-9EF6-DF39-5C70E5EA846D}"/>
          </ac:spMkLst>
        </pc:spChg>
        <pc:spChg chg="mod">
          <ac:chgData name="Pat Chang" userId="66bf8e14-25f7-4337-92bb-3d6bd43785cb" providerId="ADAL" clId="{A23B7F98-5C86-4C86-AD33-722562FBF114}" dt="2026-06-08T01:36:30.816" v="2315" actId="1076"/>
          <ac:spMkLst>
            <pc:docMk/>
            <pc:sldMk cId="1863734521" sldId="2147377418"/>
            <ac:spMk id="63" creationId="{DD4009A9-ADDA-2C60-081A-0C1E4DCC77BC}"/>
          </ac:spMkLst>
        </pc:spChg>
        <pc:spChg chg="mod">
          <ac:chgData name="Pat Chang" userId="66bf8e14-25f7-4337-92bb-3d6bd43785cb" providerId="ADAL" clId="{A23B7F98-5C86-4C86-AD33-722562FBF114}" dt="2026-06-11T04:24:38.908" v="6448" actId="164"/>
          <ac:spMkLst>
            <pc:docMk/>
            <pc:sldMk cId="1863734521" sldId="2147377418"/>
            <ac:spMk id="64" creationId="{127CE661-9C23-D7EF-4E41-70FD594319A6}"/>
          </ac:spMkLst>
        </pc:spChg>
        <pc:spChg chg="mod">
          <ac:chgData name="Pat Chang" userId="66bf8e14-25f7-4337-92bb-3d6bd43785cb" providerId="ADAL" clId="{A23B7F98-5C86-4C86-AD33-722562FBF114}" dt="2026-06-11T04:23:54.395" v="6423" actId="1076"/>
          <ac:spMkLst>
            <pc:docMk/>
            <pc:sldMk cId="1863734521" sldId="2147377418"/>
            <ac:spMk id="65" creationId="{3A178792-4E21-F1F6-71C3-EA624F40B0E6}"/>
          </ac:spMkLst>
        </pc:spChg>
        <pc:spChg chg="del">
          <ac:chgData name="Pat Chang" userId="66bf8e14-25f7-4337-92bb-3d6bd43785cb" providerId="ADAL" clId="{A23B7F98-5C86-4C86-AD33-722562FBF114}" dt="2026-06-11T09:54:43.612" v="12088" actId="478"/>
          <ac:spMkLst>
            <pc:docMk/>
            <pc:sldMk cId="1863734521" sldId="2147377418"/>
            <ac:spMk id="66" creationId="{00000000-0000-0000-0000-000000000000}"/>
          </ac:spMkLst>
        </pc:spChg>
        <pc:spChg chg="mod">
          <ac:chgData name="Pat Chang" userId="66bf8e14-25f7-4337-92bb-3d6bd43785cb" providerId="ADAL" clId="{A23B7F98-5C86-4C86-AD33-722562FBF114}" dt="2026-06-11T04:24:47.015" v="6450"/>
          <ac:spMkLst>
            <pc:docMk/>
            <pc:sldMk cId="1863734521" sldId="2147377418"/>
            <ac:spMk id="66" creationId="{07AF56E8-1DB1-8F0A-C110-7FD72BAA53D6}"/>
          </ac:spMkLst>
        </pc:spChg>
        <pc:spChg chg="del">
          <ac:chgData name="Pat Chang" userId="66bf8e14-25f7-4337-92bb-3d6bd43785cb" providerId="ADAL" clId="{A23B7F98-5C86-4C86-AD33-722562FBF114}" dt="2026-06-11T09:54:43.612" v="12088" actId="478"/>
          <ac:spMkLst>
            <pc:docMk/>
            <pc:sldMk cId="1863734521" sldId="2147377418"/>
            <ac:spMk id="67" creationId="{00000000-0000-0000-0000-000000000000}"/>
          </ac:spMkLst>
        </pc:spChg>
        <pc:spChg chg="mod">
          <ac:chgData name="Pat Chang" userId="66bf8e14-25f7-4337-92bb-3d6bd43785cb" providerId="ADAL" clId="{A23B7F98-5C86-4C86-AD33-722562FBF114}" dt="2026-06-11T04:24:47.015" v="6450"/>
          <ac:spMkLst>
            <pc:docMk/>
            <pc:sldMk cId="1863734521" sldId="2147377418"/>
            <ac:spMk id="67" creationId="{F96FE24E-0E2F-4757-FE7C-DC2E5BA709CC}"/>
          </ac:spMkLst>
        </pc:spChg>
        <pc:spChg chg="del">
          <ac:chgData name="Pat Chang" userId="66bf8e14-25f7-4337-92bb-3d6bd43785cb" providerId="ADAL" clId="{A23B7F98-5C86-4C86-AD33-722562FBF114}" dt="2026-06-11T09:54:43.612" v="12088" actId="478"/>
          <ac:spMkLst>
            <pc:docMk/>
            <pc:sldMk cId="1863734521" sldId="2147377418"/>
            <ac:spMk id="68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3.612" v="12088" actId="478"/>
          <ac:spMkLst>
            <pc:docMk/>
            <pc:sldMk cId="1863734521" sldId="2147377418"/>
            <ac:spMk id="69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3.612" v="12088" actId="478"/>
          <ac:spMkLst>
            <pc:docMk/>
            <pc:sldMk cId="1863734521" sldId="2147377418"/>
            <ac:spMk id="70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35.158" v="12086" actId="478"/>
          <ac:spMkLst>
            <pc:docMk/>
            <pc:sldMk cId="1863734521" sldId="2147377418"/>
            <ac:spMk id="71" creationId="{00000000-0000-0000-0000-000000000000}"/>
          </ac:spMkLst>
        </pc:spChg>
        <pc:grpChg chg="add mod">
          <ac:chgData name="Pat Chang" userId="66bf8e14-25f7-4337-92bb-3d6bd43785cb" providerId="ADAL" clId="{A23B7F98-5C86-4C86-AD33-722562FBF114}" dt="2026-06-11T04:24:46.393" v="6449" actId="1076"/>
          <ac:grpSpMkLst>
            <pc:docMk/>
            <pc:sldMk cId="1863734521" sldId="2147377418"/>
            <ac:grpSpMk id="3" creationId="{EB78CE74-E83E-7C8F-BDAA-8591F3080ECF}"/>
          </ac:grpSpMkLst>
        </pc:grpChg>
        <pc:grpChg chg="add del mod">
          <ac:chgData name="Pat Chang" userId="66bf8e14-25f7-4337-92bb-3d6bd43785cb" providerId="ADAL" clId="{A23B7F98-5C86-4C86-AD33-722562FBF114}" dt="2026-06-11T04:25:31.568" v="6452" actId="478"/>
          <ac:grpSpMkLst>
            <pc:docMk/>
            <pc:sldMk cId="1863734521" sldId="2147377418"/>
            <ac:grpSpMk id="43" creationId="{43237309-AA3A-8284-3F4F-D50247448993}"/>
          </ac:grpSpMkLst>
        </pc:grpChg>
        <pc:grpChg chg="mod">
          <ac:chgData name="Pat Chang" userId="66bf8e14-25f7-4337-92bb-3d6bd43785cb" providerId="ADAL" clId="{A23B7F98-5C86-4C86-AD33-722562FBF114}" dt="2026-06-11T04:23:12.515" v="6418" actId="14100"/>
          <ac:grpSpMkLst>
            <pc:docMk/>
            <pc:sldMk cId="1863734521" sldId="2147377418"/>
            <ac:grpSpMk id="46" creationId="{2D3856C7-2E0C-3C8C-36D5-EACACEB51425}"/>
          </ac:grpSpMkLst>
        </pc:grpChg>
      </pc:sldChg>
      <pc:sldChg chg="addSp delSp modSp mod ord modShow">
        <pc:chgData name="Pat Chang" userId="66bf8e14-25f7-4337-92bb-3d6bd43785cb" providerId="ADAL" clId="{A23B7F98-5C86-4C86-AD33-722562FBF114}" dt="2026-06-11T09:54:57.915" v="12092" actId="478"/>
        <pc:sldMkLst>
          <pc:docMk/>
          <pc:sldMk cId="1298023424" sldId="2147377419"/>
        </pc:sldMkLst>
        <pc:spChg chg="mod">
          <ac:chgData name="Pat Chang" userId="66bf8e14-25f7-4337-92bb-3d6bd43785cb" providerId="ADAL" clId="{A23B7F98-5C86-4C86-AD33-722562FBF114}" dt="2026-05-25T02:45:46.968" v="2010" actId="20577"/>
          <ac:spMkLst>
            <pc:docMk/>
            <pc:sldMk cId="1298023424" sldId="2147377419"/>
            <ac:spMk id="2" creationId="{B9217587-F588-310C-72CC-71F99CE438D8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3" creationId="{540F41E3-6C6E-81D7-239F-F9BB64DA4A8C}"/>
          </ac:spMkLst>
        </pc:spChg>
        <pc:spChg chg="mod">
          <ac:chgData name="Pat Chang" userId="66bf8e14-25f7-4337-92bb-3d6bd43785cb" providerId="ADAL" clId="{A23B7F98-5C86-4C86-AD33-722562FBF114}" dt="2026-06-08T06:31:52.225" v="4795" actId="20577"/>
          <ac:spMkLst>
            <pc:docMk/>
            <pc:sldMk cId="1298023424" sldId="2147377419"/>
            <ac:spMk id="12" creationId="{865D7A10-F0A2-5238-CA72-258FDB9C5A51}"/>
          </ac:spMkLst>
        </pc:spChg>
        <pc:spChg chg="mod">
          <ac:chgData name="Pat Chang" userId="66bf8e14-25f7-4337-92bb-3d6bd43785cb" providerId="ADAL" clId="{A23B7F98-5C86-4C86-AD33-722562FBF114}" dt="2026-06-08T06:31:56.022" v="4801" actId="20577"/>
          <ac:spMkLst>
            <pc:docMk/>
            <pc:sldMk cId="1298023424" sldId="2147377419"/>
            <ac:spMk id="15" creationId="{A1C86A8A-D33B-B619-AC59-973392189B0E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61" creationId="{BB0B84A7-B2E0-89B2-C85B-AEA2A5F59060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74" creationId="{74CBD685-B2A1-F1AC-2043-868EF5E43FBC}"/>
          </ac:spMkLst>
        </pc:spChg>
        <pc:spChg chg="mod">
          <ac:chgData name="Pat Chang" userId="66bf8e14-25f7-4337-92bb-3d6bd43785cb" providerId="ADAL" clId="{A23B7F98-5C86-4C86-AD33-722562FBF114}" dt="2026-06-08T06:32:14.013" v="4807" actId="20577"/>
          <ac:spMkLst>
            <pc:docMk/>
            <pc:sldMk cId="1298023424" sldId="2147377419"/>
            <ac:spMk id="79" creationId="{CCA0467E-AD8D-A927-1E3D-54315BC0CA00}"/>
          </ac:spMkLst>
        </pc:spChg>
        <pc:spChg chg="mod">
          <ac:chgData name="Pat Chang" userId="66bf8e14-25f7-4337-92bb-3d6bd43785cb" providerId="ADAL" clId="{A23B7F98-5C86-4C86-AD33-722562FBF114}" dt="2026-06-08T01:35:56.497" v="2309"/>
          <ac:spMkLst>
            <pc:docMk/>
            <pc:sldMk cId="1298023424" sldId="2147377419"/>
            <ac:spMk id="110" creationId="{BD45C6F5-56B4-093D-F3CB-DFDB3CFF5D1A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11" creationId="{2AAB354B-BC60-12EE-E993-080B5FFCF2D9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19" creationId="{4F7479FD-3FE0-6EEA-C1C3-58F17D2CDA51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24" creationId="{31B0B79F-B9EB-FADB-9838-06E670D435E0}"/>
          </ac:spMkLst>
        </pc:spChg>
        <pc:spChg chg="mod">
          <ac:chgData name="Pat Chang" userId="66bf8e14-25f7-4337-92bb-3d6bd43785cb" providerId="ADAL" clId="{A23B7F98-5C86-4C86-AD33-722562FBF114}" dt="2026-06-08T06:32:21.182" v="4813" actId="20577"/>
          <ac:spMkLst>
            <pc:docMk/>
            <pc:sldMk cId="1298023424" sldId="2147377419"/>
            <ac:spMk id="145" creationId="{9F29F71B-96FC-9C49-0469-926AD1E1DD1C}"/>
          </ac:spMkLst>
        </pc:spChg>
        <pc:spChg chg="add del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47" creationId="{DE315264-33DE-AC6E-8AA5-76A5D35661C7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58" creationId="{9A24BDF8-E057-9D6C-991D-45FF4AC99310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77" creationId="{EDA45D51-ACFA-BCE5-2BCA-232BF2F1EFF6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298023424" sldId="2147377419"/>
            <ac:spMk id="182" creationId="{33B3B273-7F62-2E62-A85D-8D777FC288BF}"/>
          </ac:spMkLst>
        </pc:spChg>
        <pc:spChg chg="del">
          <ac:chgData name="Pat Chang" userId="66bf8e14-25f7-4337-92bb-3d6bd43785cb" providerId="ADAL" clId="{A23B7F98-5C86-4C86-AD33-722562FBF114}" dt="2026-06-11T09:54:57.915" v="12092" actId="478"/>
          <ac:spMkLst>
            <pc:docMk/>
            <pc:sldMk cId="1298023424" sldId="2147377419"/>
            <ac:spMk id="186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7.915" v="12092" actId="478"/>
          <ac:spMkLst>
            <pc:docMk/>
            <pc:sldMk cId="1298023424" sldId="2147377419"/>
            <ac:spMk id="187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7.915" v="12092" actId="478"/>
          <ac:spMkLst>
            <pc:docMk/>
            <pc:sldMk cId="1298023424" sldId="2147377419"/>
            <ac:spMk id="188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7.915" v="12092" actId="478"/>
          <ac:spMkLst>
            <pc:docMk/>
            <pc:sldMk cId="1298023424" sldId="2147377419"/>
            <ac:spMk id="189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7.915" v="12092" actId="478"/>
          <ac:spMkLst>
            <pc:docMk/>
            <pc:sldMk cId="1298023424" sldId="2147377419"/>
            <ac:spMk id="190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7.915" v="12092" actId="478"/>
          <ac:spMkLst>
            <pc:docMk/>
            <pc:sldMk cId="1298023424" sldId="2147377419"/>
            <ac:spMk id="191" creationId="{00000000-0000-0000-0000-000000000000}"/>
          </ac:spMkLst>
        </pc:spChg>
      </pc:sldChg>
      <pc:sldChg chg="delSp modSp add del mod ord modShow">
        <pc:chgData name="Pat Chang" userId="66bf8e14-25f7-4337-92bb-3d6bd43785cb" providerId="ADAL" clId="{A23B7F98-5C86-4C86-AD33-722562FBF114}" dt="2026-06-11T09:54:49.687" v="12090" actId="478"/>
        <pc:sldMkLst>
          <pc:docMk/>
          <pc:sldMk cId="3450010529" sldId="2147377420"/>
        </pc:sldMkLst>
        <pc:spChg chg="mod">
          <ac:chgData name="Pat Chang" userId="66bf8e14-25f7-4337-92bb-3d6bd43785cb" providerId="ADAL" clId="{A23B7F98-5C86-4C86-AD33-722562FBF114}" dt="2026-05-25T02:46:18.354" v="2019" actId="20577"/>
          <ac:spMkLst>
            <pc:docMk/>
            <pc:sldMk cId="3450010529" sldId="2147377420"/>
            <ac:spMk id="2" creationId="{8D5FEFBC-2DE6-5B21-2BD8-FFFEF4EC0567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17" creationId="{28205A04-9669-157F-D29D-FCBC72449A88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39" creationId="{24F8BCD0-1D49-4083-11C8-1BAD4C5262A8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45" creationId="{EB942626-1F32-CDA5-93CE-F2D3C8C5DCC7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46" creationId="{EECB06D5-1BAC-2DF8-88B6-CFC1D48D930D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52" creationId="{07E5E92D-96DD-6360-5A78-DF5A4C3FE7D5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60" creationId="{D9517491-8594-C321-0ED6-90FCBA153292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70" creationId="{5437C0BF-2836-48FC-AE7F-3EC3612B58EC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72" creationId="{5ACDB6E7-6352-6188-8EF4-8EEBF0D16384}"/>
          </ac:spMkLst>
        </pc:spChg>
        <pc:spChg chg="mod">
          <ac:chgData name="Pat Chang" userId="66bf8e14-25f7-4337-92bb-3d6bd43785cb" providerId="ADAL" clId="{A23B7F98-5C86-4C86-AD33-722562FBF114}" dt="2026-06-08T01:43:24.961" v="2331" actId="20577"/>
          <ac:spMkLst>
            <pc:docMk/>
            <pc:sldMk cId="3450010529" sldId="2147377420"/>
            <ac:spMk id="275" creationId="{BB28DF3E-2E79-17A8-DABE-25E5CC1D7D63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278" creationId="{C7ACC8C5-C12D-9469-9BBE-94FDAEE58C21}"/>
          </ac:spMkLst>
        </pc:spChg>
        <pc:spChg chg="mod">
          <ac:chgData name="Pat Chang" userId="66bf8e14-25f7-4337-92bb-3d6bd43785cb" providerId="ADAL" clId="{A23B7F98-5C86-4C86-AD33-722562FBF114}" dt="2026-06-08T01:43:28.448" v="2335" actId="20577"/>
          <ac:spMkLst>
            <pc:docMk/>
            <pc:sldMk cId="3450010529" sldId="2147377420"/>
            <ac:spMk id="284" creationId="{F1A14C3F-8EC6-B9A2-C50C-7D258B5881B6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450010529" sldId="2147377420"/>
            <ac:spMk id="300" creationId="{EE2A2501-929F-AFD4-8DED-6401BAF7085E}"/>
          </ac:spMkLst>
        </pc:spChg>
        <pc:spChg chg="del">
          <ac:chgData name="Pat Chang" userId="66bf8e14-25f7-4337-92bb-3d6bd43785cb" providerId="ADAL" clId="{A23B7F98-5C86-4C86-AD33-722562FBF114}" dt="2026-06-11T09:54:49.687" v="12090" actId="478"/>
          <ac:spMkLst>
            <pc:docMk/>
            <pc:sldMk cId="3450010529" sldId="2147377420"/>
            <ac:spMk id="301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9.687" v="12090" actId="478"/>
          <ac:spMkLst>
            <pc:docMk/>
            <pc:sldMk cId="3450010529" sldId="2147377420"/>
            <ac:spMk id="302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9.687" v="12090" actId="478"/>
          <ac:spMkLst>
            <pc:docMk/>
            <pc:sldMk cId="3450010529" sldId="2147377420"/>
            <ac:spMk id="303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9.687" v="12090" actId="478"/>
          <ac:spMkLst>
            <pc:docMk/>
            <pc:sldMk cId="3450010529" sldId="2147377420"/>
            <ac:spMk id="304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9.687" v="12090" actId="478"/>
          <ac:spMkLst>
            <pc:docMk/>
            <pc:sldMk cId="3450010529" sldId="2147377420"/>
            <ac:spMk id="305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9.687" v="12090" actId="478"/>
          <ac:spMkLst>
            <pc:docMk/>
            <pc:sldMk cId="3450010529" sldId="2147377420"/>
            <ac:spMk id="306" creationId="{00000000-0000-0000-0000-000000000000}"/>
          </ac:spMkLst>
        </pc:spChg>
      </pc:sldChg>
      <pc:sldChg chg="addSp delSp modSp del mod">
        <pc:chgData name="Pat Chang" userId="66bf8e14-25f7-4337-92bb-3d6bd43785cb" providerId="ADAL" clId="{A23B7F98-5C86-4C86-AD33-722562FBF114}" dt="2026-06-11T08:15:42.774" v="10286" actId="47"/>
        <pc:sldMkLst>
          <pc:docMk/>
          <pc:sldMk cId="2563652550" sldId="2147377421"/>
        </pc:sldMkLst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53" creationId="{D6DC1D36-5E0B-4FF9-8CF0-CB2207BFA087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57" creationId="{2A137CFA-3932-9F11-6CA3-8D1B98511192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58" creationId="{C0126A84-6EC1-8CDD-A8F5-947F01F71983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67" creationId="{0545BCB6-1E45-F339-86B8-3541AF05CDC3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68" creationId="{F799BBE0-E242-034E-CA33-AEC86CF16316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75" creationId="{B7D4964E-942F-ACC0-F0B1-BEACB91347A4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77" creationId="{63A0EB5A-705F-E9C8-E294-B4DB8D1CE749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90" creationId="{AFAAFD55-3A8E-EF96-428C-603F50C8E47D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95" creationId="{2A0E56CE-6303-35D9-DCB8-3353DA657937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563652550" sldId="2147377421"/>
            <ac:spMk id="97" creationId="{1C506BE2-CF81-C865-F25E-01C2F5320DC1}"/>
          </ac:spMkLst>
        </pc:spChg>
      </pc:sldChg>
      <pc:sldChg chg="delSp modSp mod ord modShow">
        <pc:chgData name="Pat Chang" userId="66bf8e14-25f7-4337-92bb-3d6bd43785cb" providerId="ADAL" clId="{A23B7F98-5C86-4C86-AD33-722562FBF114}" dt="2026-06-11T09:54:52.854" v="12091" actId="478"/>
        <pc:sldMkLst>
          <pc:docMk/>
          <pc:sldMk cId="1784710675" sldId="2147377422"/>
        </pc:sldMkLst>
        <pc:spChg chg="mod">
          <ac:chgData name="Pat Chang" userId="66bf8e14-25f7-4337-92bb-3d6bd43785cb" providerId="ADAL" clId="{A23B7F98-5C86-4C86-AD33-722562FBF114}" dt="2026-05-25T02:06:18.184" v="24" actId="20577"/>
          <ac:spMkLst>
            <pc:docMk/>
            <pc:sldMk cId="1784710675" sldId="2147377422"/>
            <ac:spMk id="2" creationId="{0263B604-03CE-6162-B15A-4EE80FA76C1C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7" creationId="{9FC62092-BC82-4075-A664-29106709CC9B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21" creationId="{A7D12EDC-6560-26BC-6686-1CD49C55EA46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43" creationId="{130ABD7C-562F-58AA-BDBD-AE535E8D4C90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51" creationId="{8A114AA3-4430-78ED-5FBF-5B23E560F700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89" creationId="{EA18C67E-D689-46B6-22C4-EBD1D2D60903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99" creationId="{4B202E59-4CB1-6FA2-1134-35929A4D1020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123" creationId="{0C9DB0E5-DFE8-43DC-ABEB-06BADBCFED0A}"/>
          </ac:spMkLst>
        </pc:spChg>
        <pc:spChg chg="mod">
          <ac:chgData name="Pat Chang" userId="66bf8e14-25f7-4337-92bb-3d6bd43785cb" providerId="ADAL" clId="{A23B7F98-5C86-4C86-AD33-722562FBF114}" dt="2026-06-08T01:35:56.497" v="2309"/>
          <ac:spMkLst>
            <pc:docMk/>
            <pc:sldMk cId="1784710675" sldId="2147377422"/>
            <ac:spMk id="124" creationId="{CD934E79-4AD7-F414-39A0-B913E0123678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125" creationId="{06EB9F1F-2ACD-E34C-BF20-F234B93DCF64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136" creationId="{22754055-2DF7-9B15-1BF1-141AEC4960CA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1784710675" sldId="2147377422"/>
            <ac:spMk id="154" creationId="{A02E134E-563E-6D3F-DAC0-08CFDA5FA501}"/>
          </ac:spMkLst>
        </pc:spChg>
        <pc:spChg chg="del">
          <ac:chgData name="Pat Chang" userId="66bf8e14-25f7-4337-92bb-3d6bd43785cb" providerId="ADAL" clId="{A23B7F98-5C86-4C86-AD33-722562FBF114}" dt="2026-06-11T09:54:52.854" v="12091" actId="478"/>
          <ac:spMkLst>
            <pc:docMk/>
            <pc:sldMk cId="1784710675" sldId="2147377422"/>
            <ac:spMk id="221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2.854" v="12091" actId="478"/>
          <ac:spMkLst>
            <pc:docMk/>
            <pc:sldMk cId="1784710675" sldId="2147377422"/>
            <ac:spMk id="222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2.854" v="12091" actId="478"/>
          <ac:spMkLst>
            <pc:docMk/>
            <pc:sldMk cId="1784710675" sldId="2147377422"/>
            <ac:spMk id="223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2.854" v="12091" actId="478"/>
          <ac:spMkLst>
            <pc:docMk/>
            <pc:sldMk cId="1784710675" sldId="2147377422"/>
            <ac:spMk id="224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2.854" v="12091" actId="478"/>
          <ac:spMkLst>
            <pc:docMk/>
            <pc:sldMk cId="1784710675" sldId="2147377422"/>
            <ac:spMk id="225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52.854" v="12091" actId="478"/>
          <ac:spMkLst>
            <pc:docMk/>
            <pc:sldMk cId="1784710675" sldId="2147377422"/>
            <ac:spMk id="226" creationId="{00000000-0000-0000-0000-000000000000}"/>
          </ac:spMkLst>
        </pc:spChg>
      </pc:sldChg>
      <pc:sldChg chg="addSp delSp modSp add mod ord">
        <pc:chgData name="Pat Chang" userId="66bf8e14-25f7-4337-92bb-3d6bd43785cb" providerId="ADAL" clId="{A23B7F98-5C86-4C86-AD33-722562FBF114}" dt="2026-06-11T09:53:53.386" v="12069" actId="22"/>
        <pc:sldMkLst>
          <pc:docMk/>
          <pc:sldMk cId="631024440" sldId="2147377425"/>
        </pc:sldMkLst>
        <pc:spChg chg="mod">
          <ac:chgData name="Pat Chang" userId="66bf8e14-25f7-4337-92bb-3d6bd43785cb" providerId="ADAL" clId="{A23B7F98-5C86-4C86-AD33-722562FBF114}" dt="2026-06-11T08:44:58.750" v="10902" actId="20577"/>
          <ac:spMkLst>
            <pc:docMk/>
            <pc:sldMk cId="631024440" sldId="2147377425"/>
            <ac:spMk id="2" creationId="{3551C688-955A-3A3A-746C-CE1DFF895BF4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631024440" sldId="2147377425"/>
            <ac:spMk id="4" creationId="{8B293B6E-1369-816E-4E7C-72F789E5444A}"/>
          </ac:spMkLst>
        </pc:spChg>
        <pc:spChg chg="add del mod">
          <ac:chgData name="Pat Chang" userId="66bf8e14-25f7-4337-92bb-3d6bd43785cb" providerId="ADAL" clId="{A23B7F98-5C86-4C86-AD33-722562FBF114}" dt="2026-06-11T06:39:27.747" v="8007" actId="22"/>
          <ac:spMkLst>
            <pc:docMk/>
            <pc:sldMk cId="631024440" sldId="2147377425"/>
            <ac:spMk id="6" creationId="{73976B17-4E15-9EFE-7357-82DB724C0305}"/>
          </ac:spMkLst>
        </pc:spChg>
        <pc:spChg chg="add">
          <ac:chgData name="Pat Chang" userId="66bf8e14-25f7-4337-92bb-3d6bd43785cb" providerId="ADAL" clId="{A23B7F98-5C86-4C86-AD33-722562FBF114}" dt="2026-06-11T09:53:53.386" v="12069" actId="22"/>
          <ac:spMkLst>
            <pc:docMk/>
            <pc:sldMk cId="631024440" sldId="2147377425"/>
            <ac:spMk id="6" creationId="{B4C8BAF4-32D9-0125-A3B8-D6FB209520EF}"/>
          </ac:spMkLst>
        </pc:spChg>
        <pc:spChg chg="add del">
          <ac:chgData name="Pat Chang" userId="66bf8e14-25f7-4337-92bb-3d6bd43785cb" providerId="ADAL" clId="{A23B7F98-5C86-4C86-AD33-722562FBF114}" dt="2026-06-11T09:22:58.408" v="11696" actId="22"/>
          <ac:spMkLst>
            <pc:docMk/>
            <pc:sldMk cId="631024440" sldId="2147377425"/>
            <ac:spMk id="6" creationId="{B82A3788-82CA-1958-A7E8-C6F88399F8C8}"/>
          </ac:spMkLst>
        </pc:spChg>
        <pc:spChg chg="mod">
          <ac:chgData name="Pat Chang" userId="66bf8e14-25f7-4337-92bb-3d6bd43785cb" providerId="ADAL" clId="{A23B7F98-5C86-4C86-AD33-722562FBF114}" dt="2026-06-11T08:38:24.577" v="10612" actId="1076"/>
          <ac:spMkLst>
            <pc:docMk/>
            <pc:sldMk cId="631024440" sldId="2147377425"/>
            <ac:spMk id="7" creationId="{0CD8E2BC-6433-BC51-0F90-6FD4C93B265A}"/>
          </ac:spMkLst>
        </pc:spChg>
        <pc:spChg chg="add mod topLvl">
          <ac:chgData name="Pat Chang" userId="66bf8e14-25f7-4337-92bb-3d6bd43785cb" providerId="ADAL" clId="{A23B7F98-5C86-4C86-AD33-722562FBF114}" dt="2026-06-11T08:10:37.848" v="10247" actId="1076"/>
          <ac:spMkLst>
            <pc:docMk/>
            <pc:sldMk cId="631024440" sldId="2147377425"/>
            <ac:spMk id="8" creationId="{0E45A25B-C8E3-BCD5-CED1-2F8C780C4142}"/>
          </ac:spMkLst>
        </pc:spChg>
        <pc:spChg chg="add mod topLvl">
          <ac:chgData name="Pat Chang" userId="66bf8e14-25f7-4337-92bb-3d6bd43785cb" providerId="ADAL" clId="{A23B7F98-5C86-4C86-AD33-722562FBF114}" dt="2026-06-11T08:05:49.476" v="10084" actId="165"/>
          <ac:spMkLst>
            <pc:docMk/>
            <pc:sldMk cId="631024440" sldId="2147377425"/>
            <ac:spMk id="12" creationId="{3037DF8C-DB7B-E60D-4CA5-76592B43F8B7}"/>
          </ac:spMkLst>
        </pc:spChg>
        <pc:spChg chg="add mod topLvl">
          <ac:chgData name="Pat Chang" userId="66bf8e14-25f7-4337-92bb-3d6bd43785cb" providerId="ADAL" clId="{A23B7F98-5C86-4C86-AD33-722562FBF114}" dt="2026-06-11T08:05:49.476" v="10084" actId="165"/>
          <ac:spMkLst>
            <pc:docMk/>
            <pc:sldMk cId="631024440" sldId="2147377425"/>
            <ac:spMk id="13" creationId="{2E2ECA24-B2B6-7138-189C-2CEA7F132996}"/>
          </ac:spMkLst>
        </pc:spChg>
        <pc:spChg chg="add mod topLvl">
          <ac:chgData name="Pat Chang" userId="66bf8e14-25f7-4337-92bb-3d6bd43785cb" providerId="ADAL" clId="{A23B7F98-5C86-4C86-AD33-722562FBF114}" dt="2026-06-11T08:05:49.476" v="10084" actId="165"/>
          <ac:spMkLst>
            <pc:docMk/>
            <pc:sldMk cId="631024440" sldId="2147377425"/>
            <ac:spMk id="14" creationId="{5BA3BBDE-339D-4082-96DA-CD6C85424CB7}"/>
          </ac:spMkLst>
        </pc:spChg>
        <pc:spChg chg="add del">
          <ac:chgData name="Pat Chang" userId="66bf8e14-25f7-4337-92bb-3d6bd43785cb" providerId="ADAL" clId="{A23B7F98-5C86-4C86-AD33-722562FBF114}" dt="2026-06-11T09:22:58.408" v="11696" actId="22"/>
          <ac:spMkLst>
            <pc:docMk/>
            <pc:sldMk cId="631024440" sldId="2147377425"/>
            <ac:spMk id="15" creationId="{FCED3B59-8D32-BF29-99D9-3755754AB85F}"/>
          </ac:spMkLst>
        </pc:spChg>
        <pc:spChg chg="add mod topLvl">
          <ac:chgData name="Pat Chang" userId="66bf8e14-25f7-4337-92bb-3d6bd43785cb" providerId="ADAL" clId="{A23B7F98-5C86-4C86-AD33-722562FBF114}" dt="2026-06-11T08:05:49.476" v="10084" actId="165"/>
          <ac:spMkLst>
            <pc:docMk/>
            <pc:sldMk cId="631024440" sldId="2147377425"/>
            <ac:spMk id="16" creationId="{A5FD4077-FD3D-B6CE-5252-96FFD0149B7D}"/>
          </ac:spMkLst>
        </pc:spChg>
        <pc:spChg chg="add mod topLvl">
          <ac:chgData name="Pat Chang" userId="66bf8e14-25f7-4337-92bb-3d6bd43785cb" providerId="ADAL" clId="{A23B7F98-5C86-4C86-AD33-722562FBF114}" dt="2026-06-11T08:05:49.476" v="10084" actId="165"/>
          <ac:spMkLst>
            <pc:docMk/>
            <pc:sldMk cId="631024440" sldId="2147377425"/>
            <ac:spMk id="17" creationId="{78B594BD-F624-9DD1-72B9-15373112D753}"/>
          </ac:spMkLst>
        </pc:spChg>
        <pc:spChg chg="add mod topLvl">
          <ac:chgData name="Pat Chang" userId="66bf8e14-25f7-4337-92bb-3d6bd43785cb" providerId="ADAL" clId="{A23B7F98-5C86-4C86-AD33-722562FBF114}" dt="2026-06-11T08:05:49.476" v="10084" actId="165"/>
          <ac:spMkLst>
            <pc:docMk/>
            <pc:sldMk cId="631024440" sldId="2147377425"/>
            <ac:spMk id="18" creationId="{88339E3E-F0C2-1FFE-4DE7-3A95F512562F}"/>
          </ac:spMkLst>
        </pc:spChg>
        <pc:spChg chg="del">
          <ac:chgData name="Pat Chang" userId="66bf8e14-25f7-4337-92bb-3d6bd43785cb" providerId="ADAL" clId="{A23B7F98-5C86-4C86-AD33-722562FBF114}" dt="2026-06-11T09:53:53.133" v="12068" actId="478"/>
          <ac:spMkLst>
            <pc:docMk/>
            <pc:sldMk cId="631024440" sldId="2147377425"/>
            <ac:spMk id="24" creationId="{00000000-0000-0000-0000-000000000000}"/>
          </ac:spMkLst>
        </pc:spChg>
        <pc:spChg chg="del mod topLvl">
          <ac:chgData name="Pat Chang" userId="66bf8e14-25f7-4337-92bb-3d6bd43785cb" providerId="ADAL" clId="{A23B7F98-5C86-4C86-AD33-722562FBF114}" dt="2026-06-11T08:10:27.406" v="10246" actId="478"/>
          <ac:spMkLst>
            <pc:docMk/>
            <pc:sldMk cId="631024440" sldId="2147377425"/>
            <ac:spMk id="24" creationId="{DF1313B8-3449-F905-730C-1032EFF9A532}"/>
          </ac:spMkLst>
        </pc:spChg>
        <pc:spChg chg="add mod">
          <ac:chgData name="Pat Chang" userId="66bf8e14-25f7-4337-92bb-3d6bd43785cb" providerId="ADAL" clId="{A23B7F98-5C86-4C86-AD33-722562FBF114}" dt="2026-06-11T09:22:57.779" v="11695" actId="571"/>
          <ac:spMkLst>
            <pc:docMk/>
            <pc:sldMk cId="631024440" sldId="2147377425"/>
            <ac:spMk id="25" creationId="{6E58FDC5-1138-E1BB-EF99-906404EF9AC6}"/>
          </ac:spMkLst>
        </pc:spChg>
        <pc:spChg chg="add mod">
          <ac:chgData name="Pat Chang" userId="66bf8e14-25f7-4337-92bb-3d6bd43785cb" providerId="ADAL" clId="{A23B7F98-5C86-4C86-AD33-722562FBF114}" dt="2026-06-11T09:22:57.779" v="11695" actId="571"/>
          <ac:spMkLst>
            <pc:docMk/>
            <pc:sldMk cId="631024440" sldId="2147377425"/>
            <ac:spMk id="26" creationId="{07453318-FFC3-5E90-97EA-A3332E077554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26" creationId="{52C52804-9C21-897C-3BA2-ED00B8CFA0B7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27" creationId="{28D1A885-75CB-698F-636E-961CDB70CFF4}"/>
          </ac:spMkLst>
        </pc:spChg>
        <pc:spChg chg="add mod">
          <ac:chgData name="Pat Chang" userId="66bf8e14-25f7-4337-92bb-3d6bd43785cb" providerId="ADAL" clId="{A23B7F98-5C86-4C86-AD33-722562FBF114}" dt="2026-06-11T09:23:04.650" v="11700" actId="1036"/>
          <ac:spMkLst>
            <pc:docMk/>
            <pc:sldMk cId="631024440" sldId="2147377425"/>
            <ac:spMk id="28" creationId="{7E1ACC03-4A42-7F96-2C60-47FA22EE118A}"/>
          </ac:spMkLst>
        </pc:spChg>
        <pc:spChg chg="add mod">
          <ac:chgData name="Pat Chang" userId="66bf8e14-25f7-4337-92bb-3d6bd43785cb" providerId="ADAL" clId="{A23B7F98-5C86-4C86-AD33-722562FBF114}" dt="2026-06-11T09:23:07.891" v="11712" actId="20577"/>
          <ac:spMkLst>
            <pc:docMk/>
            <pc:sldMk cId="631024440" sldId="2147377425"/>
            <ac:spMk id="30" creationId="{492737C2-B6C9-261B-E21D-F172460BF837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1" creationId="{21F07631-5503-B814-EF72-753DD17EB13A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2" creationId="{C07B76C8-8DE5-C4D8-643A-F96B7FDEBC5B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3" creationId="{9EF587B7-289B-D7C3-8418-47AA286E9026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4" creationId="{9C530A0F-2073-43AF-551D-91202D0F616A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5" creationId="{C31A32D7-9342-7F16-8D57-CB75A1A92255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6" creationId="{3317E14E-7CA9-ED80-7310-30200187894D}"/>
          </ac:spMkLst>
        </pc:spChg>
        <pc:spChg chg="mod">
          <ac:chgData name="Pat Chang" userId="66bf8e14-25f7-4337-92bb-3d6bd43785cb" providerId="ADAL" clId="{A23B7F98-5C86-4C86-AD33-722562FBF114}" dt="2026-06-11T08:06:59.905" v="10109" actId="165"/>
          <ac:spMkLst>
            <pc:docMk/>
            <pc:sldMk cId="631024440" sldId="2147377425"/>
            <ac:spMk id="37" creationId="{B7FE7E91-5F71-F0C0-FF8B-B5FB452E147C}"/>
          </ac:spMkLst>
        </pc:spChg>
        <pc:spChg chg="add del mod">
          <ac:chgData name="Pat Chang" userId="66bf8e14-25f7-4337-92bb-3d6bd43785cb" providerId="ADAL" clId="{A23B7F98-5C86-4C86-AD33-722562FBF114}" dt="2026-06-11T08:36:16.050" v="10575" actId="478"/>
          <ac:spMkLst>
            <pc:docMk/>
            <pc:sldMk cId="631024440" sldId="2147377425"/>
            <ac:spMk id="40" creationId="{6EB062E5-7C39-4349-E899-89C56750BC87}"/>
          </ac:spMkLst>
        </pc:spChg>
        <pc:grpChg chg="add mod topLvl">
          <ac:chgData name="Pat Chang" userId="66bf8e14-25f7-4337-92bb-3d6bd43785cb" providerId="ADAL" clId="{A23B7F98-5C86-4C86-AD33-722562FBF114}" dt="2026-06-11T08:10:37.848" v="10247" actId="1076"/>
          <ac:grpSpMkLst>
            <pc:docMk/>
            <pc:sldMk cId="631024440" sldId="2147377425"/>
            <ac:grpSpMk id="10" creationId="{06235BCF-BD68-DB39-8F66-7509D7797C29}"/>
          </ac:grpSpMkLst>
        </pc:grpChg>
        <pc:grpChg chg="add del mod">
          <ac:chgData name="Pat Chang" userId="66bf8e14-25f7-4337-92bb-3d6bd43785cb" providerId="ADAL" clId="{A23B7F98-5C86-4C86-AD33-722562FBF114}" dt="2026-06-11T08:05:49.476" v="10084" actId="165"/>
          <ac:grpSpMkLst>
            <pc:docMk/>
            <pc:sldMk cId="631024440" sldId="2147377425"/>
            <ac:grpSpMk id="11" creationId="{856E0AE7-1160-B10D-8D03-B1BEE2024DE1}"/>
          </ac:grpSpMkLst>
        </pc:grpChg>
        <pc:grpChg chg="add del mod">
          <ac:chgData name="Pat Chang" userId="66bf8e14-25f7-4337-92bb-3d6bd43785cb" providerId="ADAL" clId="{A23B7F98-5C86-4C86-AD33-722562FBF114}" dt="2026-06-11T08:03:42.618" v="10063" actId="165"/>
          <ac:grpSpMkLst>
            <pc:docMk/>
            <pc:sldMk cId="631024440" sldId="2147377425"/>
            <ac:grpSpMk id="19" creationId="{5A5A7E08-D6D1-D5FA-F9A1-316FD93A8E83}"/>
          </ac:grpSpMkLst>
        </pc:grpChg>
        <pc:grpChg chg="add del mod">
          <ac:chgData name="Pat Chang" userId="66bf8e14-25f7-4337-92bb-3d6bd43785cb" providerId="ADAL" clId="{A23B7F98-5C86-4C86-AD33-722562FBF114}" dt="2026-06-11T08:03:42.618" v="10063" actId="165"/>
          <ac:grpSpMkLst>
            <pc:docMk/>
            <pc:sldMk cId="631024440" sldId="2147377425"/>
            <ac:grpSpMk id="20" creationId="{6455E2BD-32D3-049E-ABFE-AE7F8F6F5731}"/>
          </ac:grpSpMkLst>
        </pc:grpChg>
        <pc:grpChg chg="add del mod">
          <ac:chgData name="Pat Chang" userId="66bf8e14-25f7-4337-92bb-3d6bd43785cb" providerId="ADAL" clId="{A23B7F98-5C86-4C86-AD33-722562FBF114}" dt="2026-06-11T08:03:42.618" v="10063" actId="165"/>
          <ac:grpSpMkLst>
            <pc:docMk/>
            <pc:sldMk cId="631024440" sldId="2147377425"/>
            <ac:grpSpMk id="21" creationId="{42657904-C6EF-FB99-85A1-96046AA9488F}"/>
          </ac:grpSpMkLst>
        </pc:grpChg>
        <pc:grpChg chg="mod">
          <ac:chgData name="Pat Chang" userId="66bf8e14-25f7-4337-92bb-3d6bd43785cb" providerId="ADAL" clId="{A23B7F98-5C86-4C86-AD33-722562FBF114}" dt="2026-06-11T08:06:55.186" v="10108" actId="1076"/>
          <ac:grpSpMkLst>
            <pc:docMk/>
            <pc:sldMk cId="631024440" sldId="2147377425"/>
            <ac:grpSpMk id="22" creationId="{463FC88A-85DB-A23F-B82C-E35B3AF9F9B9}"/>
          </ac:grpSpMkLst>
        </pc:grpChg>
        <pc:grpChg chg="del mod">
          <ac:chgData name="Pat Chang" userId="66bf8e14-25f7-4337-92bb-3d6bd43785cb" providerId="ADAL" clId="{A23B7F98-5C86-4C86-AD33-722562FBF114}" dt="2026-06-11T08:10:21.393" v="10245" actId="478"/>
          <ac:grpSpMkLst>
            <pc:docMk/>
            <pc:sldMk cId="631024440" sldId="2147377425"/>
            <ac:grpSpMk id="23" creationId="{9ECC7E7B-075E-701B-2556-C43F2A7B00A2}"/>
          </ac:grpSpMkLst>
        </pc:grpChg>
        <pc:graphicFrameChg chg="mod modGraphic">
          <ac:chgData name="Pat Chang" userId="66bf8e14-25f7-4337-92bb-3d6bd43785cb" providerId="ADAL" clId="{A23B7F98-5C86-4C86-AD33-722562FBF114}" dt="2026-06-11T09:31:56.861" v="11828" actId="20577"/>
          <ac:graphicFrameMkLst>
            <pc:docMk/>
            <pc:sldMk cId="631024440" sldId="2147377425"/>
            <ac:graphicFrameMk id="3" creationId="{184F0C86-F619-9BBE-58A0-51A4F4F2FB8C}"/>
          </ac:graphicFrameMkLst>
        </pc:graphicFrameChg>
        <pc:cxnChg chg="mod">
          <ac:chgData name="Pat Chang" userId="66bf8e14-25f7-4337-92bb-3d6bd43785cb" providerId="ADAL" clId="{A23B7F98-5C86-4C86-AD33-722562FBF114}" dt="2026-06-11T08:45:24.972" v="10918" actId="14100"/>
          <ac:cxnSpMkLst>
            <pc:docMk/>
            <pc:sldMk cId="631024440" sldId="2147377425"/>
            <ac:cxnSpMk id="9" creationId="{EFB1744A-73F8-DA6C-64F0-511004EBA71C}"/>
          </ac:cxnSpMkLst>
        </pc:cxnChg>
      </pc:sldChg>
      <pc:sldChg chg="addSp delSp modSp new del mod">
        <pc:chgData name="Pat Chang" userId="66bf8e14-25f7-4337-92bb-3d6bd43785cb" providerId="ADAL" clId="{A23B7F98-5C86-4C86-AD33-722562FBF114}" dt="2026-06-11T04:22:07.885" v="6410" actId="47"/>
        <pc:sldMkLst>
          <pc:docMk/>
          <pc:sldMk cId="3231228728" sldId="2147377426"/>
        </pc:sldMkLst>
        <pc:spChg chg="del">
          <ac:chgData name="Pat Chang" userId="66bf8e14-25f7-4337-92bb-3d6bd43785cb" providerId="ADAL" clId="{A23B7F98-5C86-4C86-AD33-722562FBF114}" dt="2026-06-11T02:41:03.465" v="4817" actId="478"/>
          <ac:spMkLst>
            <pc:docMk/>
            <pc:sldMk cId="3231228728" sldId="2147377426"/>
            <ac:spMk id="2" creationId="{DCDF175E-DE3A-0A9E-306F-0D716FA7FCF1}"/>
          </ac:spMkLst>
        </pc:spChg>
        <pc:spChg chg="del">
          <ac:chgData name="Pat Chang" userId="66bf8e14-25f7-4337-92bb-3d6bd43785cb" providerId="ADAL" clId="{A23B7F98-5C86-4C86-AD33-722562FBF114}" dt="2026-06-11T02:41:03.465" v="4817" actId="478"/>
          <ac:spMkLst>
            <pc:docMk/>
            <pc:sldMk cId="3231228728" sldId="2147377426"/>
            <ac:spMk id="3" creationId="{91B24160-AB98-62AF-EDF6-EDD846B344C4}"/>
          </ac:spMkLst>
        </pc:spChg>
        <pc:spChg chg="del">
          <ac:chgData name="Pat Chang" userId="66bf8e14-25f7-4337-92bb-3d6bd43785cb" providerId="ADAL" clId="{A23B7F98-5C86-4C86-AD33-722562FBF114}" dt="2026-06-11T02:41:03.465" v="4817" actId="478"/>
          <ac:spMkLst>
            <pc:docMk/>
            <pc:sldMk cId="3231228728" sldId="2147377426"/>
            <ac:spMk id="4" creationId="{285C56E6-D78E-894B-790E-C53C2CD98173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231228728" sldId="2147377426"/>
            <ac:spMk id="7" creationId="{D7AD3BCF-CB64-73D4-18B0-0B943333E3C3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3231228728" sldId="2147377426"/>
            <ac:spMk id="9" creationId="{2E9E2C84-4B49-E83F-023F-4A172776AA0F}"/>
          </ac:spMkLst>
        </pc:spChg>
        <pc:graphicFrameChg chg="add mod modGraphic">
          <ac:chgData name="Pat Chang" userId="66bf8e14-25f7-4337-92bb-3d6bd43785cb" providerId="ADAL" clId="{A23B7F98-5C86-4C86-AD33-722562FBF114}" dt="2026-06-11T03:39:21.953" v="5459" actId="790"/>
          <ac:graphicFrameMkLst>
            <pc:docMk/>
            <pc:sldMk cId="3231228728" sldId="2147377426"/>
            <ac:graphicFrameMk id="6" creationId="{D909C35E-CC4E-4445-E619-F9A9280F6019}"/>
          </ac:graphicFrameMkLst>
        </pc:graphicFrameChg>
      </pc:sldChg>
      <pc:sldChg chg="addSp delSp modSp new mod">
        <pc:chgData name="Pat Chang" userId="66bf8e14-25f7-4337-92bb-3d6bd43785cb" providerId="ADAL" clId="{A23B7F98-5C86-4C86-AD33-722562FBF114}" dt="2026-06-11T09:53:50.617" v="12067" actId="22"/>
        <pc:sldMkLst>
          <pc:docMk/>
          <pc:sldMk cId="624723397" sldId="2147377427"/>
        </pc:sldMkLst>
        <pc:spChg chg="del">
          <ac:chgData name="Pat Chang" userId="66bf8e14-25f7-4337-92bb-3d6bd43785cb" providerId="ADAL" clId="{A23B7F98-5C86-4C86-AD33-722562FBF114}" dt="2026-06-11T02:48:47.388" v="4866" actId="478"/>
          <ac:spMkLst>
            <pc:docMk/>
            <pc:sldMk cId="624723397" sldId="2147377427"/>
            <ac:spMk id="2" creationId="{EE071D9D-CFEA-B19E-B87A-CA216C2B6C2E}"/>
          </ac:spMkLst>
        </pc:spChg>
        <pc:spChg chg="del">
          <ac:chgData name="Pat Chang" userId="66bf8e14-25f7-4337-92bb-3d6bd43785cb" providerId="ADAL" clId="{A23B7F98-5C86-4C86-AD33-722562FBF114}" dt="2026-06-11T02:48:47.388" v="4866" actId="478"/>
          <ac:spMkLst>
            <pc:docMk/>
            <pc:sldMk cId="624723397" sldId="2147377427"/>
            <ac:spMk id="3" creationId="{C3D2D5AB-A026-DC32-9EB1-CD80EBB04DBB}"/>
          </ac:spMkLst>
        </pc:spChg>
        <pc:spChg chg="add mod">
          <ac:chgData name="Pat Chang" userId="66bf8e14-25f7-4337-92bb-3d6bd43785cb" providerId="ADAL" clId="{A23B7F98-5C86-4C86-AD33-722562FBF114}" dt="2026-06-11T09:23:23.139" v="11727" actId="20577"/>
          <ac:spMkLst>
            <pc:docMk/>
            <pc:sldMk cId="624723397" sldId="2147377427"/>
            <ac:spMk id="4" creationId="{49B789AA-A811-6775-DD5F-7A13B1B8D8B7}"/>
          </ac:spMkLst>
        </pc:spChg>
        <pc:spChg chg="del">
          <ac:chgData name="Pat Chang" userId="66bf8e14-25f7-4337-92bb-3d6bd43785cb" providerId="ADAL" clId="{A23B7F98-5C86-4C86-AD33-722562FBF114}" dt="2026-06-11T02:48:47.388" v="4866" actId="478"/>
          <ac:spMkLst>
            <pc:docMk/>
            <pc:sldMk cId="624723397" sldId="2147377427"/>
            <ac:spMk id="4" creationId="{D9FE17E2-4CD9-29FE-4112-E381BEBA366D}"/>
          </ac:spMkLst>
        </pc:spChg>
        <pc:spChg chg="add">
          <ac:chgData name="Pat Chang" userId="66bf8e14-25f7-4337-92bb-3d6bd43785cb" providerId="ADAL" clId="{A23B7F98-5C86-4C86-AD33-722562FBF114}" dt="2026-06-11T09:53:50.617" v="12067" actId="22"/>
          <ac:spMkLst>
            <pc:docMk/>
            <pc:sldMk cId="624723397" sldId="2147377427"/>
            <ac:spMk id="5" creationId="{A8F66373-63A1-77B7-7276-CC881A2548BD}"/>
          </ac:spMkLst>
        </pc:spChg>
        <pc:spChg chg="add mod">
          <ac:chgData name="Pat Chang" userId="66bf8e14-25f7-4337-92bb-3d6bd43785cb" providerId="ADAL" clId="{A23B7F98-5C86-4C86-AD33-722562FBF114}" dt="2026-06-11T09:23:26.795" v="11739" actId="20577"/>
          <ac:spMkLst>
            <pc:docMk/>
            <pc:sldMk cId="624723397" sldId="2147377427"/>
            <ac:spMk id="6" creationId="{B3CF68B5-F341-FDA0-4BBB-FF4F36E7A933}"/>
          </ac:spMkLst>
        </pc:spChg>
        <pc:spChg chg="del">
          <ac:chgData name="Pat Chang" userId="66bf8e14-25f7-4337-92bb-3d6bd43785cb" providerId="ADAL" clId="{A23B7F98-5C86-4C86-AD33-722562FBF114}" dt="2026-06-11T02:49:49.173" v="4894" actId="478"/>
          <ac:spMkLst>
            <pc:docMk/>
            <pc:sldMk cId="624723397" sldId="2147377427"/>
            <ac:spMk id="6" creationId="{DA6CC650-5325-D86F-DD97-9710C010D3FE}"/>
          </ac:spMkLst>
        </pc:spChg>
        <pc:spChg chg="del mod">
          <ac:chgData name="Pat Chang" userId="66bf8e14-25f7-4337-92bb-3d6bd43785cb" providerId="ADAL" clId="{A23B7F98-5C86-4C86-AD33-722562FBF114}" dt="2026-06-11T09:23:44.230" v="11741" actId="478"/>
          <ac:spMkLst>
            <pc:docMk/>
            <pc:sldMk cId="624723397" sldId="2147377427"/>
            <ac:spMk id="8" creationId="{AA85EC8B-53A5-815D-9335-F0198BE1AC09}"/>
          </ac:spMkLst>
        </pc:spChg>
        <pc:spChg chg="mod">
          <ac:chgData name="Pat Chang" userId="66bf8e14-25f7-4337-92bb-3d6bd43785cb" providerId="ADAL" clId="{A23B7F98-5C86-4C86-AD33-722562FBF114}" dt="2026-06-11T08:39:53.357" v="10670" actId="1582"/>
          <ac:spMkLst>
            <pc:docMk/>
            <pc:sldMk cId="624723397" sldId="2147377427"/>
            <ac:spMk id="10" creationId="{6786713C-0C40-8C10-4A89-0C8521F45DA7}"/>
          </ac:spMkLst>
        </pc:spChg>
        <pc:spChg chg="add del mod">
          <ac:chgData name="Pat Chang" userId="66bf8e14-25f7-4337-92bb-3d6bd43785cb" providerId="ADAL" clId="{A23B7F98-5C86-4C86-AD33-722562FBF114}" dt="2026-06-11T08:04:49.849" v="10068" actId="478"/>
          <ac:spMkLst>
            <pc:docMk/>
            <pc:sldMk cId="624723397" sldId="2147377427"/>
            <ac:spMk id="12" creationId="{958B3DF8-0A44-B078-3D6F-6F2B2C6966A7}"/>
          </ac:spMkLst>
        </pc:spChg>
        <pc:spChg chg="del">
          <ac:chgData name="Pat Chang" userId="66bf8e14-25f7-4337-92bb-3d6bd43785cb" providerId="ADAL" clId="{A23B7F98-5C86-4C86-AD33-722562FBF114}" dt="2026-06-11T08:39:32.093" v="10668" actId="478"/>
          <ac:spMkLst>
            <pc:docMk/>
            <pc:sldMk cId="624723397" sldId="2147377427"/>
            <ac:spMk id="14" creationId="{03DB87C5-97F7-E26F-5E60-4AEDB44D12E7}"/>
          </ac:spMkLst>
        </pc:spChg>
        <pc:spChg chg="add mod">
          <ac:chgData name="Pat Chang" userId="66bf8e14-25f7-4337-92bb-3d6bd43785cb" providerId="ADAL" clId="{A23B7F98-5C86-4C86-AD33-722562FBF114}" dt="2026-06-11T08:38:57.861" v="10649" actId="20577"/>
          <ac:spMkLst>
            <pc:docMk/>
            <pc:sldMk cId="624723397" sldId="2147377427"/>
            <ac:spMk id="16" creationId="{D25D15FD-1F56-4951-C7ED-1819C20737E6}"/>
          </ac:spMkLst>
        </pc:spChg>
        <pc:spChg chg="mod">
          <ac:chgData name="Pat Chang" userId="66bf8e14-25f7-4337-92bb-3d6bd43785cb" providerId="ADAL" clId="{A23B7F98-5C86-4C86-AD33-722562FBF114}" dt="2026-06-11T02:51:20.780" v="4947" actId="404"/>
          <ac:spMkLst>
            <pc:docMk/>
            <pc:sldMk cId="624723397" sldId="2147377427"/>
            <ac:spMk id="18" creationId="{AE601383-AB50-74B9-0391-34256273C880}"/>
          </ac:spMkLst>
        </pc:spChg>
        <pc:spChg chg="mod">
          <ac:chgData name="Pat Chang" userId="66bf8e14-25f7-4337-92bb-3d6bd43785cb" providerId="ADAL" clId="{A23B7F98-5C86-4C86-AD33-722562FBF114}" dt="2026-06-11T02:49:10.465" v="4874" actId="1076"/>
          <ac:spMkLst>
            <pc:docMk/>
            <pc:sldMk cId="624723397" sldId="2147377427"/>
            <ac:spMk id="20" creationId="{54C9F181-7634-3392-94A2-547307519FC4}"/>
          </ac:spMkLst>
        </pc:spChg>
        <pc:spChg chg="add mod">
          <ac:chgData name="Pat Chang" userId="66bf8e14-25f7-4337-92bb-3d6bd43785cb" providerId="ADAL" clId="{A23B7F98-5C86-4C86-AD33-722562FBF114}" dt="2026-06-11T08:39:53.357" v="10670" actId="1582"/>
          <ac:spMkLst>
            <pc:docMk/>
            <pc:sldMk cId="624723397" sldId="2147377427"/>
            <ac:spMk id="22" creationId="{BCECA961-3326-0948-9546-9233139D43E8}"/>
          </ac:spMkLst>
        </pc:spChg>
        <pc:spChg chg="add del mod">
          <ac:chgData name="Pat Chang" userId="66bf8e14-25f7-4337-92bb-3d6bd43785cb" providerId="ADAL" clId="{A23B7F98-5C86-4C86-AD33-722562FBF114}" dt="2026-06-11T08:04:51.188" v="10069" actId="478"/>
          <ac:spMkLst>
            <pc:docMk/>
            <pc:sldMk cId="624723397" sldId="2147377427"/>
            <ac:spMk id="24" creationId="{D063BE73-6556-2B74-7AEF-51ED9488004B}"/>
          </ac:spMkLst>
        </pc:spChg>
        <pc:spChg chg="del mod">
          <ac:chgData name="Pat Chang" userId="66bf8e14-25f7-4337-92bb-3d6bd43785cb" providerId="ADAL" clId="{A23B7F98-5C86-4C86-AD33-722562FBF114}" dt="2026-06-11T08:39:25.724" v="10666" actId="478"/>
          <ac:spMkLst>
            <pc:docMk/>
            <pc:sldMk cId="624723397" sldId="2147377427"/>
            <ac:spMk id="26" creationId="{C307DC97-2A53-3344-E2FE-CEA6D9D6E88C}"/>
          </ac:spMkLst>
        </pc:spChg>
        <pc:spChg chg="mod">
          <ac:chgData name="Pat Chang" userId="66bf8e14-25f7-4337-92bb-3d6bd43785cb" providerId="ADAL" clId="{A23B7F98-5C86-4C86-AD33-722562FBF114}" dt="2026-06-11T08:39:06.540" v="10664" actId="20577"/>
          <ac:spMkLst>
            <pc:docMk/>
            <pc:sldMk cId="624723397" sldId="2147377427"/>
            <ac:spMk id="28" creationId="{C935C906-08E4-8042-6B2E-B0DE573FD28D}"/>
          </ac:spMkLst>
        </pc:spChg>
        <pc:spChg chg="mod">
          <ac:chgData name="Pat Chang" userId="66bf8e14-25f7-4337-92bb-3d6bd43785cb" providerId="ADAL" clId="{A23B7F98-5C86-4C86-AD33-722562FBF114}" dt="2026-06-11T02:53:51.463" v="5051" actId="207"/>
          <ac:spMkLst>
            <pc:docMk/>
            <pc:sldMk cId="624723397" sldId="2147377427"/>
            <ac:spMk id="30" creationId="{38B712A1-30D4-E363-BF6F-18218513311C}"/>
          </ac:spMkLst>
        </pc:spChg>
        <pc:spChg chg="mod">
          <ac:chgData name="Pat Chang" userId="66bf8e14-25f7-4337-92bb-3d6bd43785cb" providerId="ADAL" clId="{A23B7F98-5C86-4C86-AD33-722562FBF114}" dt="2026-06-11T02:50:18.858" v="4910" actId="164"/>
          <ac:spMkLst>
            <pc:docMk/>
            <pc:sldMk cId="624723397" sldId="2147377427"/>
            <ac:spMk id="32" creationId="{6D75F844-5A4E-A897-6064-5A02A20EAEBD}"/>
          </ac:spMkLst>
        </pc:spChg>
        <pc:spChg chg="mod">
          <ac:chgData name="Pat Chang" userId="66bf8e14-25f7-4337-92bb-3d6bd43785cb" providerId="ADAL" clId="{A23B7F98-5C86-4C86-AD33-722562FBF114}" dt="2026-06-11T08:39:53.357" v="10670" actId="1582"/>
          <ac:spMkLst>
            <pc:docMk/>
            <pc:sldMk cId="624723397" sldId="2147377427"/>
            <ac:spMk id="34" creationId="{616C6949-686E-1FAD-0580-844BEC320763}"/>
          </ac:spMkLst>
        </pc:spChg>
        <pc:spChg chg="add del mod">
          <ac:chgData name="Pat Chang" userId="66bf8e14-25f7-4337-92bb-3d6bd43785cb" providerId="ADAL" clId="{A23B7F98-5C86-4C86-AD33-722562FBF114}" dt="2026-06-11T08:04:52.476" v="10070" actId="478"/>
          <ac:spMkLst>
            <pc:docMk/>
            <pc:sldMk cId="624723397" sldId="2147377427"/>
            <ac:spMk id="36" creationId="{97110FBB-79C4-9051-EF79-EB36957EDE7B}"/>
          </ac:spMkLst>
        </pc:spChg>
        <pc:spChg chg="add del mod">
          <ac:chgData name="Pat Chang" userId="66bf8e14-25f7-4337-92bb-3d6bd43785cb" providerId="ADAL" clId="{A23B7F98-5C86-4C86-AD33-722562FBF114}" dt="2026-06-11T08:39:42.028" v="10669" actId="478"/>
          <ac:spMkLst>
            <pc:docMk/>
            <pc:sldMk cId="624723397" sldId="2147377427"/>
            <ac:spMk id="38" creationId="{D0EC0B21-22D5-5708-518E-6F4A6034E7C4}"/>
          </ac:spMkLst>
        </pc:spChg>
        <pc:spChg chg="mod">
          <ac:chgData name="Pat Chang" userId="66bf8e14-25f7-4337-92bb-3d6bd43785cb" providerId="ADAL" clId="{A23B7F98-5C86-4C86-AD33-722562FBF114}" dt="2026-06-11T08:38:45.805" v="10620" actId="404"/>
          <ac:spMkLst>
            <pc:docMk/>
            <pc:sldMk cId="624723397" sldId="2147377427"/>
            <ac:spMk id="40" creationId="{7DA16B38-CED3-85F4-1C05-8E95E7E20FBB}"/>
          </ac:spMkLst>
        </pc:spChg>
        <pc:spChg chg="mod">
          <ac:chgData name="Pat Chang" userId="66bf8e14-25f7-4337-92bb-3d6bd43785cb" providerId="ADAL" clId="{A23B7F98-5C86-4C86-AD33-722562FBF114}" dt="2026-06-11T06:32:37.666" v="7979" actId="20577"/>
          <ac:spMkLst>
            <pc:docMk/>
            <pc:sldMk cId="624723397" sldId="2147377427"/>
            <ac:spMk id="42" creationId="{AAF00FFE-24CE-CE5C-6D47-B0D8A68CE2E3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624723397" sldId="2147377427"/>
            <ac:spMk id="44" creationId="{A555A24A-9FEC-4D89-D969-048DDC60C142}"/>
          </ac:spMkLst>
        </pc:spChg>
        <pc:spChg chg="mod">
          <ac:chgData name="Pat Chang" userId="66bf8e14-25f7-4337-92bb-3d6bd43785cb" providerId="ADAL" clId="{A23B7F98-5C86-4C86-AD33-722562FBF114}" dt="2026-06-11T08:39:53.357" v="10670" actId="1582"/>
          <ac:spMkLst>
            <pc:docMk/>
            <pc:sldMk cId="624723397" sldId="2147377427"/>
            <ac:spMk id="46" creationId="{7EA1215E-7F4A-C6EA-2A4E-6C5CDC077060}"/>
          </ac:spMkLst>
        </pc:spChg>
        <pc:spChg chg="del mod">
          <ac:chgData name="Pat Chang" userId="66bf8e14-25f7-4337-92bb-3d6bd43785cb" providerId="ADAL" clId="{A23B7F98-5C86-4C86-AD33-722562FBF114}" dt="2026-06-11T08:04:53.465" v="10071" actId="478"/>
          <ac:spMkLst>
            <pc:docMk/>
            <pc:sldMk cId="624723397" sldId="2147377427"/>
            <ac:spMk id="48" creationId="{B0CB621A-5252-28F2-A00D-C03C4B16B727}"/>
          </ac:spMkLst>
        </pc:spChg>
        <pc:spChg chg="del mod">
          <ac:chgData name="Pat Chang" userId="66bf8e14-25f7-4337-92bb-3d6bd43785cb" providerId="ADAL" clId="{A23B7F98-5C86-4C86-AD33-722562FBF114}" dt="2026-06-11T08:39:29.281" v="10667" actId="478"/>
          <ac:spMkLst>
            <pc:docMk/>
            <pc:sldMk cId="624723397" sldId="2147377427"/>
            <ac:spMk id="50" creationId="{3ACADC75-416E-B80F-9F58-36B3B933CCA1}"/>
          </ac:spMkLst>
        </pc:spChg>
        <pc:spChg chg="mod">
          <ac:chgData name="Pat Chang" userId="66bf8e14-25f7-4337-92bb-3d6bd43785cb" providerId="ADAL" clId="{A23B7F98-5C86-4C86-AD33-722562FBF114}" dt="2026-06-11T08:38:45.805" v="10620" actId="404"/>
          <ac:spMkLst>
            <pc:docMk/>
            <pc:sldMk cId="624723397" sldId="2147377427"/>
            <ac:spMk id="52" creationId="{ACDAE00D-D2CB-B0AF-036C-0B2B7377317E}"/>
          </ac:spMkLst>
        </pc:spChg>
        <pc:spChg chg="mod">
          <ac:chgData name="Pat Chang" userId="66bf8e14-25f7-4337-92bb-3d6bd43785cb" providerId="ADAL" clId="{A23B7F98-5C86-4C86-AD33-722562FBF114}" dt="2026-06-11T02:52:40.453" v="5026" actId="6549"/>
          <ac:spMkLst>
            <pc:docMk/>
            <pc:sldMk cId="624723397" sldId="2147377427"/>
            <ac:spMk id="54" creationId="{62F3F428-0A4B-6E3F-F149-43578186E0B4}"/>
          </ac:spMkLst>
        </pc:spChg>
        <pc:spChg chg="mod">
          <ac:chgData name="Pat Chang" userId="66bf8e14-25f7-4337-92bb-3d6bd43785cb" providerId="ADAL" clId="{A23B7F98-5C86-4C86-AD33-722562FBF114}" dt="2026-06-11T02:49:10.465" v="4874" actId="1076"/>
          <ac:spMkLst>
            <pc:docMk/>
            <pc:sldMk cId="624723397" sldId="2147377427"/>
            <ac:spMk id="56" creationId="{FFB04FE3-03BF-65CE-8E9F-2926CD6A17CE}"/>
          </ac:spMkLst>
        </pc:spChg>
        <pc:spChg chg="mod">
          <ac:chgData name="Pat Chang" userId="66bf8e14-25f7-4337-92bb-3d6bd43785cb" providerId="ADAL" clId="{A23B7F98-5C86-4C86-AD33-722562FBF114}" dt="2026-06-11T08:39:53.357" v="10670" actId="1582"/>
          <ac:spMkLst>
            <pc:docMk/>
            <pc:sldMk cId="624723397" sldId="2147377427"/>
            <ac:spMk id="58" creationId="{12C5B58D-A337-88BE-21A7-DF55FB541ECB}"/>
          </ac:spMkLst>
        </pc:spChg>
        <pc:spChg chg="del">
          <ac:chgData name="Pat Chang" userId="66bf8e14-25f7-4337-92bb-3d6bd43785cb" providerId="ADAL" clId="{A23B7F98-5C86-4C86-AD33-722562FBF114}" dt="2026-06-11T08:04:54.709" v="10072" actId="478"/>
          <ac:spMkLst>
            <pc:docMk/>
            <pc:sldMk cId="624723397" sldId="2147377427"/>
            <ac:spMk id="60" creationId="{E5AD040C-9E72-CF08-25F6-75C6B6EDDCE8}"/>
          </ac:spMkLst>
        </pc:spChg>
        <pc:spChg chg="add del mod">
          <ac:chgData name="Pat Chang" userId="66bf8e14-25f7-4337-92bb-3d6bd43785cb" providerId="ADAL" clId="{A23B7F98-5C86-4C86-AD33-722562FBF114}" dt="2026-06-11T08:39:15.397" v="10665" actId="478"/>
          <ac:spMkLst>
            <pc:docMk/>
            <pc:sldMk cId="624723397" sldId="2147377427"/>
            <ac:spMk id="62" creationId="{E5E2E569-52E1-3EA3-C938-9369159B1EEB}"/>
          </ac:spMkLst>
        </pc:spChg>
        <pc:spChg chg="mod">
          <ac:chgData name="Pat Chang" userId="66bf8e14-25f7-4337-92bb-3d6bd43785cb" providerId="ADAL" clId="{A23B7F98-5C86-4C86-AD33-722562FBF114}" dt="2026-06-11T08:38:45.805" v="10620" actId="404"/>
          <ac:spMkLst>
            <pc:docMk/>
            <pc:sldMk cId="624723397" sldId="2147377427"/>
            <ac:spMk id="64" creationId="{A9394D0C-350D-6AF6-A5C5-5A1F8264C258}"/>
          </ac:spMkLst>
        </pc:spChg>
        <pc:spChg chg="mod">
          <ac:chgData name="Pat Chang" userId="66bf8e14-25f7-4337-92bb-3d6bd43785cb" providerId="ADAL" clId="{A23B7F98-5C86-4C86-AD33-722562FBF114}" dt="2026-06-11T02:52:47.149" v="5030" actId="12"/>
          <ac:spMkLst>
            <pc:docMk/>
            <pc:sldMk cId="624723397" sldId="2147377427"/>
            <ac:spMk id="66" creationId="{2E8C5058-04A9-9229-6D46-5686EFAA1FCE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70" creationId="{8C679B34-19F2-F46E-5F27-3CDF4B679C96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624723397" sldId="2147377427"/>
            <ac:spMk id="72" creationId="{37783ED3-225D-51D4-26F1-3C5520EB7E31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76" creationId="{9CB4B87D-1DF1-7A7C-0F1F-AE215E115826}"/>
          </ac:spMkLst>
        </pc:spChg>
        <pc:spChg chg="mod">
          <ac:chgData name="Pat Chang" userId="66bf8e14-25f7-4337-92bb-3d6bd43785cb" providerId="ADAL" clId="{A23B7F98-5C86-4C86-AD33-722562FBF114}" dt="2026-06-11T02:54:01.299" v="5053" actId="255"/>
          <ac:spMkLst>
            <pc:docMk/>
            <pc:sldMk cId="624723397" sldId="2147377427"/>
            <ac:spMk id="78" creationId="{6485389C-755C-9B85-5694-65041CFC93D7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80" creationId="{2364420D-73AD-558F-8B5E-4182536E9749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624723397" sldId="2147377427"/>
            <ac:spMk id="82" creationId="{A67BB9AA-A408-4B0B-4439-50D5C19ECCC6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84" creationId="{633208C9-EE65-2F09-3C85-431CE15FD82A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86" creationId="{DE7919E7-FD49-DA33-C94E-51387F8135AA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624723397" sldId="2147377427"/>
            <ac:spMk id="88" creationId="{C003E9B6-4EF0-FD41-6F37-41942BB7BFB0}"/>
          </ac:spMkLst>
        </pc:spChg>
        <pc:spChg chg="mod">
          <ac:chgData name="Pat Chang" userId="66bf8e14-25f7-4337-92bb-3d6bd43785cb" providerId="ADAL" clId="{A23B7F98-5C86-4C86-AD33-722562FBF114}" dt="2026-06-11T02:54:10.893" v="5063" actId="255"/>
          <ac:spMkLst>
            <pc:docMk/>
            <pc:sldMk cId="624723397" sldId="2147377427"/>
            <ac:spMk id="90" creationId="{B9A25C26-B0EB-F860-3F2E-E7CBD26DC663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92" creationId="{FFF00BEE-C131-EF77-A209-5AC7ED5BD3CE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94" creationId="{EECFD50C-0496-0FDA-5685-F175DD8A02FE}"/>
          </ac:spMkLst>
        </pc:spChg>
        <pc:spChg chg="mod">
          <ac:chgData name="Pat Chang" userId="66bf8e14-25f7-4337-92bb-3d6bd43785cb" providerId="ADAL" clId="{A23B7F98-5C86-4C86-AD33-722562FBF114}" dt="2026-06-11T03:01:53.185" v="5130" actId="404"/>
          <ac:spMkLst>
            <pc:docMk/>
            <pc:sldMk cId="624723397" sldId="2147377427"/>
            <ac:spMk id="96" creationId="{B0BFAE4C-695C-F9EA-32C9-FECAF7897590}"/>
          </ac:spMkLst>
        </pc:spChg>
        <pc:spChg chg="mod">
          <ac:chgData name="Pat Chang" userId="66bf8e14-25f7-4337-92bb-3d6bd43785cb" providerId="ADAL" clId="{A23B7F98-5C86-4C86-AD33-722562FBF114}" dt="2026-06-11T08:05:21.228" v="10073" actId="164"/>
          <ac:spMkLst>
            <pc:docMk/>
            <pc:sldMk cId="624723397" sldId="2147377427"/>
            <ac:spMk id="98" creationId="{8D2AE7D3-A5E5-5C19-A636-96E5C61C1545}"/>
          </ac:spMkLst>
        </pc:spChg>
        <pc:spChg chg="add mod">
          <ac:chgData name="Pat Chang" userId="66bf8e14-25f7-4337-92bb-3d6bd43785cb" providerId="ADAL" clId="{A23B7F98-5C86-4C86-AD33-722562FBF114}" dt="2026-06-11T09:23:40.986" v="11740" actId="34135"/>
          <ac:spMkLst>
            <pc:docMk/>
            <pc:sldMk cId="624723397" sldId="2147377427"/>
            <ac:spMk id="101" creationId="{7FB78244-A259-AB8F-EFBC-7AC0A724806C}"/>
          </ac:spMkLst>
        </pc:spChg>
        <pc:spChg chg="del">
          <ac:chgData name="Pat Chang" userId="66bf8e14-25f7-4337-92bb-3d6bd43785cb" providerId="ADAL" clId="{A23B7F98-5C86-4C86-AD33-722562FBF114}" dt="2026-06-11T09:53:50.380" v="12066" actId="478"/>
          <ac:spMkLst>
            <pc:docMk/>
            <pc:sldMk cId="624723397" sldId="2147377427"/>
            <ac:spMk id="108" creationId="{00000000-0000-0000-0000-000000000000}"/>
          </ac:spMkLst>
        </pc:spChg>
        <pc:grpChg chg="add mod">
          <ac:chgData name="Pat Chang" userId="66bf8e14-25f7-4337-92bb-3d6bd43785cb" providerId="ADAL" clId="{A23B7F98-5C86-4C86-AD33-722562FBF114}" dt="2026-06-11T08:40:14.666" v="10674" actId="14100"/>
          <ac:grpSpMkLst>
            <pc:docMk/>
            <pc:sldMk cId="624723397" sldId="2147377427"/>
            <ac:grpSpMk id="2" creationId="{11D214C7-A82A-BBE7-4B97-D04DCE2D76D8}"/>
          </ac:grpSpMkLst>
        </pc:grpChg>
        <pc:grpChg chg="mod">
          <ac:chgData name="Pat Chang" userId="66bf8e14-25f7-4337-92bb-3d6bd43785cb" providerId="ADAL" clId="{A23B7F98-5C86-4C86-AD33-722562FBF114}" dt="2026-06-11T02:49:05.212" v="4871" actId="1076"/>
          <ac:grpSpMkLst>
            <pc:docMk/>
            <pc:sldMk cId="624723397" sldId="2147377427"/>
            <ac:grpSpMk id="99" creationId="{FBB719A5-EBA1-35F4-23E5-C23E18EFBFC7}"/>
          </ac:grpSpMkLst>
        </pc:grpChg>
        <pc:grpChg chg="mod">
          <ac:chgData name="Pat Chang" userId="66bf8e14-25f7-4337-92bb-3d6bd43785cb" providerId="ADAL" clId="{A23B7F98-5C86-4C86-AD33-722562FBF114}" dt="2026-06-11T08:05:21.228" v="10073" actId="164"/>
          <ac:grpSpMkLst>
            <pc:docMk/>
            <pc:sldMk cId="624723397" sldId="2147377427"/>
            <ac:grpSpMk id="100" creationId="{509C6DB8-AABB-4528-46C1-ED80A229E647}"/>
          </ac:grpSpMkLst>
        </pc:grpChg>
        <pc:grpChg chg="mod">
          <ac:chgData name="Pat Chang" userId="66bf8e14-25f7-4337-92bb-3d6bd43785cb" providerId="ADAL" clId="{A23B7F98-5C86-4C86-AD33-722562FBF114}" dt="2026-06-11T08:40:16.994" v="10675" actId="14100"/>
          <ac:grpSpMkLst>
            <pc:docMk/>
            <pc:sldMk cId="624723397" sldId="2147377427"/>
            <ac:grpSpMk id="102" creationId="{D387F5BB-5548-2D6D-EE1E-1D9D49BD39AA}"/>
          </ac:grpSpMkLst>
        </pc:grpChg>
      </pc:sldChg>
      <pc:sldChg chg="addSp delSp modSp new mod ord">
        <pc:chgData name="Pat Chang" userId="66bf8e14-25f7-4337-92bb-3d6bd43785cb" providerId="ADAL" clId="{A23B7F98-5C86-4C86-AD33-722562FBF114}" dt="2026-06-11T09:53:56.351" v="12071" actId="22"/>
        <pc:sldMkLst>
          <pc:docMk/>
          <pc:sldMk cId="543579695" sldId="2147377428"/>
        </pc:sldMkLst>
        <pc:spChg chg="del">
          <ac:chgData name="Pat Chang" userId="66bf8e14-25f7-4337-92bb-3d6bd43785cb" providerId="ADAL" clId="{A23B7F98-5C86-4C86-AD33-722562FBF114}" dt="2026-06-11T02:55:00.773" v="5088" actId="478"/>
          <ac:spMkLst>
            <pc:docMk/>
            <pc:sldMk cId="543579695" sldId="2147377428"/>
            <ac:spMk id="2" creationId="{1781629C-C59A-795E-322C-AA3602FE6D8D}"/>
          </ac:spMkLst>
        </pc:spChg>
        <pc:spChg chg="del">
          <ac:chgData name="Pat Chang" userId="66bf8e14-25f7-4337-92bb-3d6bd43785cb" providerId="ADAL" clId="{A23B7F98-5C86-4C86-AD33-722562FBF114}" dt="2026-06-11T02:55:00.773" v="5088" actId="478"/>
          <ac:spMkLst>
            <pc:docMk/>
            <pc:sldMk cId="543579695" sldId="2147377428"/>
            <ac:spMk id="3" creationId="{765D4177-3EFC-F389-1B1E-603166D6790A}"/>
          </ac:spMkLst>
        </pc:spChg>
        <pc:spChg chg="add mod">
          <ac:chgData name="Pat Chang" userId="66bf8e14-25f7-4337-92bb-3d6bd43785cb" providerId="ADAL" clId="{A23B7F98-5C86-4C86-AD33-722562FBF114}" dt="2026-06-11T07:15:31.550" v="9061" actId="404"/>
          <ac:spMkLst>
            <pc:docMk/>
            <pc:sldMk cId="543579695" sldId="2147377428"/>
            <ac:spMk id="3" creationId="{FC54B40F-CCDC-EB03-488D-27CEFFF07CB8}"/>
          </ac:spMkLst>
        </pc:spChg>
        <pc:spChg chg="del">
          <ac:chgData name="Pat Chang" userId="66bf8e14-25f7-4337-92bb-3d6bd43785cb" providerId="ADAL" clId="{A23B7F98-5C86-4C86-AD33-722562FBF114}" dt="2026-06-11T02:55:00.773" v="5088" actId="478"/>
          <ac:spMkLst>
            <pc:docMk/>
            <pc:sldMk cId="543579695" sldId="2147377428"/>
            <ac:spMk id="4" creationId="{B442A763-D21B-1E3C-5513-37F10482EB79}"/>
          </ac:spMkLst>
        </pc:spChg>
        <pc:spChg chg="add del mod">
          <ac:chgData name="Pat Chang" userId="66bf8e14-25f7-4337-92bb-3d6bd43785cb" providerId="ADAL" clId="{A23B7F98-5C86-4C86-AD33-722562FBF114}" dt="2026-06-11T02:55:44.295" v="5096" actId="478"/>
          <ac:spMkLst>
            <pc:docMk/>
            <pc:sldMk cId="543579695" sldId="2147377428"/>
            <ac:spMk id="6" creationId="{8A7E4055-7C9A-D63B-BA37-A03AE65C836C}"/>
          </ac:spMkLst>
        </pc:spChg>
        <pc:spChg chg="add mod">
          <ac:chgData name="Pat Chang" userId="66bf8e14-25f7-4337-92bb-3d6bd43785cb" providerId="ADAL" clId="{A23B7F98-5C86-4C86-AD33-722562FBF114}" dt="2026-06-11T09:22:37.628" v="11677" actId="20577"/>
          <ac:spMkLst>
            <pc:docMk/>
            <pc:sldMk cId="543579695" sldId="2147377428"/>
            <ac:spMk id="6" creationId="{EFD9795D-8E78-E576-F6B3-F216178C3714}"/>
          </ac:spMkLst>
        </pc:spChg>
        <pc:spChg chg="add">
          <ac:chgData name="Pat Chang" userId="66bf8e14-25f7-4337-92bb-3d6bd43785cb" providerId="ADAL" clId="{A23B7F98-5C86-4C86-AD33-722562FBF114}" dt="2026-06-11T09:53:56.351" v="12071" actId="22"/>
          <ac:spMkLst>
            <pc:docMk/>
            <pc:sldMk cId="543579695" sldId="2147377428"/>
            <ac:spMk id="7" creationId="{A48CF136-D88E-A2FC-A01D-DE04A3628FE4}"/>
          </ac:spMkLst>
        </pc:spChg>
        <pc:spChg chg="add mod">
          <ac:chgData name="Pat Chang" userId="66bf8e14-25f7-4337-92bb-3d6bd43785cb" providerId="ADAL" clId="{A23B7F98-5C86-4C86-AD33-722562FBF114}" dt="2026-06-11T09:22:40.891" v="11692" actId="20577"/>
          <ac:spMkLst>
            <pc:docMk/>
            <pc:sldMk cId="543579695" sldId="2147377428"/>
            <ac:spMk id="8" creationId="{000B690B-BC39-7C2D-2352-DDE0B0F35793}"/>
          </ac:spMkLst>
        </pc:spChg>
        <pc:spChg chg="add del mod">
          <ac:chgData name="Pat Chang" userId="66bf8e14-25f7-4337-92bb-3d6bd43785cb" providerId="ADAL" clId="{A23B7F98-5C86-4C86-AD33-722562FBF114}" dt="2026-06-11T02:55:16.165" v="5093" actId="478"/>
          <ac:spMkLst>
            <pc:docMk/>
            <pc:sldMk cId="543579695" sldId="2147377428"/>
            <ac:spMk id="8" creationId="{3AFC46B6-98FA-C52A-8AE5-39CB04D04DF2}"/>
          </ac:spMkLst>
        </pc:spChg>
        <pc:spChg chg="add mod">
          <ac:chgData name="Pat Chang" userId="66bf8e14-25f7-4337-92bb-3d6bd43785cb" providerId="ADAL" clId="{A23B7F98-5C86-4C86-AD33-722562FBF114}" dt="2026-06-11T07:15:25.245" v="9056" actId="21"/>
          <ac:spMkLst>
            <pc:docMk/>
            <pc:sldMk cId="543579695" sldId="2147377428"/>
            <ac:spMk id="10" creationId="{C36EDE5A-3C5D-9FF7-E047-506C0E8E4B6B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543579695" sldId="2147377428"/>
            <ac:spMk id="16" creationId="{10185DEB-26C9-F7A4-06B7-418DA74EB558}"/>
          </ac:spMkLst>
        </pc:spChg>
        <pc:spChg chg="add mod topLvl">
          <ac:chgData name="Pat Chang" userId="66bf8e14-25f7-4337-92bb-3d6bd43785cb" providerId="ADAL" clId="{A23B7F98-5C86-4C86-AD33-722562FBF114}" dt="2026-06-11T03:39:21.953" v="5459" actId="790"/>
          <ac:spMkLst>
            <pc:docMk/>
            <pc:sldMk cId="543579695" sldId="2147377428"/>
            <ac:spMk id="18" creationId="{ED95049B-333C-9FEC-1CF8-12350932E40E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543579695" sldId="2147377428"/>
            <ac:spMk id="20" creationId="{A4416145-A5F3-3677-3505-407BB3FB8AF0}"/>
          </ac:spMkLst>
        </pc:spChg>
        <pc:spChg chg="add mod">
          <ac:chgData name="Pat Chang" userId="66bf8e14-25f7-4337-92bb-3d6bd43785cb" providerId="ADAL" clId="{A23B7F98-5C86-4C86-AD33-722562FBF114}" dt="2026-06-11T07:11:22.638" v="8861" actId="20577"/>
          <ac:spMkLst>
            <pc:docMk/>
            <pc:sldMk cId="543579695" sldId="2147377428"/>
            <ac:spMk id="22" creationId="{64672DC0-7646-1B5A-4179-9BD45405C5E0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543579695" sldId="2147377428"/>
            <ac:spMk id="26" creationId="{78EF2B49-453E-1767-E74D-108983BF2388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28" creationId="{8F182CF3-0D90-3F4F-025C-F3D57594E507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30" creationId="{C333F96F-9624-3160-A4B8-C043749F90A7}"/>
          </ac:spMkLst>
        </pc:spChg>
        <pc:spChg chg="mod">
          <ac:chgData name="Pat Chang" userId="66bf8e14-25f7-4337-92bb-3d6bd43785cb" providerId="ADAL" clId="{A23B7F98-5C86-4C86-AD33-722562FBF114}" dt="2026-06-11T07:12:50.848" v="9010" actId="20577"/>
          <ac:spMkLst>
            <pc:docMk/>
            <pc:sldMk cId="543579695" sldId="2147377428"/>
            <ac:spMk id="34" creationId="{E9029C8D-C82A-2F46-256E-4E295E0DBD2F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36" creationId="{E79107B1-EE20-63EF-8AE0-76D7624D4899}"/>
          </ac:spMkLst>
        </pc:spChg>
        <pc:spChg chg="add mod topLvl">
          <ac:chgData name="Pat Chang" userId="66bf8e14-25f7-4337-92bb-3d6bd43785cb" providerId="ADAL" clId="{A23B7F98-5C86-4C86-AD33-722562FBF114}" dt="2026-06-11T03:39:21.953" v="5459" actId="790"/>
          <ac:spMkLst>
            <pc:docMk/>
            <pc:sldMk cId="543579695" sldId="2147377428"/>
            <ac:spMk id="38" creationId="{E24C00A8-042B-6C48-C2CE-DF780630C714}"/>
          </ac:spMkLst>
        </pc:spChg>
        <pc:spChg chg="mod topLvl">
          <ac:chgData name="Pat Chang" userId="66bf8e14-25f7-4337-92bb-3d6bd43785cb" providerId="ADAL" clId="{A23B7F98-5C86-4C86-AD33-722562FBF114}" dt="2026-06-11T07:12:36.411" v="8986" actId="20577"/>
          <ac:spMkLst>
            <pc:docMk/>
            <pc:sldMk cId="543579695" sldId="2147377428"/>
            <ac:spMk id="40" creationId="{54205945-8482-AD1A-81E4-D39648ABB268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42" creationId="{A1209E84-1179-78B0-0006-0A7B352ABCE1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44" creationId="{1F9B8ECE-76C4-D486-D5FF-AAC849C30687}"/>
          </ac:spMkLst>
        </pc:spChg>
        <pc:spChg chg="mod">
          <ac:chgData name="Pat Chang" userId="66bf8e14-25f7-4337-92bb-3d6bd43785cb" providerId="ADAL" clId="{A23B7F98-5C86-4C86-AD33-722562FBF114}" dt="2026-06-11T07:11:46.779" v="8884" actId="20577"/>
          <ac:spMkLst>
            <pc:docMk/>
            <pc:sldMk cId="543579695" sldId="2147377428"/>
            <ac:spMk id="46" creationId="{06D7F6D6-C431-2500-E5C5-B8D8E063A9F4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48" creationId="{8B8821E2-BB23-F817-6CD7-F7B5161CA1C8}"/>
          </ac:spMkLst>
        </pc:spChg>
        <pc:spChg chg="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543579695" sldId="2147377428"/>
            <ac:spMk id="50" creationId="{4C6068D2-D146-5F07-CF49-E3203935735F}"/>
          </ac:spMkLst>
        </pc:spChg>
        <pc:spChg chg="mod topLvl">
          <ac:chgData name="Pat Chang" userId="66bf8e14-25f7-4337-92bb-3d6bd43785cb" providerId="ADAL" clId="{A23B7F98-5C86-4C86-AD33-722562FBF114}" dt="2026-06-11T03:06:36.556" v="5347" actId="404"/>
          <ac:spMkLst>
            <pc:docMk/>
            <pc:sldMk cId="543579695" sldId="2147377428"/>
            <ac:spMk id="52" creationId="{632FBB83-03EF-E388-8A17-90B0DFCF2923}"/>
          </ac:spMkLst>
        </pc:spChg>
        <pc:spChg chg="del mod">
          <ac:chgData name="Pat Chang" userId="66bf8e14-25f7-4337-92bb-3d6bd43785cb" providerId="ADAL" clId="{A23B7F98-5C86-4C86-AD33-722562FBF114}" dt="2026-06-11T07:14:57.994" v="9030" actId="478"/>
          <ac:spMkLst>
            <pc:docMk/>
            <pc:sldMk cId="543579695" sldId="2147377428"/>
            <ac:spMk id="54" creationId="{20762DA9-A4E4-9153-5ED8-E75A824BFC4D}"/>
          </ac:spMkLst>
        </pc:spChg>
        <pc:spChg chg="del mod">
          <ac:chgData name="Pat Chang" userId="66bf8e14-25f7-4337-92bb-3d6bd43785cb" providerId="ADAL" clId="{A23B7F98-5C86-4C86-AD33-722562FBF114}" dt="2026-06-11T07:15:00.469" v="9032" actId="478"/>
          <ac:spMkLst>
            <pc:docMk/>
            <pc:sldMk cId="543579695" sldId="2147377428"/>
            <ac:spMk id="58" creationId="{BFDE938E-9943-55F1-1CF3-B6D0356C1CDA}"/>
          </ac:spMkLst>
        </pc:spChg>
        <pc:spChg chg="del mod">
          <ac:chgData name="Pat Chang" userId="66bf8e14-25f7-4337-92bb-3d6bd43785cb" providerId="ADAL" clId="{A23B7F98-5C86-4C86-AD33-722562FBF114}" dt="2026-06-11T07:15:09.946" v="9033" actId="478"/>
          <ac:spMkLst>
            <pc:docMk/>
            <pc:sldMk cId="543579695" sldId="2147377428"/>
            <ac:spMk id="60" creationId="{9E22AC29-D44F-C4E2-1B39-1432194C7294}"/>
          </ac:spMkLst>
        </pc:spChg>
        <pc:spChg chg="del mod">
          <ac:chgData name="Pat Chang" userId="66bf8e14-25f7-4337-92bb-3d6bd43785cb" providerId="ADAL" clId="{A23B7F98-5C86-4C86-AD33-722562FBF114}" dt="2026-06-11T07:15:10.998" v="9034" actId="478"/>
          <ac:spMkLst>
            <pc:docMk/>
            <pc:sldMk cId="543579695" sldId="2147377428"/>
            <ac:spMk id="62" creationId="{37DEB621-C310-5695-1B9F-8635BD544101}"/>
          </ac:spMkLst>
        </pc:spChg>
        <pc:spChg chg="add del mod">
          <ac:chgData name="Pat Chang" userId="66bf8e14-25f7-4337-92bb-3d6bd43785cb" providerId="ADAL" clId="{A23B7F98-5C86-4C86-AD33-722562FBF114}" dt="2026-06-11T02:59:03.516" v="5097" actId="478"/>
          <ac:spMkLst>
            <pc:docMk/>
            <pc:sldMk cId="543579695" sldId="2147377428"/>
            <ac:spMk id="64" creationId="{1C89EDD6-85A8-979A-F77D-9F19C4510552}"/>
          </ac:spMkLst>
        </pc:spChg>
        <pc:spChg chg="add mod">
          <ac:chgData name="Pat Chang" userId="66bf8e14-25f7-4337-92bb-3d6bd43785cb" providerId="ADAL" clId="{A23B7F98-5C86-4C86-AD33-722562FBF114}" dt="2026-06-11T08:26:26.629" v="10471" actId="20577"/>
          <ac:spMkLst>
            <pc:docMk/>
            <pc:sldMk cId="543579695" sldId="2147377428"/>
            <ac:spMk id="65" creationId="{6A947C13-399D-50F2-1234-EFE80A0B6FC7}"/>
          </ac:spMkLst>
        </pc:spChg>
        <pc:spChg chg="add mod">
          <ac:chgData name="Pat Chang" userId="66bf8e14-25f7-4337-92bb-3d6bd43785cb" providerId="ADAL" clId="{A23B7F98-5C86-4C86-AD33-722562FBF114}" dt="2026-06-11T07:06:06.245" v="8558" actId="164"/>
          <ac:spMkLst>
            <pc:docMk/>
            <pc:sldMk cId="543579695" sldId="2147377428"/>
            <ac:spMk id="69" creationId="{45B6225E-9595-FEA5-10C9-8C8D97434A3E}"/>
          </ac:spMkLst>
        </pc:spChg>
        <pc:spChg chg="del">
          <ac:chgData name="Pat Chang" userId="66bf8e14-25f7-4337-92bb-3d6bd43785cb" providerId="ADAL" clId="{A23B7F98-5C86-4C86-AD33-722562FBF114}" dt="2026-06-11T09:53:56.112" v="12070" actId="478"/>
          <ac:spMkLst>
            <pc:docMk/>
            <pc:sldMk cId="543579695" sldId="2147377428"/>
            <ac:spMk id="75" creationId="{00000000-0000-0000-0000-000000000000}"/>
          </ac:spMkLst>
        </pc:spChg>
        <pc:grpChg chg="add mod">
          <ac:chgData name="Pat Chang" userId="66bf8e14-25f7-4337-92bb-3d6bd43785cb" providerId="ADAL" clId="{A23B7F98-5C86-4C86-AD33-722562FBF114}" dt="2026-06-11T07:06:06.245" v="8558" actId="164"/>
          <ac:grpSpMkLst>
            <pc:docMk/>
            <pc:sldMk cId="543579695" sldId="2147377428"/>
            <ac:grpSpMk id="4" creationId="{50651715-8052-9909-075C-AC4BE1B08A64}"/>
          </ac:grpSpMkLst>
        </pc:grpChg>
        <pc:grpChg chg="add mod">
          <ac:chgData name="Pat Chang" userId="66bf8e14-25f7-4337-92bb-3d6bd43785cb" providerId="ADAL" clId="{A23B7F98-5C86-4C86-AD33-722562FBF114}" dt="2026-06-11T07:15:33.989" v="9062" actId="1076"/>
          <ac:grpSpMkLst>
            <pc:docMk/>
            <pc:sldMk cId="543579695" sldId="2147377428"/>
            <ac:grpSpMk id="5" creationId="{085599A2-1EB5-C2C9-0EFD-757768ED2A3C}"/>
          </ac:grpSpMkLst>
        </pc:grpChg>
        <pc:grpChg chg="mod">
          <ac:chgData name="Pat Chang" userId="66bf8e14-25f7-4337-92bb-3d6bd43785cb" providerId="ADAL" clId="{A23B7F98-5C86-4C86-AD33-722562FBF114}" dt="2026-06-11T03:05:24.011" v="5308" actId="1076"/>
          <ac:grpSpMkLst>
            <pc:docMk/>
            <pc:sldMk cId="543579695" sldId="2147377428"/>
            <ac:grpSpMk id="66" creationId="{FEBCC41B-35D2-481B-8C62-814399437F04}"/>
          </ac:grpSpMkLst>
        </pc:grpChg>
        <pc:grpChg chg="mod">
          <ac:chgData name="Pat Chang" userId="66bf8e14-25f7-4337-92bb-3d6bd43785cb" providerId="ADAL" clId="{A23B7F98-5C86-4C86-AD33-722562FBF114}" dt="2026-06-11T07:05:59.310" v="8555" actId="164"/>
          <ac:grpSpMkLst>
            <pc:docMk/>
            <pc:sldMk cId="543579695" sldId="2147377428"/>
            <ac:grpSpMk id="67" creationId="{B843EBD2-333B-022B-1DB2-AA079EF68BD3}"/>
          </ac:grpSpMkLst>
        </pc:grpChg>
        <pc:graphicFrameChg chg="del mod modGraphic">
          <ac:chgData name="Pat Chang" userId="66bf8e14-25f7-4337-92bb-3d6bd43785cb" providerId="ADAL" clId="{A23B7F98-5C86-4C86-AD33-722562FBF114}" dt="2026-06-11T07:14:59.352" v="9031" actId="478"/>
          <ac:graphicFrameMkLst>
            <pc:docMk/>
            <pc:sldMk cId="543579695" sldId="2147377428"/>
            <ac:graphicFrameMk id="56" creationId="{7CEB0364-8099-1B59-1A7B-E0F355EF0A68}"/>
          </ac:graphicFrameMkLst>
        </pc:graphicFrameChg>
        <pc:picChg chg="add del mod">
          <ac:chgData name="Pat Chang" userId="66bf8e14-25f7-4337-92bb-3d6bd43785cb" providerId="ADAL" clId="{A23B7F98-5C86-4C86-AD33-722562FBF114}" dt="2026-06-11T07:16:25.203" v="9069" actId="931"/>
          <ac:picMkLst>
            <pc:docMk/>
            <pc:sldMk cId="543579695" sldId="2147377428"/>
            <ac:picMk id="7" creationId="{8F4F9085-1ABC-A76B-4195-F75CBE75E9D5}"/>
          </ac:picMkLst>
        </pc:picChg>
        <pc:picChg chg="add mod">
          <ac:chgData name="Pat Chang" userId="66bf8e14-25f7-4337-92bb-3d6bd43785cb" providerId="ADAL" clId="{A23B7F98-5C86-4C86-AD33-722562FBF114}" dt="2026-06-11T07:18:49.854" v="9100" actId="1076"/>
          <ac:picMkLst>
            <pc:docMk/>
            <pc:sldMk cId="543579695" sldId="2147377428"/>
            <ac:picMk id="9" creationId="{E09621FC-9BB8-92E3-4BC7-BA7FC44F7AA4}"/>
          </ac:picMkLst>
        </pc:picChg>
        <pc:picChg chg="add del mod">
          <ac:chgData name="Pat Chang" userId="66bf8e14-25f7-4337-92bb-3d6bd43785cb" providerId="ADAL" clId="{A23B7F98-5C86-4C86-AD33-722562FBF114}" dt="2026-06-11T07:17:04.955" v="9079" actId="931"/>
          <ac:picMkLst>
            <pc:docMk/>
            <pc:sldMk cId="543579695" sldId="2147377428"/>
            <ac:picMk id="13" creationId="{79149FC0-3D4D-DCE7-BADB-0BF06C731472}"/>
          </ac:picMkLst>
        </pc:picChg>
        <pc:picChg chg="add mod">
          <ac:chgData name="Pat Chang" userId="66bf8e14-25f7-4337-92bb-3d6bd43785cb" providerId="ADAL" clId="{A23B7F98-5C86-4C86-AD33-722562FBF114}" dt="2026-06-11T07:18:47.982" v="9099" actId="1076"/>
          <ac:picMkLst>
            <pc:docMk/>
            <pc:sldMk cId="543579695" sldId="2147377428"/>
            <ac:picMk id="17" creationId="{E6A6743D-9320-CABF-AA0F-5FE7607652EB}"/>
          </ac:picMkLst>
        </pc:picChg>
        <pc:picChg chg="add mod">
          <ac:chgData name="Pat Chang" userId="66bf8e14-25f7-4337-92bb-3d6bd43785cb" providerId="ADAL" clId="{A23B7F98-5C86-4C86-AD33-722562FBF114}" dt="2026-06-11T07:19:56.561" v="9103" actId="14100"/>
          <ac:picMkLst>
            <pc:docMk/>
            <pc:sldMk cId="543579695" sldId="2147377428"/>
            <ac:picMk id="21" creationId="{F8C4779A-1D9B-E2AD-A9E6-CCB8C43860CB}"/>
          </ac:picMkLst>
        </pc:picChg>
        <pc:picChg chg="add del mod">
          <ac:chgData name="Pat Chang" userId="66bf8e14-25f7-4337-92bb-3d6bd43785cb" providerId="ADAL" clId="{A23B7F98-5C86-4C86-AD33-722562FBF114}" dt="2026-06-11T07:20:15.701" v="9107" actId="478"/>
          <ac:picMkLst>
            <pc:docMk/>
            <pc:sldMk cId="543579695" sldId="2147377428"/>
            <ac:picMk id="25" creationId="{C0326F46-5316-306B-E0B4-C48C0AE50067}"/>
          </ac:picMkLst>
        </pc:picChg>
      </pc:sldChg>
      <pc:sldChg chg="addSp delSp modSp new mod">
        <pc:chgData name="Pat Chang" userId="66bf8e14-25f7-4337-92bb-3d6bd43785cb" providerId="ADAL" clId="{A23B7F98-5C86-4C86-AD33-722562FBF114}" dt="2026-06-11T09:53:36.267" v="12059" actId="22"/>
        <pc:sldMkLst>
          <pc:docMk/>
          <pc:sldMk cId="2012292805" sldId="2147377429"/>
        </pc:sldMkLst>
        <pc:spChg chg="del">
          <ac:chgData name="Pat Chang" userId="66bf8e14-25f7-4337-92bb-3d6bd43785cb" providerId="ADAL" clId="{A23B7F98-5C86-4C86-AD33-722562FBF114}" dt="2026-06-11T03:37:33.202" v="5438" actId="478"/>
          <ac:spMkLst>
            <pc:docMk/>
            <pc:sldMk cId="2012292805" sldId="2147377429"/>
            <ac:spMk id="2" creationId="{B6BC03A1-9046-A64F-0477-970F4BB1B6D3}"/>
          </ac:spMkLst>
        </pc:spChg>
        <pc:spChg chg="add del mod">
          <ac:chgData name="Pat Chang" userId="66bf8e14-25f7-4337-92bb-3d6bd43785cb" providerId="ADAL" clId="{A23B7F98-5C86-4C86-AD33-722562FBF114}" dt="2026-06-11T06:54:14.469" v="8172" actId="21"/>
          <ac:spMkLst>
            <pc:docMk/>
            <pc:sldMk cId="2012292805" sldId="2147377429"/>
            <ac:spMk id="3" creationId="{5FE266FF-2CAF-8710-5C75-4AAE696EFF9A}"/>
          </ac:spMkLst>
        </pc:spChg>
        <pc:spChg chg="add mod">
          <ac:chgData name="Pat Chang" userId="66bf8e14-25f7-4337-92bb-3d6bd43785cb" providerId="ADAL" clId="{A23B7F98-5C86-4C86-AD33-722562FBF114}" dt="2026-06-11T09:24:16.629" v="11779" actId="20577"/>
          <ac:spMkLst>
            <pc:docMk/>
            <pc:sldMk cId="2012292805" sldId="2147377429"/>
            <ac:spMk id="3" creationId="{7398D43B-32F4-54AE-839C-7EB36D5B14F3}"/>
          </ac:spMkLst>
        </pc:spChg>
        <pc:spChg chg="del">
          <ac:chgData name="Pat Chang" userId="66bf8e14-25f7-4337-92bb-3d6bd43785cb" providerId="ADAL" clId="{A23B7F98-5C86-4C86-AD33-722562FBF114}" dt="2026-06-11T03:37:33.202" v="5438" actId="478"/>
          <ac:spMkLst>
            <pc:docMk/>
            <pc:sldMk cId="2012292805" sldId="2147377429"/>
            <ac:spMk id="3" creationId="{E591B138-8456-E130-4B3E-4FE7CDFFD694}"/>
          </ac:spMkLst>
        </pc:spChg>
        <pc:spChg chg="add del">
          <ac:chgData name="Pat Chang" userId="66bf8e14-25f7-4337-92bb-3d6bd43785cb" providerId="ADAL" clId="{A23B7F98-5C86-4C86-AD33-722562FBF114}" dt="2026-06-11T09:53:34.488" v="12057" actId="22"/>
          <ac:spMkLst>
            <pc:docMk/>
            <pc:sldMk cId="2012292805" sldId="2147377429"/>
            <ac:spMk id="4" creationId="{C1C14AF0-7BB2-1286-44BE-64370323F1A2}"/>
          </ac:spMkLst>
        </pc:spChg>
        <pc:spChg chg="del">
          <ac:chgData name="Pat Chang" userId="66bf8e14-25f7-4337-92bb-3d6bd43785cb" providerId="ADAL" clId="{A23B7F98-5C86-4C86-AD33-722562FBF114}" dt="2026-06-11T03:37:33.202" v="5438" actId="478"/>
          <ac:spMkLst>
            <pc:docMk/>
            <pc:sldMk cId="2012292805" sldId="2147377429"/>
            <ac:spMk id="4" creationId="{FF929CF8-BCB1-B5B6-73E8-79AADC4D435E}"/>
          </ac:spMkLst>
        </pc:spChg>
        <pc:spChg chg="add mod">
          <ac:chgData name="Pat Chang" userId="66bf8e14-25f7-4337-92bb-3d6bd43785cb" providerId="ADAL" clId="{A23B7F98-5C86-4C86-AD33-722562FBF114}" dt="2026-06-11T09:09:15.117" v="11539" actId="20577"/>
          <ac:spMkLst>
            <pc:docMk/>
            <pc:sldMk cId="2012292805" sldId="2147377429"/>
            <ac:spMk id="5" creationId="{22C11888-33DA-AB53-8EA8-4B7FD841AA90}"/>
          </ac:spMkLst>
        </pc:spChg>
        <pc:spChg chg="add mod">
          <ac:chgData name="Pat Chang" userId="66bf8e14-25f7-4337-92bb-3d6bd43785cb" providerId="ADAL" clId="{A23B7F98-5C86-4C86-AD33-722562FBF114}" dt="2026-06-11T07:34:09.983" v="9215" actId="113"/>
          <ac:spMkLst>
            <pc:docMk/>
            <pc:sldMk cId="2012292805" sldId="2147377429"/>
            <ac:spMk id="6" creationId="{47BCCE8E-3542-E049-9F5C-81F3D13A524C}"/>
          </ac:spMkLst>
        </pc:spChg>
        <pc:spChg chg="mod">
          <ac:chgData name="Pat Chang" userId="66bf8e14-25f7-4337-92bb-3d6bd43785cb" providerId="ADAL" clId="{A23B7F98-5C86-4C86-AD33-722562FBF114}" dt="2026-06-11T03:40:52.233" v="5527" actId="6549"/>
          <ac:spMkLst>
            <pc:docMk/>
            <pc:sldMk cId="2012292805" sldId="2147377429"/>
            <ac:spMk id="7" creationId="{0AFC68D9-387E-2998-2640-22EA582F0A19}"/>
          </ac:spMkLst>
        </pc:spChg>
        <pc:spChg chg="add mod">
          <ac:chgData name="Pat Chang" userId="66bf8e14-25f7-4337-92bb-3d6bd43785cb" providerId="ADAL" clId="{A23B7F98-5C86-4C86-AD33-722562FBF114}" dt="2026-06-11T09:24:13.950" v="11765" actId="1076"/>
          <ac:spMkLst>
            <pc:docMk/>
            <pc:sldMk cId="2012292805" sldId="2147377429"/>
            <ac:spMk id="8" creationId="{D3B60629-BACF-2D1F-A5D9-952AD7A44E02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012292805" sldId="2147377429"/>
            <ac:spMk id="9" creationId="{AAB5D0BD-E549-5D22-6CAF-C6FB27CC5468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012292805" sldId="2147377429"/>
            <ac:spMk id="11" creationId="{1E45D8FA-0966-F45C-C3AB-EC543FA5973F}"/>
          </ac:spMkLst>
        </pc:spChg>
        <pc:spChg chg="add">
          <ac:chgData name="Pat Chang" userId="66bf8e14-25f7-4337-92bb-3d6bd43785cb" providerId="ADAL" clId="{A23B7F98-5C86-4C86-AD33-722562FBF114}" dt="2026-06-11T09:53:36.267" v="12059" actId="22"/>
          <ac:spMkLst>
            <pc:docMk/>
            <pc:sldMk cId="2012292805" sldId="2147377429"/>
            <ac:spMk id="12" creationId="{8E35D268-F1D3-32A3-74C2-7B027239371A}"/>
          </ac:spMkLst>
        </pc:spChg>
        <pc:spChg chg="add mod">
          <ac:chgData name="Pat Chang" userId="66bf8e14-25f7-4337-92bb-3d6bd43785cb" providerId="ADAL" clId="{A23B7F98-5C86-4C86-AD33-722562FBF114}" dt="2026-06-11T03:40:19.020" v="5519" actId="403"/>
          <ac:spMkLst>
            <pc:docMk/>
            <pc:sldMk cId="2012292805" sldId="2147377429"/>
            <ac:spMk id="13" creationId="{8BE33B4B-C713-8DF3-3F12-931229E055A2}"/>
          </ac:spMkLst>
        </pc:spChg>
        <pc:spChg chg="mod">
          <ac:chgData name="Pat Chang" userId="66bf8e14-25f7-4337-92bb-3d6bd43785cb" providerId="ADAL" clId="{A23B7F98-5C86-4C86-AD33-722562FBF114}" dt="2026-06-11T08:46:25.915" v="10934" actId="113"/>
          <ac:spMkLst>
            <pc:docMk/>
            <pc:sldMk cId="2012292805" sldId="2147377429"/>
            <ac:spMk id="15" creationId="{5A99EA2B-E17A-F095-906B-8DAA3374C7CA}"/>
          </ac:spMkLst>
        </pc:spChg>
        <pc:spChg chg="add mod">
          <ac:chgData name="Pat Chang" userId="66bf8e14-25f7-4337-92bb-3d6bd43785cb" providerId="ADAL" clId="{A23B7F98-5C86-4C86-AD33-722562FBF114}" dt="2026-06-11T03:40:15.962" v="5515" actId="403"/>
          <ac:spMkLst>
            <pc:docMk/>
            <pc:sldMk cId="2012292805" sldId="2147377429"/>
            <ac:spMk id="21" creationId="{8A87AF02-87FF-840A-74B9-436C35163B98}"/>
          </ac:spMkLst>
        </pc:spChg>
        <pc:spChg chg="mod">
          <ac:chgData name="Pat Chang" userId="66bf8e14-25f7-4337-92bb-3d6bd43785cb" providerId="ADAL" clId="{A23B7F98-5C86-4C86-AD33-722562FBF114}" dt="2026-06-11T07:35:02.667" v="9227" actId="113"/>
          <ac:spMkLst>
            <pc:docMk/>
            <pc:sldMk cId="2012292805" sldId="2147377429"/>
            <ac:spMk id="23" creationId="{031635FF-A0D9-14AD-A7A9-B115ECCA66F0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012292805" sldId="2147377429"/>
            <ac:spMk id="25" creationId="{F402751B-DF43-A13F-CEC9-83A7097A6F4B}"/>
          </ac:spMkLst>
        </pc:spChg>
        <pc:spChg chg="add mod">
          <ac:chgData name="Pat Chang" userId="66bf8e14-25f7-4337-92bb-3d6bd43785cb" providerId="ADAL" clId="{A23B7F98-5C86-4C86-AD33-722562FBF114}" dt="2026-06-11T03:39:21.953" v="5459" actId="790"/>
          <ac:spMkLst>
            <pc:docMk/>
            <pc:sldMk cId="2012292805" sldId="2147377429"/>
            <ac:spMk id="27" creationId="{69A81416-E294-CE3C-C86D-DB39A5AA848B}"/>
          </ac:spMkLst>
        </pc:spChg>
        <pc:spChg chg="mod">
          <ac:chgData name="Pat Chang" userId="66bf8e14-25f7-4337-92bb-3d6bd43785cb" providerId="ADAL" clId="{A23B7F98-5C86-4C86-AD33-722562FBF114}" dt="2026-06-11T03:40:12.800" v="5511" actId="403"/>
          <ac:spMkLst>
            <pc:docMk/>
            <pc:sldMk cId="2012292805" sldId="2147377429"/>
            <ac:spMk id="29" creationId="{FFCEBF17-A6E9-E5B8-4792-46DD9AEB78BA}"/>
          </ac:spMkLst>
        </pc:spChg>
        <pc:spChg chg="mod">
          <ac:chgData name="Pat Chang" userId="66bf8e14-25f7-4337-92bb-3d6bd43785cb" providerId="ADAL" clId="{A23B7F98-5C86-4C86-AD33-722562FBF114}" dt="2026-06-11T07:35:00.919" v="9226" actId="113"/>
          <ac:spMkLst>
            <pc:docMk/>
            <pc:sldMk cId="2012292805" sldId="2147377429"/>
            <ac:spMk id="31" creationId="{1ECCB84C-B674-5CA9-E106-5E942748DA7D}"/>
          </ac:spMkLst>
        </pc:spChg>
        <pc:spChg chg="add mod">
          <ac:chgData name="Pat Chang" userId="66bf8e14-25f7-4337-92bb-3d6bd43785cb" providerId="ADAL" clId="{A23B7F98-5C86-4C86-AD33-722562FBF114}" dt="2026-06-11T03:40:09.358" v="5507" actId="403"/>
          <ac:spMkLst>
            <pc:docMk/>
            <pc:sldMk cId="2012292805" sldId="2147377429"/>
            <ac:spMk id="37" creationId="{575E7B23-4A20-877F-EDCE-A883AF593903}"/>
          </ac:spMkLst>
        </pc:spChg>
        <pc:spChg chg="add mod">
          <ac:chgData name="Pat Chang" userId="66bf8e14-25f7-4337-92bb-3d6bd43785cb" providerId="ADAL" clId="{A23B7F98-5C86-4C86-AD33-722562FBF114}" dt="2026-06-11T07:32:52.266" v="9214" actId="113"/>
          <ac:spMkLst>
            <pc:docMk/>
            <pc:sldMk cId="2012292805" sldId="2147377429"/>
            <ac:spMk id="39" creationId="{D828A9DF-A6A9-D4B0-8298-B181BB74775A}"/>
          </ac:spMkLst>
        </pc:spChg>
        <pc:spChg chg="add mod">
          <ac:chgData name="Pat Chang" userId="66bf8e14-25f7-4337-92bb-3d6bd43785cb" providerId="ADAL" clId="{A23B7F98-5C86-4C86-AD33-722562FBF114}" dt="2026-06-11T03:44:39.893" v="5628" actId="1076"/>
          <ac:spMkLst>
            <pc:docMk/>
            <pc:sldMk cId="2012292805" sldId="2147377429"/>
            <ac:spMk id="41" creationId="{6A0C25A5-AB10-F0A4-8E82-14CBCC3738CC}"/>
          </ac:spMkLst>
        </pc:spChg>
        <pc:spChg chg="add mod">
          <ac:chgData name="Pat Chang" userId="66bf8e14-25f7-4337-92bb-3d6bd43785cb" providerId="ADAL" clId="{A23B7F98-5C86-4C86-AD33-722562FBF114}" dt="2026-06-11T03:44:46.170" v="5629" actId="1076"/>
          <ac:spMkLst>
            <pc:docMk/>
            <pc:sldMk cId="2012292805" sldId="2147377429"/>
            <ac:spMk id="43" creationId="{A16EB2D5-0B7A-C3A0-11F3-AE4B8BE1FCBB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46" creationId="{00DBD853-D65E-277A-A016-475D8B9B3B48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48" creationId="{56DB2F28-B37D-1B51-BA16-0E0C0612A224}"/>
          </ac:spMkLst>
        </pc:spChg>
        <pc:spChg chg="add mod">
          <ac:chgData name="Pat Chang" userId="66bf8e14-25f7-4337-92bb-3d6bd43785cb" providerId="ADAL" clId="{A23B7F98-5C86-4C86-AD33-722562FBF114}" dt="2026-06-11T07:03:46.824" v="8515" actId="113"/>
          <ac:spMkLst>
            <pc:docMk/>
            <pc:sldMk cId="2012292805" sldId="2147377429"/>
            <ac:spMk id="50" creationId="{2A734810-DA89-5370-A545-1D60D4D2D240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52" creationId="{E5C9E48D-F771-D425-8765-11ADE09DBE98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54" creationId="{82845C56-5F3B-46D1-D956-41C29E9F7C18}"/>
          </ac:spMkLst>
        </pc:spChg>
        <pc:spChg chg="add mod">
          <ac:chgData name="Pat Chang" userId="66bf8e14-25f7-4337-92bb-3d6bd43785cb" providerId="ADAL" clId="{A23B7F98-5C86-4C86-AD33-722562FBF114}" dt="2026-06-11T03:42:15.165" v="5550" actId="790"/>
          <ac:spMkLst>
            <pc:docMk/>
            <pc:sldMk cId="2012292805" sldId="2147377429"/>
            <ac:spMk id="56" creationId="{4936D761-FF1B-9C24-322D-896B074BF637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58" creationId="{1433D18C-EE12-E9B9-4DCA-A29D52C63447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60" creationId="{366DD0ED-F092-0FF6-E2D9-041453A15040}"/>
          </ac:spMkLst>
        </pc:spChg>
        <pc:spChg chg="add mod">
          <ac:chgData name="Pat Chang" userId="66bf8e14-25f7-4337-92bb-3d6bd43785cb" providerId="ADAL" clId="{A23B7F98-5C86-4C86-AD33-722562FBF114}" dt="2026-06-11T03:41:51.176" v="5546" actId="404"/>
          <ac:spMkLst>
            <pc:docMk/>
            <pc:sldMk cId="2012292805" sldId="2147377429"/>
            <ac:spMk id="62" creationId="{E55A7BA9-380B-99E0-61B8-2C3C863BB1B6}"/>
          </ac:spMkLst>
        </pc:spChg>
        <pc:spChg chg="add del mod">
          <ac:chgData name="Pat Chang" userId="66bf8e14-25f7-4337-92bb-3d6bd43785cb" providerId="ADAL" clId="{A23B7F98-5C86-4C86-AD33-722562FBF114}" dt="2026-06-11T03:43:24.410" v="5556" actId="478"/>
          <ac:spMkLst>
            <pc:docMk/>
            <pc:sldMk cId="2012292805" sldId="2147377429"/>
            <ac:spMk id="64" creationId="{07A6EF88-BC96-B2CC-6A15-94AC51506727}"/>
          </ac:spMkLst>
        </pc:spChg>
        <pc:spChg chg="del mod">
          <ac:chgData name="Pat Chang" userId="66bf8e14-25f7-4337-92bb-3d6bd43785cb" providerId="ADAL" clId="{A23B7F98-5C86-4C86-AD33-722562FBF114}" dt="2026-06-11T03:43:22.526" v="5555" actId="478"/>
          <ac:spMkLst>
            <pc:docMk/>
            <pc:sldMk cId="2012292805" sldId="2147377429"/>
            <ac:spMk id="66" creationId="{8085478B-BC04-5EA1-6C66-623020B59EFA}"/>
          </ac:spMkLst>
        </pc:spChg>
        <pc:spChg chg="add mod">
          <ac:chgData name="Pat Chang" userId="66bf8e14-25f7-4337-92bb-3d6bd43785cb" providerId="ADAL" clId="{A23B7F98-5C86-4C86-AD33-722562FBF114}" dt="2026-06-11T04:28:31.890" v="6541" actId="20577"/>
          <ac:spMkLst>
            <pc:docMk/>
            <pc:sldMk cId="2012292805" sldId="2147377429"/>
            <ac:spMk id="69" creationId="{D076BB14-D9EB-69E1-A804-86F4EBFCCFC0}"/>
          </ac:spMkLst>
        </pc:spChg>
        <pc:spChg chg="add mod">
          <ac:chgData name="Pat Chang" userId="66bf8e14-25f7-4337-92bb-3d6bd43785cb" providerId="ADAL" clId="{A23B7F98-5C86-4C86-AD33-722562FBF114}" dt="2026-06-11T07:03:57.964" v="8521" actId="20577"/>
          <ac:spMkLst>
            <pc:docMk/>
            <pc:sldMk cId="2012292805" sldId="2147377429"/>
            <ac:spMk id="71" creationId="{165EBF89-0FE3-CD13-36E3-E12325419C15}"/>
          </ac:spMkLst>
        </pc:spChg>
        <pc:spChg chg="del">
          <ac:chgData name="Pat Chang" userId="66bf8e14-25f7-4337-92bb-3d6bd43785cb" providerId="ADAL" clId="{A23B7F98-5C86-4C86-AD33-722562FBF114}" dt="2026-06-11T09:53:36.030" v="12058" actId="478"/>
          <ac:spMkLst>
            <pc:docMk/>
            <pc:sldMk cId="2012292805" sldId="2147377429"/>
            <ac:spMk id="77" creationId="{00000000-0000-0000-0000-000000000000}"/>
          </ac:spMkLst>
        </pc:spChg>
        <pc:grpChg chg="mod">
          <ac:chgData name="Pat Chang" userId="66bf8e14-25f7-4337-92bb-3d6bd43785cb" providerId="ADAL" clId="{A23B7F98-5C86-4C86-AD33-722562FBF114}" dt="2026-06-11T03:38:46.836" v="5449" actId="1076"/>
          <ac:grpSpMkLst>
            <pc:docMk/>
            <pc:sldMk cId="2012292805" sldId="2147377429"/>
            <ac:grpSpMk id="44" creationId="{440802A4-4216-B50E-692A-52B3140966C7}"/>
          </ac:grpSpMkLst>
        </pc:grpChg>
        <pc:grpChg chg="mod">
          <ac:chgData name="Pat Chang" userId="66bf8e14-25f7-4337-92bb-3d6bd43785cb" providerId="ADAL" clId="{A23B7F98-5C86-4C86-AD33-722562FBF114}" dt="2026-06-11T03:43:29.862" v="5593" actId="1036"/>
          <ac:grpSpMkLst>
            <pc:docMk/>
            <pc:sldMk cId="2012292805" sldId="2147377429"/>
            <ac:grpSpMk id="67" creationId="{0C2F1403-8F70-C3B5-7F57-E0D224FA82BC}"/>
          </ac:grpSpMkLst>
        </pc:grpChg>
      </pc:sldChg>
      <pc:sldChg chg="addSp delSp modSp new mod">
        <pc:chgData name="Pat Chang" userId="66bf8e14-25f7-4337-92bb-3d6bd43785cb" providerId="ADAL" clId="{A23B7F98-5C86-4C86-AD33-722562FBF114}" dt="2026-06-11T09:53:30.668" v="12055" actId="20577"/>
        <pc:sldMkLst>
          <pc:docMk/>
          <pc:sldMk cId="145655953" sldId="2147377430"/>
        </pc:sldMkLst>
        <pc:spChg chg="del">
          <ac:chgData name="Pat Chang" userId="66bf8e14-25f7-4337-92bb-3d6bd43785cb" providerId="ADAL" clId="{A23B7F98-5C86-4C86-AD33-722562FBF114}" dt="2026-06-11T03:45:24.261" v="5632" actId="478"/>
          <ac:spMkLst>
            <pc:docMk/>
            <pc:sldMk cId="145655953" sldId="2147377430"/>
            <ac:spMk id="2" creationId="{B0A3E862-7CC1-2164-6EDE-34397A537CBB}"/>
          </ac:spMkLst>
        </pc:spChg>
        <pc:spChg chg="add del">
          <ac:chgData name="Pat Chang" userId="66bf8e14-25f7-4337-92bb-3d6bd43785cb" providerId="ADAL" clId="{A23B7F98-5C86-4C86-AD33-722562FBF114}" dt="2026-06-11T03:56:49.109" v="5893" actId="22"/>
          <ac:spMkLst>
            <pc:docMk/>
            <pc:sldMk cId="145655953" sldId="2147377430"/>
            <ac:spMk id="3" creationId="{4C1729CA-7515-5FA7-6F74-653F9FA4995B}"/>
          </ac:spMkLst>
        </pc:spChg>
        <pc:spChg chg="del">
          <ac:chgData name="Pat Chang" userId="66bf8e14-25f7-4337-92bb-3d6bd43785cb" providerId="ADAL" clId="{A23B7F98-5C86-4C86-AD33-722562FBF114}" dt="2026-06-11T03:45:24.261" v="5632" actId="478"/>
          <ac:spMkLst>
            <pc:docMk/>
            <pc:sldMk cId="145655953" sldId="2147377430"/>
            <ac:spMk id="3" creationId="{7B879875-C826-E6BE-2648-C588D9F16E99}"/>
          </ac:spMkLst>
        </pc:spChg>
        <pc:spChg chg="add mod">
          <ac:chgData name="Pat Chang" userId="66bf8e14-25f7-4337-92bb-3d6bd43785cb" providerId="ADAL" clId="{A23B7F98-5C86-4C86-AD33-722562FBF114}" dt="2026-06-11T09:24:39.524" v="11807" actId="20577"/>
          <ac:spMkLst>
            <pc:docMk/>
            <pc:sldMk cId="145655953" sldId="2147377430"/>
            <ac:spMk id="3" creationId="{A1E6D8FD-1541-B44B-A23C-D5891AE68232}"/>
          </ac:spMkLst>
        </pc:spChg>
        <pc:spChg chg="del">
          <ac:chgData name="Pat Chang" userId="66bf8e14-25f7-4337-92bb-3d6bd43785cb" providerId="ADAL" clId="{A23B7F98-5C86-4C86-AD33-722562FBF114}" dt="2026-06-11T03:45:24.261" v="5632" actId="478"/>
          <ac:spMkLst>
            <pc:docMk/>
            <pc:sldMk cId="145655953" sldId="2147377430"/>
            <ac:spMk id="4" creationId="{5A0CBA43-52B9-7532-94A9-C16466EDB81A}"/>
          </ac:spMkLst>
        </pc:spChg>
        <pc:spChg chg="add mod">
          <ac:chgData name="Pat Chang" userId="66bf8e14-25f7-4337-92bb-3d6bd43785cb" providerId="ADAL" clId="{A23B7F98-5C86-4C86-AD33-722562FBF114}" dt="2026-06-11T08:43:40.547" v="10808" actId="20577"/>
          <ac:spMkLst>
            <pc:docMk/>
            <pc:sldMk cId="145655953" sldId="2147377430"/>
            <ac:spMk id="5" creationId="{A548BD0E-1A44-3CF0-F907-08522310EADF}"/>
          </ac:spMkLst>
        </pc:spChg>
        <pc:spChg chg="add mod">
          <ac:chgData name="Pat Chang" userId="66bf8e14-25f7-4337-92bb-3d6bd43785cb" providerId="ADAL" clId="{A23B7F98-5C86-4C86-AD33-722562FBF114}" dt="2026-06-11T09:24:33.979" v="11793" actId="20577"/>
          <ac:spMkLst>
            <pc:docMk/>
            <pc:sldMk cId="145655953" sldId="2147377430"/>
            <ac:spMk id="6" creationId="{68727241-81D0-2050-D050-984DBC3FA936}"/>
          </ac:spMkLst>
        </pc:spChg>
        <pc:spChg chg="add del mod">
          <ac:chgData name="Pat Chang" userId="66bf8e14-25f7-4337-92bb-3d6bd43785cb" providerId="ADAL" clId="{A23B7F98-5C86-4C86-AD33-722562FBF114}" dt="2026-06-11T07:45:47.161" v="9567" actId="478"/>
          <ac:spMkLst>
            <pc:docMk/>
            <pc:sldMk cId="145655953" sldId="2147377430"/>
            <ac:spMk id="6" creationId="{D7914663-718B-8008-BC1F-1117EC52D7DB}"/>
          </ac:spMkLst>
        </pc:spChg>
        <pc:spChg chg="add mod">
          <ac:chgData name="Pat Chang" userId="66bf8e14-25f7-4337-92bb-3d6bd43785cb" providerId="ADAL" clId="{A23B7F98-5C86-4C86-AD33-722562FBF114}" dt="2026-06-11T07:37:16.405" v="9341" actId="1076"/>
          <ac:spMkLst>
            <pc:docMk/>
            <pc:sldMk cId="145655953" sldId="2147377430"/>
            <ac:spMk id="7" creationId="{9B3B11BC-6DE1-38DA-4708-C6B0AB255D33}"/>
          </ac:spMkLst>
        </pc:spChg>
        <pc:spChg chg="add mod topLvl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10" creationId="{BF2A712F-90B3-72A1-FF36-CF37CD99003E}"/>
          </ac:spMkLst>
        </pc:spChg>
        <pc:spChg chg="add mod">
          <ac:chgData name="Pat Chang" userId="66bf8e14-25f7-4337-92bb-3d6bd43785cb" providerId="ADAL" clId="{A23B7F98-5C86-4C86-AD33-722562FBF114}" dt="2026-06-11T03:48:41.712" v="5664" actId="404"/>
          <ac:spMkLst>
            <pc:docMk/>
            <pc:sldMk cId="145655953" sldId="2147377430"/>
            <ac:spMk id="11" creationId="{6C5DF150-C4B7-CB93-3A3B-DA0C3A7C515F}"/>
          </ac:spMkLst>
        </pc:spChg>
        <pc:spChg chg="add mod">
          <ac:chgData name="Pat Chang" userId="66bf8e14-25f7-4337-92bb-3d6bd43785cb" providerId="ADAL" clId="{A23B7F98-5C86-4C86-AD33-722562FBF114}" dt="2026-06-11T07:42:50.911" v="9562" actId="404"/>
          <ac:spMkLst>
            <pc:docMk/>
            <pc:sldMk cId="145655953" sldId="2147377430"/>
            <ac:spMk id="13" creationId="{CCFA16DF-4E1E-35D2-BC3C-901464560280}"/>
          </ac:spMkLst>
        </pc:spChg>
        <pc:spChg chg="mod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14" creationId="{66392449-59D5-C0EF-615B-E9DEF8E4FBF8}"/>
          </ac:spMkLst>
        </pc:spChg>
        <pc:spChg chg="add mod">
          <ac:chgData name="Pat Chang" userId="66bf8e14-25f7-4337-92bb-3d6bd43785cb" providerId="ADAL" clId="{A23B7F98-5C86-4C86-AD33-722562FBF114}" dt="2026-06-11T07:54:08.708" v="9778" actId="20577"/>
          <ac:spMkLst>
            <pc:docMk/>
            <pc:sldMk cId="145655953" sldId="2147377430"/>
            <ac:spMk id="15" creationId="{85BEE8B2-CF9F-B2A8-5472-8B3CFD624BB4}"/>
          </ac:spMkLst>
        </pc:spChg>
        <pc:spChg chg="mod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18" creationId="{C49763EF-249C-0598-78E9-AF40662B515E}"/>
          </ac:spMkLst>
        </pc:spChg>
        <pc:spChg chg="add mod topLvl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22" creationId="{65AAA3C8-F43A-45C4-8C1C-91BF324CB593}"/>
          </ac:spMkLst>
        </pc:spChg>
        <pc:spChg chg="mod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24" creationId="{4D21842E-5AFF-516F-92BC-8A1E7D6E1800}"/>
          </ac:spMkLst>
        </pc:spChg>
        <pc:spChg chg="add mod topLvl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26" creationId="{8E89D6E9-F345-4141-DA6C-CF3E625034C8}"/>
          </ac:spMkLst>
        </pc:spChg>
        <pc:spChg chg="mod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28" creationId="{73928E01-BDD5-4FAA-7E65-36D78D41C385}"/>
          </ac:spMkLst>
        </pc:spChg>
        <pc:spChg chg="add mod topLvl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30" creationId="{7E1AC38D-9F2B-E18F-A73F-AB4086BC9EF2}"/>
          </ac:spMkLst>
        </pc:spChg>
        <pc:spChg chg="add mod topLvl">
          <ac:chgData name="Pat Chang" userId="66bf8e14-25f7-4337-92bb-3d6bd43785cb" providerId="ADAL" clId="{A23B7F98-5C86-4C86-AD33-722562FBF114}" dt="2026-06-11T03:57:53.272" v="5948" actId="165"/>
          <ac:spMkLst>
            <pc:docMk/>
            <pc:sldMk cId="145655953" sldId="2147377430"/>
            <ac:spMk id="32" creationId="{96F64D38-D9CF-9BD4-2F14-7DCE6FB7CC55}"/>
          </ac:spMkLst>
        </pc:spChg>
        <pc:spChg chg="mod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34" creationId="{B67FB36B-7C9B-07EF-76C2-0F5CAB4E78F0}"/>
          </ac:spMkLst>
        </pc:spChg>
        <pc:spChg chg="add mod topLvl">
          <ac:chgData name="Pat Chang" userId="66bf8e14-25f7-4337-92bb-3d6bd43785cb" providerId="ADAL" clId="{A23B7F98-5C86-4C86-AD33-722562FBF114}" dt="2026-06-11T07:37:20.271" v="9342" actId="164"/>
          <ac:spMkLst>
            <pc:docMk/>
            <pc:sldMk cId="145655953" sldId="2147377430"/>
            <ac:spMk id="36" creationId="{4BBF0EC6-22A7-4B0A-5E1D-CFBE2433714A}"/>
          </ac:spMkLst>
        </pc:spChg>
        <pc:spChg chg="add mod topLvl">
          <ac:chgData name="Pat Chang" userId="66bf8e14-25f7-4337-92bb-3d6bd43785cb" providerId="ADAL" clId="{A23B7F98-5C86-4C86-AD33-722562FBF114}" dt="2026-06-11T04:00:19.164" v="5951" actId="1076"/>
          <ac:spMkLst>
            <pc:docMk/>
            <pc:sldMk cId="145655953" sldId="2147377430"/>
            <ac:spMk id="38" creationId="{0995D674-8E59-2CFC-5826-A09DFF8F32DB}"/>
          </ac:spMkLst>
        </pc:spChg>
        <pc:spChg chg="mod">
          <ac:chgData name="Pat Chang" userId="66bf8e14-25f7-4337-92bb-3d6bd43785cb" providerId="ADAL" clId="{A23B7F98-5C86-4C86-AD33-722562FBF114}" dt="2026-06-11T04:02:48.337" v="6116" actId="14100"/>
          <ac:spMkLst>
            <pc:docMk/>
            <pc:sldMk cId="145655953" sldId="2147377430"/>
            <ac:spMk id="40" creationId="{A7247990-B542-8DCB-AB89-0CDB0E54B606}"/>
          </ac:spMkLst>
        </pc:spChg>
        <pc:spChg chg="add mod topLvl">
          <ac:chgData name="Pat Chang" userId="66bf8e14-25f7-4337-92bb-3d6bd43785cb" providerId="ADAL" clId="{A23B7F98-5C86-4C86-AD33-722562FBF114}" dt="2026-06-11T04:02:29.303" v="6112" actId="403"/>
          <ac:spMkLst>
            <pc:docMk/>
            <pc:sldMk cId="145655953" sldId="2147377430"/>
            <ac:spMk id="42" creationId="{0C563FC5-5672-4CE8-9552-64BD8C2747AE}"/>
          </ac:spMkLst>
        </pc:spChg>
        <pc:spChg chg="mod">
          <ac:chgData name="Pat Chang" userId="66bf8e14-25f7-4337-92bb-3d6bd43785cb" providerId="ADAL" clId="{A23B7F98-5C86-4C86-AD33-722562FBF114}" dt="2026-06-11T04:02:29.303" v="6112" actId="403"/>
          <ac:spMkLst>
            <pc:docMk/>
            <pc:sldMk cId="145655953" sldId="2147377430"/>
            <ac:spMk id="44" creationId="{FF71AFAF-E956-3156-7C8F-B3F7C126F6CD}"/>
          </ac:spMkLst>
        </pc:spChg>
        <pc:spChg chg="add mod topLvl">
          <ac:chgData name="Pat Chang" userId="66bf8e14-25f7-4337-92bb-3d6bd43785cb" providerId="ADAL" clId="{A23B7F98-5C86-4C86-AD33-722562FBF114}" dt="2026-06-11T07:38:07.020" v="9427" actId="20577"/>
          <ac:spMkLst>
            <pc:docMk/>
            <pc:sldMk cId="145655953" sldId="2147377430"/>
            <ac:spMk id="46" creationId="{7B36D2C4-05ED-9D27-04CC-1B37A6120F9A}"/>
          </ac:spMkLst>
        </pc:spChg>
        <pc:spChg chg="add mod topLvl">
          <ac:chgData name="Pat Chang" userId="66bf8e14-25f7-4337-92bb-3d6bd43785cb" providerId="ADAL" clId="{A23B7F98-5C86-4C86-AD33-722562FBF114}" dt="2026-06-11T04:02:29.303" v="6112" actId="403"/>
          <ac:spMkLst>
            <pc:docMk/>
            <pc:sldMk cId="145655953" sldId="2147377430"/>
            <ac:spMk id="48" creationId="{6A74472E-C2E6-CC90-84D2-C140D32F8ED4}"/>
          </ac:spMkLst>
        </pc:spChg>
        <pc:spChg chg="mod">
          <ac:chgData name="Pat Chang" userId="66bf8e14-25f7-4337-92bb-3d6bd43785cb" providerId="ADAL" clId="{A23B7F98-5C86-4C86-AD33-722562FBF114}" dt="2026-06-11T04:02:29.303" v="6112" actId="403"/>
          <ac:spMkLst>
            <pc:docMk/>
            <pc:sldMk cId="145655953" sldId="2147377430"/>
            <ac:spMk id="50" creationId="{B242FE25-4E99-C692-2B73-BDB0288F75AB}"/>
          </ac:spMkLst>
        </pc:spChg>
        <pc:spChg chg="mod">
          <ac:chgData name="Pat Chang" userId="66bf8e14-25f7-4337-92bb-3d6bd43785cb" providerId="ADAL" clId="{A23B7F98-5C86-4C86-AD33-722562FBF114}" dt="2026-06-11T07:37:50.589" v="9385" actId="20577"/>
          <ac:spMkLst>
            <pc:docMk/>
            <pc:sldMk cId="145655953" sldId="2147377430"/>
            <ac:spMk id="52" creationId="{87640776-20B8-E10F-927B-C4849181455C}"/>
          </ac:spMkLst>
        </pc:spChg>
        <pc:spChg chg="del mod">
          <ac:chgData name="Pat Chang" userId="66bf8e14-25f7-4337-92bb-3d6bd43785cb" providerId="ADAL" clId="{A23B7F98-5C86-4C86-AD33-722562FBF114}" dt="2026-06-11T04:02:15.744" v="6106" actId="478"/>
          <ac:spMkLst>
            <pc:docMk/>
            <pc:sldMk cId="145655953" sldId="2147377430"/>
            <ac:spMk id="54" creationId="{A27AA650-178A-F7E3-34DD-8F464972486F}"/>
          </ac:spMkLst>
        </pc:spChg>
        <pc:spChg chg="del mod">
          <ac:chgData name="Pat Chang" userId="66bf8e14-25f7-4337-92bb-3d6bd43785cb" providerId="ADAL" clId="{A23B7F98-5C86-4C86-AD33-722562FBF114}" dt="2026-06-11T04:02:14.218" v="6105" actId="478"/>
          <ac:spMkLst>
            <pc:docMk/>
            <pc:sldMk cId="145655953" sldId="2147377430"/>
            <ac:spMk id="56" creationId="{A9776D25-29F0-62CE-0F05-9C465836BD6A}"/>
          </ac:spMkLst>
        </pc:spChg>
        <pc:spChg chg="del mod">
          <ac:chgData name="Pat Chang" userId="66bf8e14-25f7-4337-92bb-3d6bd43785cb" providerId="ADAL" clId="{A23B7F98-5C86-4C86-AD33-722562FBF114}" dt="2026-06-11T04:02:12.777" v="6104" actId="478"/>
          <ac:spMkLst>
            <pc:docMk/>
            <pc:sldMk cId="145655953" sldId="2147377430"/>
            <ac:spMk id="58" creationId="{DF0292A5-A399-99FC-BBAA-CA88F3D4B960}"/>
          </ac:spMkLst>
        </pc:spChg>
        <pc:spChg chg="add del mod">
          <ac:chgData name="Pat Chang" userId="66bf8e14-25f7-4337-92bb-3d6bd43785cb" providerId="ADAL" clId="{A23B7F98-5C86-4C86-AD33-722562FBF114}" dt="2026-06-11T07:45:42.821" v="9565" actId="478"/>
          <ac:spMkLst>
            <pc:docMk/>
            <pc:sldMk cId="145655953" sldId="2147377430"/>
            <ac:spMk id="61" creationId="{9E472651-005E-4EFA-2A69-B57F787C993F}"/>
          </ac:spMkLst>
        </pc:spChg>
        <pc:spChg chg="add mod">
          <ac:chgData name="Pat Chang" userId="66bf8e14-25f7-4337-92bb-3d6bd43785cb" providerId="ADAL" clId="{A23B7F98-5C86-4C86-AD33-722562FBF114}" dt="2026-06-11T07:56:57.604" v="9902" actId="20577"/>
          <ac:spMkLst>
            <pc:docMk/>
            <pc:sldMk cId="145655953" sldId="2147377430"/>
            <ac:spMk id="64" creationId="{4B1B5343-04F4-8591-9D03-F2DFF7439040}"/>
          </ac:spMkLst>
        </pc:spChg>
        <pc:spChg chg="add mod">
          <ac:chgData name="Pat Chang" userId="66bf8e14-25f7-4337-92bb-3d6bd43785cb" providerId="ADAL" clId="{A23B7F98-5C86-4C86-AD33-722562FBF114}" dt="2026-06-11T07:49:57.892" v="9646" actId="20577"/>
          <ac:spMkLst>
            <pc:docMk/>
            <pc:sldMk cId="145655953" sldId="2147377430"/>
            <ac:spMk id="67" creationId="{9287C15D-B2A4-00FA-C1C6-827FCB7417E0}"/>
          </ac:spMkLst>
        </pc:spChg>
        <pc:spChg chg="add mod">
          <ac:chgData name="Pat Chang" userId="66bf8e14-25f7-4337-92bb-3d6bd43785cb" providerId="ADAL" clId="{A23B7F98-5C86-4C86-AD33-722562FBF114}" dt="2026-06-11T07:49:40.417" v="9641"/>
          <ac:spMkLst>
            <pc:docMk/>
            <pc:sldMk cId="145655953" sldId="2147377430"/>
            <ac:spMk id="69" creationId="{01EAED49-C436-4311-EB3C-FDE7926FF70F}"/>
          </ac:spMkLst>
        </pc:spChg>
        <pc:spChg chg="mod">
          <ac:chgData name="Pat Chang" userId="66bf8e14-25f7-4337-92bb-3d6bd43785cb" providerId="ADAL" clId="{A23B7F98-5C86-4C86-AD33-722562FBF114}" dt="2026-06-11T07:55:44.195" v="9795" actId="20577"/>
          <ac:spMkLst>
            <pc:docMk/>
            <pc:sldMk cId="145655953" sldId="2147377430"/>
            <ac:spMk id="72" creationId="{8EF20E2F-0275-0999-3372-BAA752D6B9AE}"/>
          </ac:spMkLst>
        </pc:spChg>
        <pc:spChg chg="mod">
          <ac:chgData name="Pat Chang" userId="66bf8e14-25f7-4337-92bb-3d6bd43785cb" providerId="ADAL" clId="{A23B7F98-5C86-4C86-AD33-722562FBF114}" dt="2026-06-11T07:55:31.500" v="9786"/>
          <ac:spMkLst>
            <pc:docMk/>
            <pc:sldMk cId="145655953" sldId="2147377430"/>
            <ac:spMk id="73" creationId="{0AF5856E-73EF-8558-E314-31C9C2C5F7F1}"/>
          </ac:spMkLst>
        </pc:spChg>
        <pc:spChg chg="add del">
          <ac:chgData name="Pat Chang" userId="66bf8e14-25f7-4337-92bb-3d6bd43785cb" providerId="ADAL" clId="{A23B7F98-5C86-4C86-AD33-722562FBF114}" dt="2026-06-11T07:54:54.205" v="9781" actId="22"/>
          <ac:spMkLst>
            <pc:docMk/>
            <pc:sldMk cId="145655953" sldId="2147377430"/>
            <ac:spMk id="75" creationId="{DFA20DCC-022F-CFC6-9757-B61762F94BC8}"/>
          </ac:spMkLst>
        </pc:spChg>
        <pc:spChg chg="mod">
          <ac:chgData name="Pat Chang" userId="66bf8e14-25f7-4337-92bb-3d6bd43785cb" providerId="ADAL" clId="{A23B7F98-5C86-4C86-AD33-722562FBF114}" dt="2026-06-11T09:53:30.668" v="12055" actId="20577"/>
          <ac:spMkLst>
            <pc:docMk/>
            <pc:sldMk cId="145655953" sldId="2147377430"/>
            <ac:spMk id="79" creationId="{00000000-0000-0000-0000-000000000000}"/>
          </ac:spMkLst>
        </pc:spChg>
        <pc:grpChg chg="add mod">
          <ac:chgData name="Pat Chang" userId="66bf8e14-25f7-4337-92bb-3d6bd43785cb" providerId="ADAL" clId="{A23B7F98-5C86-4C86-AD33-722562FBF114}" dt="2026-06-11T07:42:55.281" v="9563" actId="14100"/>
          <ac:grpSpMkLst>
            <pc:docMk/>
            <pc:sldMk cId="145655953" sldId="2147377430"/>
            <ac:grpSpMk id="16" creationId="{95FA4504-165B-6187-0140-44D2421EA336}"/>
          </ac:grpSpMkLst>
        </pc:grpChg>
        <pc:grpChg chg="mod">
          <ac:chgData name="Pat Chang" userId="66bf8e14-25f7-4337-92bb-3d6bd43785cb" providerId="ADAL" clId="{A23B7F98-5C86-4C86-AD33-722562FBF114}" dt="2026-06-11T03:57:25.095" v="5910" actId="1076"/>
          <ac:grpSpMkLst>
            <pc:docMk/>
            <pc:sldMk cId="145655953" sldId="2147377430"/>
            <ac:grpSpMk id="59" creationId="{252551D5-7EF3-5FA9-6B36-0EA8CF779389}"/>
          </ac:grpSpMkLst>
        </pc:grpChg>
        <pc:grpChg chg="add del mod">
          <ac:chgData name="Pat Chang" userId="66bf8e14-25f7-4337-92bb-3d6bd43785cb" providerId="ADAL" clId="{A23B7F98-5C86-4C86-AD33-722562FBF114}" dt="2026-06-11T07:45:45.683" v="9566" actId="478"/>
          <ac:grpSpMkLst>
            <pc:docMk/>
            <pc:sldMk cId="145655953" sldId="2147377430"/>
            <ac:grpSpMk id="62" creationId="{C9C2E522-E7C3-56DA-B243-15D436053790}"/>
          </ac:grpSpMkLst>
        </pc:grpChg>
        <pc:grpChg chg="del mod">
          <ac:chgData name="Pat Chang" userId="66bf8e14-25f7-4337-92bb-3d6bd43785cb" providerId="ADAL" clId="{A23B7F98-5C86-4C86-AD33-722562FBF114}" dt="2026-06-11T07:45:47.161" v="9567" actId="478"/>
          <ac:grpSpMkLst>
            <pc:docMk/>
            <pc:sldMk cId="145655953" sldId="2147377430"/>
            <ac:grpSpMk id="65" creationId="{45A4D61A-14A0-E0E2-6EC6-066E9BA1D0D7}"/>
          </ac:grpSpMkLst>
        </pc:grpChg>
        <pc:grpChg chg="add mod">
          <ac:chgData name="Pat Chang" userId="66bf8e14-25f7-4337-92bb-3d6bd43785cb" providerId="ADAL" clId="{A23B7F98-5C86-4C86-AD33-722562FBF114}" dt="2026-06-11T07:49:40.417" v="9641"/>
          <ac:grpSpMkLst>
            <pc:docMk/>
            <pc:sldMk cId="145655953" sldId="2147377430"/>
            <ac:grpSpMk id="70" creationId="{6CD0E1AB-730F-44C1-74AB-66B0B3ABAF82}"/>
          </ac:grpSpMkLst>
        </pc:grpChg>
        <pc:grpChg chg="add mod">
          <ac:chgData name="Pat Chang" userId="66bf8e14-25f7-4337-92bb-3d6bd43785cb" providerId="ADAL" clId="{A23B7F98-5C86-4C86-AD33-722562FBF114}" dt="2026-06-11T07:55:31.500" v="9786"/>
          <ac:grpSpMkLst>
            <pc:docMk/>
            <pc:sldMk cId="145655953" sldId="2147377430"/>
            <ac:grpSpMk id="71" creationId="{18DED327-5015-8DF7-E02C-15CB517B6917}"/>
          </ac:grpSpMkLst>
        </pc:grpChg>
        <pc:graphicFrameChg chg="add mod modGraphic">
          <ac:chgData name="Pat Chang" userId="66bf8e14-25f7-4337-92bb-3d6bd43785cb" providerId="ADAL" clId="{A23B7F98-5C86-4C86-AD33-722562FBF114}" dt="2026-06-11T07:57:19.059" v="9930" actId="20577"/>
          <ac:graphicFrameMkLst>
            <pc:docMk/>
            <pc:sldMk cId="145655953" sldId="2147377430"/>
            <ac:graphicFrameMk id="9" creationId="{190E1DE4-419A-4582-9EC0-A6641A929088}"/>
          </ac:graphicFrameMkLst>
        </pc:graphicFrameChg>
      </pc:sldChg>
      <pc:sldChg chg="addSp delSp modSp new mod ord">
        <pc:chgData name="Pat Chang" userId="66bf8e14-25f7-4337-92bb-3d6bd43785cb" providerId="ADAL" clId="{A23B7F98-5C86-4C86-AD33-722562FBF114}" dt="2026-06-11T09:54:08.020" v="12079" actId="22"/>
        <pc:sldMkLst>
          <pc:docMk/>
          <pc:sldMk cId="3290830731" sldId="2147377431"/>
        </pc:sldMkLst>
        <pc:spChg chg="del">
          <ac:chgData name="Pat Chang" userId="66bf8e14-25f7-4337-92bb-3d6bd43785cb" providerId="ADAL" clId="{A23B7F98-5C86-4C86-AD33-722562FBF114}" dt="2026-06-11T04:03:01.099" v="6118" actId="478"/>
          <ac:spMkLst>
            <pc:docMk/>
            <pc:sldMk cId="3290830731" sldId="2147377431"/>
            <ac:spMk id="2" creationId="{FDC4C789-A226-55BF-CB0D-141EDE60B387}"/>
          </ac:spMkLst>
        </pc:spChg>
        <pc:spChg chg="add mod">
          <ac:chgData name="Pat Chang" userId="66bf8e14-25f7-4337-92bb-3d6bd43785cb" providerId="ADAL" clId="{A23B7F98-5C86-4C86-AD33-722562FBF114}" dt="2026-06-11T09:21:07.728" v="11609" actId="207"/>
          <ac:spMkLst>
            <pc:docMk/>
            <pc:sldMk cId="3290830731" sldId="2147377431"/>
            <ac:spMk id="3" creationId="{B870191D-433C-DA27-F2CA-9635CE5A5D5B}"/>
          </ac:spMkLst>
        </pc:spChg>
        <pc:spChg chg="del">
          <ac:chgData name="Pat Chang" userId="66bf8e14-25f7-4337-92bb-3d6bd43785cb" providerId="ADAL" clId="{A23B7F98-5C86-4C86-AD33-722562FBF114}" dt="2026-06-11T04:03:01.099" v="6118" actId="478"/>
          <ac:spMkLst>
            <pc:docMk/>
            <pc:sldMk cId="3290830731" sldId="2147377431"/>
            <ac:spMk id="3" creationId="{F252C8E7-E48C-7DAA-8419-672301582B47}"/>
          </ac:spMkLst>
        </pc:spChg>
        <pc:spChg chg="del">
          <ac:chgData name="Pat Chang" userId="66bf8e14-25f7-4337-92bb-3d6bd43785cb" providerId="ADAL" clId="{A23B7F98-5C86-4C86-AD33-722562FBF114}" dt="2026-06-11T04:03:01.099" v="6118" actId="478"/>
          <ac:spMkLst>
            <pc:docMk/>
            <pc:sldMk cId="3290830731" sldId="2147377431"/>
            <ac:spMk id="4" creationId="{6B7E9468-B037-73F0-155A-CE803FB23C69}"/>
          </ac:spMkLst>
        </pc:spChg>
        <pc:spChg chg="add">
          <ac:chgData name="Pat Chang" userId="66bf8e14-25f7-4337-92bb-3d6bd43785cb" providerId="ADAL" clId="{A23B7F98-5C86-4C86-AD33-722562FBF114}" dt="2026-06-11T09:54:08.020" v="12079" actId="22"/>
          <ac:spMkLst>
            <pc:docMk/>
            <pc:sldMk cId="3290830731" sldId="2147377431"/>
            <ac:spMk id="4" creationId="{6E13E7FB-BA1D-BB19-F559-C0FE2F38534C}"/>
          </ac:spMkLst>
        </pc:spChg>
        <pc:spChg chg="add mod">
          <ac:chgData name="Pat Chang" userId="66bf8e14-25f7-4337-92bb-3d6bd43785cb" providerId="ADAL" clId="{A23B7F98-5C86-4C86-AD33-722562FBF114}" dt="2026-06-11T09:18:48.721" v="11605" actId="34135"/>
          <ac:spMkLst>
            <pc:docMk/>
            <pc:sldMk cId="3290830731" sldId="2147377431"/>
            <ac:spMk id="5" creationId="{E6E43BB1-8156-5F77-2CE2-B5FE1C549B21}"/>
          </ac:spMkLst>
        </pc:spChg>
        <pc:spChg chg="add mod">
          <ac:chgData name="Pat Chang" userId="66bf8e14-25f7-4337-92bb-3d6bd43785cb" providerId="ADAL" clId="{A23B7F98-5C86-4C86-AD33-722562FBF114}" dt="2026-06-11T09:17:17.972" v="11593" actId="207"/>
          <ac:spMkLst>
            <pc:docMk/>
            <pc:sldMk cId="3290830731" sldId="2147377431"/>
            <ac:spMk id="6" creationId="{29155455-DD93-51C3-B995-CA4EEE86EB12}"/>
          </ac:spMkLst>
        </pc:spChg>
        <pc:spChg chg="add mod topLvl">
          <ac:chgData name="Pat Chang" userId="66bf8e14-25f7-4337-92bb-3d6bd43785cb" providerId="ADAL" clId="{A23B7F98-5C86-4C86-AD33-722562FBF114}" dt="2026-06-11T04:17:37.185" v="6306" actId="164"/>
          <ac:spMkLst>
            <pc:docMk/>
            <pc:sldMk cId="3290830731" sldId="2147377431"/>
            <ac:spMk id="7" creationId="{AD443EB8-A495-D8CB-650D-4C69EFA8E140}"/>
          </ac:spMkLst>
        </pc:spChg>
        <pc:spChg chg="mod">
          <ac:chgData name="Pat Chang" userId="66bf8e14-25f7-4337-92bb-3d6bd43785cb" providerId="ADAL" clId="{A23B7F98-5C86-4C86-AD33-722562FBF114}" dt="2026-06-11T04:17:37.185" v="6306" actId="164"/>
          <ac:spMkLst>
            <pc:docMk/>
            <pc:sldMk cId="3290830731" sldId="2147377431"/>
            <ac:spMk id="9" creationId="{4F250D47-1194-9CD5-9A24-D2B96EC20C21}"/>
          </ac:spMkLst>
        </pc:spChg>
        <pc:spChg chg="add del">
          <ac:chgData name="Pat Chang" userId="66bf8e14-25f7-4337-92bb-3d6bd43785cb" providerId="ADAL" clId="{A23B7F98-5C86-4C86-AD33-722562FBF114}" dt="2026-06-11T09:21:15.897" v="11611" actId="22"/>
          <ac:spMkLst>
            <pc:docMk/>
            <pc:sldMk cId="3290830731" sldId="2147377431"/>
            <ac:spMk id="10" creationId="{32A33389-A8A7-FB44-5063-00D9BF43B9CE}"/>
          </ac:spMkLst>
        </pc:spChg>
        <pc:spChg chg="add mod topLvl">
          <ac:chgData name="Pat Chang" userId="66bf8e14-25f7-4337-92bb-3d6bd43785cb" providerId="ADAL" clId="{A23B7F98-5C86-4C86-AD33-722562FBF114}" dt="2026-06-11T04:17:37.185" v="6306" actId="164"/>
          <ac:spMkLst>
            <pc:docMk/>
            <pc:sldMk cId="3290830731" sldId="2147377431"/>
            <ac:spMk id="11" creationId="{FA32581C-FD02-C2A7-A98C-15A56DC4A200}"/>
          </ac:spMkLst>
        </pc:spChg>
        <pc:spChg chg="add mod topLvl">
          <ac:chgData name="Pat Chang" userId="66bf8e14-25f7-4337-92bb-3d6bd43785cb" providerId="ADAL" clId="{A23B7F98-5C86-4C86-AD33-722562FBF114}" dt="2026-06-11T04:17:37.185" v="6306" actId="164"/>
          <ac:spMkLst>
            <pc:docMk/>
            <pc:sldMk cId="3290830731" sldId="2147377431"/>
            <ac:spMk id="13" creationId="{41C6807E-5788-F3CD-A0A6-F132E37150A6}"/>
          </ac:spMkLst>
        </pc:spChg>
        <pc:spChg chg="add del">
          <ac:chgData name="Pat Chang" userId="66bf8e14-25f7-4337-92bb-3d6bd43785cb" providerId="ADAL" clId="{A23B7F98-5C86-4C86-AD33-722562FBF114}" dt="2026-06-11T09:21:15.897" v="11611" actId="22"/>
          <ac:spMkLst>
            <pc:docMk/>
            <pc:sldMk cId="3290830731" sldId="2147377431"/>
            <ac:spMk id="14" creationId="{7068DB86-73FA-1794-ED75-2A155E2D2462}"/>
          </ac:spMkLst>
        </pc:spChg>
        <pc:spChg chg="mod">
          <ac:chgData name="Pat Chang" userId="66bf8e14-25f7-4337-92bb-3d6bd43785cb" providerId="ADAL" clId="{A23B7F98-5C86-4C86-AD33-722562FBF114}" dt="2026-06-11T04:17:37.185" v="6306" actId="164"/>
          <ac:spMkLst>
            <pc:docMk/>
            <pc:sldMk cId="3290830731" sldId="2147377431"/>
            <ac:spMk id="15" creationId="{DB86C379-A8BC-2654-0C1C-AD90BE6DF172}"/>
          </ac:spMkLst>
        </pc:spChg>
        <pc:spChg chg="mod">
          <ac:chgData name="Pat Chang" userId="66bf8e14-25f7-4337-92bb-3d6bd43785cb" providerId="ADAL" clId="{A23B7F98-5C86-4C86-AD33-722562FBF114}" dt="2026-06-11T04:17:43.277" v="6307" actId="164"/>
          <ac:spMkLst>
            <pc:docMk/>
            <pc:sldMk cId="3290830731" sldId="2147377431"/>
            <ac:spMk id="17" creationId="{7D9ECCAC-1C81-C27E-8C45-6C8BF390E0F1}"/>
          </ac:spMkLst>
        </pc:spChg>
        <pc:spChg chg="mod">
          <ac:chgData name="Pat Chang" userId="66bf8e14-25f7-4337-92bb-3d6bd43785cb" providerId="ADAL" clId="{A23B7F98-5C86-4C86-AD33-722562FBF114}" dt="2026-06-11T07:57:51.447" v="9941" actId="20577"/>
          <ac:spMkLst>
            <pc:docMk/>
            <pc:sldMk cId="3290830731" sldId="2147377431"/>
            <ac:spMk id="19" creationId="{83E51881-86B3-A27F-779A-E67E156BEFC7}"/>
          </ac:spMkLst>
        </pc:spChg>
        <pc:spChg chg="mod">
          <ac:chgData name="Pat Chang" userId="66bf8e14-25f7-4337-92bb-3d6bd43785cb" providerId="ADAL" clId="{A23B7F98-5C86-4C86-AD33-722562FBF114}" dt="2026-06-11T04:17:43.277" v="6307" actId="164"/>
          <ac:spMkLst>
            <pc:docMk/>
            <pc:sldMk cId="3290830731" sldId="2147377431"/>
            <ac:spMk id="21" creationId="{48428E19-D5F6-EA3B-A3F7-1717B7F94F52}"/>
          </ac:spMkLst>
        </pc:spChg>
        <pc:spChg chg="add mod topLvl">
          <ac:chgData name="Pat Chang" userId="66bf8e14-25f7-4337-92bb-3d6bd43785cb" providerId="ADAL" clId="{A23B7F98-5C86-4C86-AD33-722562FBF114}" dt="2026-06-11T04:17:43.277" v="6307" actId="164"/>
          <ac:spMkLst>
            <pc:docMk/>
            <pc:sldMk cId="3290830731" sldId="2147377431"/>
            <ac:spMk id="23" creationId="{B4B677B1-496F-EF4A-1274-03ED3C38927A}"/>
          </ac:spMkLst>
        </pc:spChg>
        <pc:spChg chg="add mod topLvl">
          <ac:chgData name="Pat Chang" userId="66bf8e14-25f7-4337-92bb-3d6bd43785cb" providerId="ADAL" clId="{A23B7F98-5C86-4C86-AD33-722562FBF114}" dt="2026-06-11T04:17:43.277" v="6307" actId="164"/>
          <ac:spMkLst>
            <pc:docMk/>
            <pc:sldMk cId="3290830731" sldId="2147377431"/>
            <ac:spMk id="25" creationId="{3E36EA3C-1442-85B4-E488-52AD0BBD3D8C}"/>
          </ac:spMkLst>
        </pc:spChg>
        <pc:spChg chg="add mod topLvl">
          <ac:chgData name="Pat Chang" userId="66bf8e14-25f7-4337-92bb-3d6bd43785cb" providerId="ADAL" clId="{A23B7F98-5C86-4C86-AD33-722562FBF114}" dt="2026-06-11T04:17:46.421" v="6308" actId="164"/>
          <ac:spMkLst>
            <pc:docMk/>
            <pc:sldMk cId="3290830731" sldId="2147377431"/>
            <ac:spMk id="27" creationId="{5D0F14EF-6409-FF56-683D-659777C87568}"/>
          </ac:spMkLst>
        </pc:spChg>
        <pc:spChg chg="add mod topLvl">
          <ac:chgData name="Pat Chang" userId="66bf8e14-25f7-4337-92bb-3d6bd43785cb" providerId="ADAL" clId="{A23B7F98-5C86-4C86-AD33-722562FBF114}" dt="2026-06-11T04:17:46.421" v="6308" actId="164"/>
          <ac:spMkLst>
            <pc:docMk/>
            <pc:sldMk cId="3290830731" sldId="2147377431"/>
            <ac:spMk id="29" creationId="{B214D47C-9825-C719-6F21-9B6FC904BE44}"/>
          </ac:spMkLst>
        </pc:spChg>
        <pc:spChg chg="add mod topLvl">
          <ac:chgData name="Pat Chang" userId="66bf8e14-25f7-4337-92bb-3d6bd43785cb" providerId="ADAL" clId="{A23B7F98-5C86-4C86-AD33-722562FBF114}" dt="2026-06-11T04:17:46.421" v="6308" actId="164"/>
          <ac:spMkLst>
            <pc:docMk/>
            <pc:sldMk cId="3290830731" sldId="2147377431"/>
            <ac:spMk id="31" creationId="{8DB86698-133B-1C1D-64B7-7B40070133A1}"/>
          </ac:spMkLst>
        </pc:spChg>
        <pc:spChg chg="add mod topLvl">
          <ac:chgData name="Pat Chang" userId="66bf8e14-25f7-4337-92bb-3d6bd43785cb" providerId="ADAL" clId="{A23B7F98-5C86-4C86-AD33-722562FBF114}" dt="2026-06-11T04:17:46.421" v="6308" actId="164"/>
          <ac:spMkLst>
            <pc:docMk/>
            <pc:sldMk cId="3290830731" sldId="2147377431"/>
            <ac:spMk id="33" creationId="{FB8977E7-4492-D877-88DB-8D2DB33ECFFB}"/>
          </ac:spMkLst>
        </pc:spChg>
        <pc:spChg chg="add mod topLvl">
          <ac:chgData name="Pat Chang" userId="66bf8e14-25f7-4337-92bb-3d6bd43785cb" providerId="ADAL" clId="{A23B7F98-5C86-4C86-AD33-722562FBF114}" dt="2026-06-11T04:17:46.421" v="6308" actId="164"/>
          <ac:spMkLst>
            <pc:docMk/>
            <pc:sldMk cId="3290830731" sldId="2147377431"/>
            <ac:spMk id="35" creationId="{D0440D45-8460-8650-A5A5-C701C13CBA1B}"/>
          </ac:spMkLst>
        </pc:spChg>
        <pc:spChg chg="add del">
          <ac:chgData name="Pat Chang" userId="66bf8e14-25f7-4337-92bb-3d6bd43785cb" providerId="ADAL" clId="{A23B7F98-5C86-4C86-AD33-722562FBF114}" dt="2026-06-11T04:11:46.749" v="6265" actId="22"/>
          <ac:spMkLst>
            <pc:docMk/>
            <pc:sldMk cId="3290830731" sldId="2147377431"/>
            <ac:spMk id="38" creationId="{D4FADAB5-2400-2A10-47F1-DF1D388C6DC9}"/>
          </ac:spMkLst>
        </pc:spChg>
        <pc:spChg chg="add mod">
          <ac:chgData name="Pat Chang" userId="66bf8e14-25f7-4337-92bb-3d6bd43785cb" providerId="ADAL" clId="{A23B7F98-5C86-4C86-AD33-722562FBF114}" dt="2026-06-11T04:17:11.254" v="6304" actId="207"/>
          <ac:spMkLst>
            <pc:docMk/>
            <pc:sldMk cId="3290830731" sldId="2147377431"/>
            <ac:spMk id="40" creationId="{DA378E28-3AEE-53B3-A738-E819C0045E1F}"/>
          </ac:spMkLst>
        </pc:spChg>
        <pc:spChg chg="add mod">
          <ac:chgData name="Pat Chang" userId="66bf8e14-25f7-4337-92bb-3d6bd43785cb" providerId="ADAL" clId="{A23B7F98-5C86-4C86-AD33-722562FBF114}" dt="2026-06-11T04:13:01.081" v="6289" actId="1076"/>
          <ac:spMkLst>
            <pc:docMk/>
            <pc:sldMk cId="3290830731" sldId="2147377431"/>
            <ac:spMk id="42" creationId="{6C539175-0B9E-FB89-FC19-38BA4B0DA460}"/>
          </ac:spMkLst>
        </pc:spChg>
        <pc:spChg chg="add mod">
          <ac:chgData name="Pat Chang" userId="66bf8e14-25f7-4337-92bb-3d6bd43785cb" providerId="ADAL" clId="{A23B7F98-5C86-4C86-AD33-722562FBF114}" dt="2026-06-11T04:11:55.719" v="6267" actId="1076"/>
          <ac:spMkLst>
            <pc:docMk/>
            <pc:sldMk cId="3290830731" sldId="2147377431"/>
            <ac:spMk id="44" creationId="{70357DC1-EC0B-CDE6-674F-AFD207DD3783}"/>
          </ac:spMkLst>
        </pc:spChg>
        <pc:spChg chg="add mod ord">
          <ac:chgData name="Pat Chang" userId="66bf8e14-25f7-4337-92bb-3d6bd43785cb" providerId="ADAL" clId="{A23B7F98-5C86-4C86-AD33-722562FBF114}" dt="2026-06-11T08:44:31.660" v="10900" actId="207"/>
          <ac:spMkLst>
            <pc:docMk/>
            <pc:sldMk cId="3290830731" sldId="2147377431"/>
            <ac:spMk id="46" creationId="{21541FFD-EBD5-AAC3-D3EE-718416F89DE3}"/>
          </ac:spMkLst>
        </pc:spChg>
        <pc:spChg chg="add mod">
          <ac:chgData name="Pat Chang" userId="66bf8e14-25f7-4337-92bb-3d6bd43785cb" providerId="ADAL" clId="{A23B7F98-5C86-4C86-AD33-722562FBF114}" dt="2026-06-11T04:16:58.922" v="6303" actId="207"/>
          <ac:spMkLst>
            <pc:docMk/>
            <pc:sldMk cId="3290830731" sldId="2147377431"/>
            <ac:spMk id="48" creationId="{9AAF808F-A3B9-D6E8-0EB1-8AC59E13BA09}"/>
          </ac:spMkLst>
        </pc:spChg>
        <pc:spChg chg="mod">
          <ac:chgData name="Pat Chang" userId="66bf8e14-25f7-4337-92bb-3d6bd43785cb" providerId="ADAL" clId="{A23B7F98-5C86-4C86-AD33-722562FBF114}" dt="2026-06-11T09:20:34.633" v="11607" actId="207"/>
          <ac:spMkLst>
            <pc:docMk/>
            <pc:sldMk cId="3290830731" sldId="2147377431"/>
            <ac:spMk id="53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07.799" v="12078" actId="478"/>
          <ac:spMkLst>
            <pc:docMk/>
            <pc:sldMk cId="3290830731" sldId="2147377431"/>
            <ac:spMk id="57" creationId="{00000000-0000-0000-0000-000000000000}"/>
          </ac:spMkLst>
        </pc:spChg>
        <pc:grpChg chg="mod">
          <ac:chgData name="Pat Chang" userId="66bf8e14-25f7-4337-92bb-3d6bd43785cb" providerId="ADAL" clId="{A23B7F98-5C86-4C86-AD33-722562FBF114}" dt="2026-06-11T04:04:03.922" v="6157" actId="1076"/>
          <ac:grpSpMkLst>
            <pc:docMk/>
            <pc:sldMk cId="3290830731" sldId="2147377431"/>
            <ac:grpSpMk id="36" creationId="{B6AA01FE-166A-B71B-D46D-6550DC3A4E62}"/>
          </ac:grpSpMkLst>
        </pc:grpChg>
        <pc:grpChg chg="add mod">
          <ac:chgData name="Pat Chang" userId="66bf8e14-25f7-4337-92bb-3d6bd43785cb" providerId="ADAL" clId="{A23B7F98-5C86-4C86-AD33-722562FBF114}" dt="2026-06-11T04:17:57.186" v="6312" actId="1076"/>
          <ac:grpSpMkLst>
            <pc:docMk/>
            <pc:sldMk cId="3290830731" sldId="2147377431"/>
            <ac:grpSpMk id="49" creationId="{C1E3F1E2-6F84-9052-EBE6-00CF07BB2E7A}"/>
          </ac:grpSpMkLst>
        </pc:grpChg>
        <pc:grpChg chg="add mod">
          <ac:chgData name="Pat Chang" userId="66bf8e14-25f7-4337-92bb-3d6bd43785cb" providerId="ADAL" clId="{A23B7F98-5C86-4C86-AD33-722562FBF114}" dt="2026-06-11T04:17:54.806" v="6311" actId="1076"/>
          <ac:grpSpMkLst>
            <pc:docMk/>
            <pc:sldMk cId="3290830731" sldId="2147377431"/>
            <ac:grpSpMk id="50" creationId="{E2669DA2-ECB7-425A-DFF2-6BE075A04EAA}"/>
          </ac:grpSpMkLst>
        </pc:grpChg>
        <pc:grpChg chg="add mod">
          <ac:chgData name="Pat Chang" userId="66bf8e14-25f7-4337-92bb-3d6bd43785cb" providerId="ADAL" clId="{A23B7F98-5C86-4C86-AD33-722562FBF114}" dt="2026-06-11T04:17:46.421" v="6308" actId="164"/>
          <ac:grpSpMkLst>
            <pc:docMk/>
            <pc:sldMk cId="3290830731" sldId="2147377431"/>
            <ac:grpSpMk id="51" creationId="{09B5BF9A-C527-54FB-070D-30CC6118E62D}"/>
          </ac:grpSpMkLst>
        </pc:grpChg>
      </pc:sldChg>
      <pc:sldChg chg="addSp delSp modSp add mod">
        <pc:chgData name="Pat Chang" userId="66bf8e14-25f7-4337-92bb-3d6bd43785cb" providerId="ADAL" clId="{A23B7F98-5C86-4C86-AD33-722562FBF114}" dt="2026-06-11T09:53:58.991" v="12073" actId="22"/>
        <pc:sldMkLst>
          <pc:docMk/>
          <pc:sldMk cId="4035836049" sldId="2147377432"/>
        </pc:sldMkLst>
        <pc:spChg chg="add del mod">
          <ac:chgData name="Pat Chang" userId="66bf8e14-25f7-4337-92bb-3d6bd43785cb" providerId="ADAL" clId="{A23B7F98-5C86-4C86-AD33-722562FBF114}" dt="2026-06-11T09:21:49.466" v="11628" actId="478"/>
          <ac:spMkLst>
            <pc:docMk/>
            <pc:sldMk cId="4035836049" sldId="2147377432"/>
            <ac:spMk id="3" creationId="{1831188C-994A-AA6B-ACF7-85F09E6F88FB}"/>
          </ac:spMkLst>
        </pc:spChg>
        <pc:spChg chg="add">
          <ac:chgData name="Pat Chang" userId="66bf8e14-25f7-4337-92bb-3d6bd43785cb" providerId="ADAL" clId="{A23B7F98-5C86-4C86-AD33-722562FBF114}" dt="2026-06-11T09:53:58.991" v="12073" actId="22"/>
          <ac:spMkLst>
            <pc:docMk/>
            <pc:sldMk cId="4035836049" sldId="2147377432"/>
            <ac:spMk id="3" creationId="{1D9350CD-CA4F-16EA-EAD3-28A94F5D0659}"/>
          </ac:spMkLst>
        </pc:spChg>
        <pc:spChg chg="del">
          <ac:chgData name="Pat Chang" userId="66bf8e14-25f7-4337-92bb-3d6bd43785cb" providerId="ADAL" clId="{A23B7F98-5C86-4C86-AD33-722562FBF114}" dt="2026-06-11T05:40:58.936" v="6584" actId="478"/>
          <ac:spMkLst>
            <pc:docMk/>
            <pc:sldMk cId="4035836049" sldId="2147377432"/>
            <ac:spMk id="3" creationId="{ACE20C77-1210-36CE-EDB5-4A6DDCEFD130}"/>
          </ac:spMkLst>
        </pc:spChg>
        <pc:spChg chg="mod">
          <ac:chgData name="Pat Chang" userId="66bf8e14-25f7-4337-92bb-3d6bd43785cb" providerId="ADAL" clId="{A23B7F98-5C86-4C86-AD33-722562FBF114}" dt="2026-06-11T09:22:18.637" v="11661" actId="34135"/>
          <ac:spMkLst>
            <pc:docMk/>
            <pc:sldMk cId="4035836049" sldId="2147377432"/>
            <ac:spMk id="6" creationId="{C825BAE1-6807-A1D9-0C0D-B9B7321D9971}"/>
          </ac:spMkLst>
        </pc:spChg>
        <pc:spChg chg="mod">
          <ac:chgData name="Pat Chang" userId="66bf8e14-25f7-4337-92bb-3d6bd43785cb" providerId="ADAL" clId="{A23B7F98-5C86-4C86-AD33-722562FBF114}" dt="2026-06-11T06:03:25.802" v="7572" actId="1076"/>
          <ac:spMkLst>
            <pc:docMk/>
            <pc:sldMk cId="4035836049" sldId="2147377432"/>
            <ac:spMk id="7" creationId="{0D5DBAF2-05C4-1544-C1FA-A5ECEC89958F}"/>
          </ac:spMkLst>
        </pc:spChg>
        <pc:spChg chg="add del mod">
          <ac:chgData name="Pat Chang" userId="66bf8e14-25f7-4337-92bb-3d6bd43785cb" providerId="ADAL" clId="{A23B7F98-5C86-4C86-AD33-722562FBF114}" dt="2026-06-11T09:21:49.466" v="11628" actId="478"/>
          <ac:spMkLst>
            <pc:docMk/>
            <pc:sldMk cId="4035836049" sldId="2147377432"/>
            <ac:spMk id="9" creationId="{D20B874B-D241-69CD-464F-8FAA07EF437A}"/>
          </ac:spMkLst>
        </pc:spChg>
        <pc:spChg chg="mod">
          <ac:chgData name="Pat Chang" userId="66bf8e14-25f7-4337-92bb-3d6bd43785cb" providerId="ADAL" clId="{A23B7F98-5C86-4C86-AD33-722562FBF114}" dt="2026-06-11T06:21:06.792" v="7845" actId="164"/>
          <ac:spMkLst>
            <pc:docMk/>
            <pc:sldMk cId="4035836049" sldId="2147377432"/>
            <ac:spMk id="10" creationId="{6E3B25EA-DEB0-B94B-C6F9-CB6795518F2C}"/>
          </ac:spMkLst>
        </pc:spChg>
        <pc:spChg chg="add mod">
          <ac:chgData name="Pat Chang" userId="66bf8e14-25f7-4337-92bb-3d6bd43785cb" providerId="ADAL" clId="{A23B7F98-5C86-4C86-AD33-722562FBF114}" dt="2026-06-11T09:22:05.372" v="11645" actId="20577"/>
          <ac:spMkLst>
            <pc:docMk/>
            <pc:sldMk cId="4035836049" sldId="2147377432"/>
            <ac:spMk id="13" creationId="{98495670-DE77-C0B8-191F-98CE746D36AF}"/>
          </ac:spMkLst>
        </pc:spChg>
        <pc:spChg chg="add mod">
          <ac:chgData name="Pat Chang" userId="66bf8e14-25f7-4337-92bb-3d6bd43785cb" providerId="ADAL" clId="{A23B7F98-5C86-4C86-AD33-722562FBF114}" dt="2026-06-11T06:22:00.421" v="7913" actId="20577"/>
          <ac:spMkLst>
            <pc:docMk/>
            <pc:sldMk cId="4035836049" sldId="2147377432"/>
            <ac:spMk id="16" creationId="{7BDA6548-995B-05F1-222B-FB13CA468520}"/>
          </ac:spMkLst>
        </pc:spChg>
        <pc:spChg chg="add mod">
          <ac:chgData name="Pat Chang" userId="66bf8e14-25f7-4337-92bb-3d6bd43785cb" providerId="ADAL" clId="{A23B7F98-5C86-4C86-AD33-722562FBF114}" dt="2026-06-11T09:22:13.676" v="11660" actId="20577"/>
          <ac:spMkLst>
            <pc:docMk/>
            <pc:sldMk cId="4035836049" sldId="2147377432"/>
            <ac:spMk id="18" creationId="{39BDFF9B-9472-938A-9ED8-0E343CD1173E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21" creationId="{97D8B858-56C1-5358-9FE5-5E67254AFA69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23" creationId="{EFA87EA2-06C0-2454-3F45-2C78737DDB2E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24" creationId="{9FA08A83-A94B-5042-3AB6-2187F3D66263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25" creationId="{3C678E43-D626-12A5-EF90-2D908B8B327E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28" creationId="{612A4EA4-EDB3-4E8C-B5D8-8EE24399B455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29" creationId="{46348C87-9C33-EC0E-AC42-A3D59462CB34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44" creationId="{914393AE-574D-D629-9410-FAD8DCFC417F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45" creationId="{4BC55B99-AD36-4159-A698-6C403EAAD20E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46" creationId="{E950FF17-5DB1-F4FB-D611-2E4219361931}"/>
          </ac:spMkLst>
        </pc:spChg>
        <pc:spChg chg="del">
          <ac:chgData name="Pat Chang" userId="66bf8e14-25f7-4337-92bb-3d6bd43785cb" providerId="ADAL" clId="{A23B7F98-5C86-4C86-AD33-722562FBF114}" dt="2026-06-11T05:40:17.008" v="6581" actId="478"/>
          <ac:spMkLst>
            <pc:docMk/>
            <pc:sldMk cId="4035836049" sldId="2147377432"/>
            <ac:spMk id="48" creationId="{283A2B5D-24F0-2899-584B-D310F875FC83}"/>
          </ac:spMkLst>
        </pc:spChg>
        <pc:spChg chg="mod">
          <ac:chgData name="Pat Chang" userId="66bf8e14-25f7-4337-92bb-3d6bd43785cb" providerId="ADAL" clId="{A23B7F98-5C86-4C86-AD33-722562FBF114}" dt="2026-06-11T06:21:03.143" v="7842" actId="1076"/>
          <ac:spMkLst>
            <pc:docMk/>
            <pc:sldMk cId="4035836049" sldId="2147377432"/>
            <ac:spMk id="51" creationId="{0AC31960-8195-093D-863A-7B9E1279F756}"/>
          </ac:spMkLst>
        </pc:spChg>
        <pc:spChg chg="del">
          <ac:chgData name="Pat Chang" userId="66bf8e14-25f7-4337-92bb-3d6bd43785cb" providerId="ADAL" clId="{A23B7F98-5C86-4C86-AD33-722562FBF114}" dt="2026-06-11T05:40:13.815" v="6580" actId="478"/>
          <ac:spMkLst>
            <pc:docMk/>
            <pc:sldMk cId="4035836049" sldId="2147377432"/>
            <ac:spMk id="54" creationId="{E9128DF3-A1A3-BBA0-EB3C-A7DEBE0C6900}"/>
          </ac:spMkLst>
        </pc:spChg>
        <pc:spChg chg="del">
          <ac:chgData name="Pat Chang" userId="66bf8e14-25f7-4337-92bb-3d6bd43785cb" providerId="ADAL" clId="{A23B7F98-5C86-4C86-AD33-722562FBF114}" dt="2026-06-11T09:53:58.757" v="12072" actId="478"/>
          <ac:spMkLst>
            <pc:docMk/>
            <pc:sldMk cId="4035836049" sldId="2147377432"/>
            <ac:spMk id="57" creationId="{00000000-0000-0000-0000-000000000000}"/>
          </ac:spMkLst>
        </pc:spChg>
        <pc:grpChg chg="add mod">
          <ac:chgData name="Pat Chang" userId="66bf8e14-25f7-4337-92bb-3d6bd43785cb" providerId="ADAL" clId="{A23B7F98-5C86-4C86-AD33-722562FBF114}" dt="2026-06-11T06:21:10.724" v="7846" actId="1076"/>
          <ac:grpSpMkLst>
            <pc:docMk/>
            <pc:sldMk cId="4035836049" sldId="2147377432"/>
            <ac:grpSpMk id="17" creationId="{B0331A99-BC8A-477E-F276-10A6F226CC2C}"/>
          </ac:grpSpMkLst>
        </pc:grpChg>
        <pc:picChg chg="add mod">
          <ac:chgData name="Pat Chang" userId="66bf8e14-25f7-4337-92bb-3d6bd43785cb" providerId="ADAL" clId="{A23B7F98-5C86-4C86-AD33-722562FBF114}" dt="2026-06-11T05:43:54.742" v="6616" actId="1076"/>
          <ac:picMkLst>
            <pc:docMk/>
            <pc:sldMk cId="4035836049" sldId="2147377432"/>
            <ac:picMk id="5" creationId="{DDE06DDC-20B1-609B-CC8E-C72A22508595}"/>
          </ac:picMkLst>
        </pc:picChg>
        <pc:picChg chg="add del mod">
          <ac:chgData name="Pat Chang" userId="66bf8e14-25f7-4337-92bb-3d6bd43785cb" providerId="ADAL" clId="{A23B7F98-5C86-4C86-AD33-722562FBF114}" dt="2026-06-11T05:41:34.780" v="6594" actId="931"/>
          <ac:picMkLst>
            <pc:docMk/>
            <pc:sldMk cId="4035836049" sldId="2147377432"/>
            <ac:picMk id="9" creationId="{6FF39BB4-28EF-7A71-43C3-AE7DF5539289}"/>
          </ac:picMkLst>
        </pc:picChg>
        <pc:picChg chg="add mod">
          <ac:chgData name="Pat Chang" userId="66bf8e14-25f7-4337-92bb-3d6bd43785cb" providerId="ADAL" clId="{A23B7F98-5C86-4C86-AD33-722562FBF114}" dt="2026-06-11T05:43:54.742" v="6616" actId="1076"/>
          <ac:picMkLst>
            <pc:docMk/>
            <pc:sldMk cId="4035836049" sldId="2147377432"/>
            <ac:picMk id="12" creationId="{2EF18056-5FE6-2312-232A-B06D048CA8DB}"/>
          </ac:picMkLst>
        </pc:picChg>
        <pc:picChg chg="add mod">
          <ac:chgData name="Pat Chang" userId="66bf8e14-25f7-4337-92bb-3d6bd43785cb" providerId="ADAL" clId="{A23B7F98-5C86-4C86-AD33-722562FBF114}" dt="2026-06-11T05:43:54.742" v="6616" actId="1076"/>
          <ac:picMkLst>
            <pc:docMk/>
            <pc:sldMk cId="4035836049" sldId="2147377432"/>
            <ac:picMk id="14" creationId="{7F933473-E21F-EE3C-7C12-DB52FFF0E277}"/>
          </ac:picMkLst>
        </pc:picChg>
      </pc:sldChg>
      <pc:sldChg chg="addSp delSp modSp add mod ord">
        <pc:chgData name="Pat Chang" userId="66bf8e14-25f7-4337-92bb-3d6bd43785cb" providerId="ADAL" clId="{A23B7F98-5C86-4C86-AD33-722562FBF114}" dt="2026-06-11T09:53:42.480" v="12063" actId="22"/>
        <pc:sldMkLst>
          <pc:docMk/>
          <pc:sldMk cId="2471541802" sldId="2147377433"/>
        </pc:sldMkLst>
        <pc:spChg chg="add">
          <ac:chgData name="Pat Chang" userId="66bf8e14-25f7-4337-92bb-3d6bd43785cb" providerId="ADAL" clId="{A23B7F98-5C86-4C86-AD33-722562FBF114}" dt="2026-06-11T09:53:42.480" v="12063" actId="22"/>
          <ac:spMkLst>
            <pc:docMk/>
            <pc:sldMk cId="2471541802" sldId="2147377433"/>
            <ac:spMk id="5" creationId="{5E31C4FC-BB8C-70F7-D2B8-290166B29C27}"/>
          </ac:spMkLst>
        </pc:spChg>
        <pc:spChg chg="add del mod">
          <ac:chgData name="Pat Chang" userId="66bf8e14-25f7-4337-92bb-3d6bd43785cb" providerId="ADAL" clId="{A23B7F98-5C86-4C86-AD33-722562FBF114}" dt="2026-06-11T09:24:06.333" v="11762" actId="478"/>
          <ac:spMkLst>
            <pc:docMk/>
            <pc:sldMk cId="2471541802" sldId="2147377433"/>
            <ac:spMk id="5" creationId="{664DBDA6-7067-6598-4FA1-12DD3AC357B3}"/>
          </ac:spMkLst>
        </pc:spChg>
        <pc:spChg chg="add mod">
          <ac:chgData name="Pat Chang" userId="66bf8e14-25f7-4337-92bb-3d6bd43785cb" providerId="ADAL" clId="{A23B7F98-5C86-4C86-AD33-722562FBF114}" dt="2026-06-11T07:14:52.165" v="9027" actId="1076"/>
          <ac:spMkLst>
            <pc:docMk/>
            <pc:sldMk cId="2471541802" sldId="2147377433"/>
            <ac:spMk id="7" creationId="{9A19E11D-E30C-0343-4760-A77566C3EE6A}"/>
          </ac:spMkLst>
        </pc:spChg>
        <pc:spChg chg="add del mod">
          <ac:chgData name="Pat Chang" userId="66bf8e14-25f7-4337-92bb-3d6bd43785cb" providerId="ADAL" clId="{A23B7F98-5C86-4C86-AD33-722562FBF114}" dt="2026-06-11T09:24:07.350" v="11763" actId="478"/>
          <ac:spMkLst>
            <pc:docMk/>
            <pc:sldMk cId="2471541802" sldId="2147377433"/>
            <ac:spMk id="8" creationId="{A080BBAF-B485-E9C4-78A4-9B2BEE6B5362}"/>
          </ac:spMkLst>
        </pc:spChg>
        <pc:spChg chg="mod">
          <ac:chgData name="Pat Chang" userId="66bf8e14-25f7-4337-92bb-3d6bd43785cb" providerId="ADAL" clId="{A23B7F98-5C86-4C86-AD33-722562FBF114}" dt="2026-06-11T08:46:05.788" v="10932" actId="20577"/>
          <ac:spMkLst>
            <pc:docMk/>
            <pc:sldMk cId="2471541802" sldId="2147377433"/>
            <ac:spMk id="60" creationId="{C196F5BA-63F8-2F67-B7B2-5BB6F1850031}"/>
          </ac:spMkLst>
        </pc:spChg>
        <pc:spChg chg="mod">
          <ac:chgData name="Pat Chang" userId="66bf8e14-25f7-4337-92bb-3d6bd43785cb" providerId="ADAL" clId="{A23B7F98-5C86-4C86-AD33-722562FBF114}" dt="2026-06-11T09:08:22.279" v="11438" actId="20577"/>
          <ac:spMkLst>
            <pc:docMk/>
            <pc:sldMk cId="2471541802" sldId="2147377433"/>
            <ac:spMk id="65" creationId="{8560F721-F698-901F-339B-55F3861AEA2D}"/>
          </ac:spMkLst>
        </pc:spChg>
        <pc:spChg chg="del">
          <ac:chgData name="Pat Chang" userId="66bf8e14-25f7-4337-92bb-3d6bd43785cb" providerId="ADAL" clId="{A23B7F98-5C86-4C86-AD33-722562FBF114}" dt="2026-06-11T09:53:42.256" v="12062" actId="478"/>
          <ac:spMkLst>
            <pc:docMk/>
            <pc:sldMk cId="2471541802" sldId="2147377433"/>
            <ac:spMk id="71" creationId="{00000000-0000-0000-0000-000000000000}"/>
          </ac:spMkLst>
        </pc:spChg>
        <pc:grpChg chg="del">
          <ac:chgData name="Pat Chang" userId="66bf8e14-25f7-4337-92bb-3d6bd43785cb" providerId="ADAL" clId="{A23B7F98-5C86-4C86-AD33-722562FBF114}" dt="2026-06-11T07:13:17.847" v="9012" actId="478"/>
          <ac:grpSpMkLst>
            <pc:docMk/>
            <pc:sldMk cId="2471541802" sldId="2147377433"/>
            <ac:grpSpMk id="5" creationId="{B70D85D8-EA06-FFBA-8F6B-593505F43BED}"/>
          </ac:grpSpMkLst>
        </pc:grpChg>
        <pc:graphicFrameChg chg="add mod modGraphic">
          <ac:chgData name="Pat Chang" userId="66bf8e14-25f7-4337-92bb-3d6bd43785cb" providerId="ADAL" clId="{A23B7F98-5C86-4C86-AD33-722562FBF114}" dt="2026-06-11T07:14:48.784" v="9025" actId="1076"/>
          <ac:graphicFrameMkLst>
            <pc:docMk/>
            <pc:sldMk cId="2471541802" sldId="2147377433"/>
            <ac:graphicFrameMk id="2" creationId="{150C4B52-7C4D-3AF0-E4B6-FD708BF1779B}"/>
          </ac:graphicFrameMkLst>
        </pc:graphicFrameChg>
      </pc:sldChg>
      <pc:sldChg chg="addSp delSp modSp add mod">
        <pc:chgData name="Pat Chang" userId="66bf8e14-25f7-4337-92bb-3d6bd43785cb" providerId="ADAL" clId="{A23B7F98-5C86-4C86-AD33-722562FBF114}" dt="2026-06-11T09:54:11.745" v="12081" actId="22"/>
        <pc:sldMkLst>
          <pc:docMk/>
          <pc:sldMk cId="2577100687" sldId="2147377434"/>
        </pc:sldMkLst>
        <pc:spChg chg="add mod">
          <ac:chgData name="Pat Chang" userId="66bf8e14-25f7-4337-92bb-3d6bd43785cb" providerId="ADAL" clId="{A23B7F98-5C86-4C86-AD33-722562FBF114}" dt="2026-06-11T08:52:36.075" v="11060" actId="20577"/>
          <ac:spMkLst>
            <pc:docMk/>
            <pc:sldMk cId="2577100687" sldId="2147377434"/>
            <ac:spMk id="2" creationId="{8AC99481-A830-6387-C841-9BF2D8D00976}"/>
          </ac:spMkLst>
        </pc:spChg>
        <pc:spChg chg="add">
          <ac:chgData name="Pat Chang" userId="66bf8e14-25f7-4337-92bb-3d6bd43785cb" providerId="ADAL" clId="{A23B7F98-5C86-4C86-AD33-722562FBF114}" dt="2026-06-11T09:54:11.745" v="12081" actId="22"/>
          <ac:spMkLst>
            <pc:docMk/>
            <pc:sldMk cId="2577100687" sldId="2147377434"/>
            <ac:spMk id="4" creationId="{5BBB75F6-601B-5723-5A63-B938B886AB1A}"/>
          </ac:spMkLst>
        </pc:spChg>
        <pc:spChg chg="mod">
          <ac:chgData name="Pat Chang" userId="66bf8e14-25f7-4337-92bb-3d6bd43785cb" providerId="ADAL" clId="{A23B7F98-5C86-4C86-AD33-722562FBF114}" dt="2026-06-11T08:54:23.056" v="11096" actId="20577"/>
          <ac:spMkLst>
            <pc:docMk/>
            <pc:sldMk cId="2577100687" sldId="2147377434"/>
            <ac:spMk id="5" creationId="{0C37FA75-AF0C-068D-83AD-EDDD232E6D33}"/>
          </ac:spMkLst>
        </pc:spChg>
        <pc:spChg chg="del">
          <ac:chgData name="Pat Chang" userId="66bf8e14-25f7-4337-92bb-3d6bd43785cb" providerId="ADAL" clId="{A23B7F98-5C86-4C86-AD33-722562FBF114}" dt="2026-06-11T07:59:38.565" v="9943" actId="478"/>
          <ac:spMkLst>
            <pc:docMk/>
            <pc:sldMk cId="2577100687" sldId="2147377434"/>
            <ac:spMk id="7" creationId="{4FB4D184-AB11-BB4E-3C69-98677B3C80A8}"/>
          </ac:spMkLst>
        </pc:spChg>
        <pc:spChg chg="del">
          <ac:chgData name="Pat Chang" userId="66bf8e14-25f7-4337-92bb-3d6bd43785cb" providerId="ADAL" clId="{A23B7F98-5C86-4C86-AD33-722562FBF114}" dt="2026-06-11T09:54:11.410" v="12080" actId="478"/>
          <ac:spMkLst>
            <pc:docMk/>
            <pc:sldMk cId="2577100687" sldId="2147377434"/>
            <ac:spMk id="11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7:59:38.565" v="9943" actId="478"/>
          <ac:spMkLst>
            <pc:docMk/>
            <pc:sldMk cId="2577100687" sldId="2147377434"/>
            <ac:spMk id="40" creationId="{16210AD1-3E0F-9DAE-900F-734DC12D3FE3}"/>
          </ac:spMkLst>
        </pc:spChg>
        <pc:spChg chg="del">
          <ac:chgData name="Pat Chang" userId="66bf8e14-25f7-4337-92bb-3d6bd43785cb" providerId="ADAL" clId="{A23B7F98-5C86-4C86-AD33-722562FBF114}" dt="2026-06-11T07:59:41.738" v="9944" actId="478"/>
          <ac:spMkLst>
            <pc:docMk/>
            <pc:sldMk cId="2577100687" sldId="2147377434"/>
            <ac:spMk id="64" creationId="{E5D3D5C1-C908-1FE1-CF40-2191AB09C24A}"/>
          </ac:spMkLst>
        </pc:spChg>
        <pc:grpChg chg="del">
          <ac:chgData name="Pat Chang" userId="66bf8e14-25f7-4337-92bb-3d6bd43785cb" providerId="ADAL" clId="{A23B7F98-5C86-4C86-AD33-722562FBF114}" dt="2026-06-11T07:59:38.565" v="9943" actId="478"/>
          <ac:grpSpMkLst>
            <pc:docMk/>
            <pc:sldMk cId="2577100687" sldId="2147377434"/>
            <ac:grpSpMk id="16" creationId="{41A3DF1B-C035-9F80-41A4-FD2C3B6C0F24}"/>
          </ac:grpSpMkLst>
        </pc:grpChg>
        <pc:grpChg chg="del">
          <ac:chgData name="Pat Chang" userId="66bf8e14-25f7-4337-92bb-3d6bd43785cb" providerId="ADAL" clId="{A23B7F98-5C86-4C86-AD33-722562FBF114}" dt="2026-06-11T07:59:38.565" v="9943" actId="478"/>
          <ac:grpSpMkLst>
            <pc:docMk/>
            <pc:sldMk cId="2577100687" sldId="2147377434"/>
            <ac:grpSpMk id="70" creationId="{2D9448E2-3EE6-6890-5005-55B9F7F4FBFF}"/>
          </ac:grpSpMkLst>
        </pc:grpChg>
        <pc:grpChg chg="del">
          <ac:chgData name="Pat Chang" userId="66bf8e14-25f7-4337-92bb-3d6bd43785cb" providerId="ADAL" clId="{A23B7F98-5C86-4C86-AD33-722562FBF114}" dt="2026-06-11T07:59:38.565" v="9943" actId="478"/>
          <ac:grpSpMkLst>
            <pc:docMk/>
            <pc:sldMk cId="2577100687" sldId="2147377434"/>
            <ac:grpSpMk id="71" creationId="{0FC8A127-570D-4FE9-FE7A-691FF42C034F}"/>
          </ac:grpSpMkLst>
        </pc:grpChg>
        <pc:graphicFrameChg chg="del">
          <ac:chgData name="Pat Chang" userId="66bf8e14-25f7-4337-92bb-3d6bd43785cb" providerId="ADAL" clId="{A23B7F98-5C86-4C86-AD33-722562FBF114}" dt="2026-06-11T07:59:38.565" v="9943" actId="478"/>
          <ac:graphicFrameMkLst>
            <pc:docMk/>
            <pc:sldMk cId="2577100687" sldId="2147377434"/>
            <ac:graphicFrameMk id="9" creationId="{F09EDA95-16EE-6751-DF5F-4B21ADE9AD9F}"/>
          </ac:graphicFrameMkLst>
        </pc:graphicFrameChg>
      </pc:sldChg>
      <pc:sldChg chg="addSp delSp modSp add mod">
        <pc:chgData name="Pat Chang" userId="66bf8e14-25f7-4337-92bb-3d6bd43785cb" providerId="ADAL" clId="{A23B7F98-5C86-4C86-AD33-722562FBF114}" dt="2026-06-11T09:54:46.123" v="12089" actId="478"/>
        <pc:sldMkLst>
          <pc:docMk/>
          <pc:sldMk cId="103730675" sldId="2147377435"/>
        </pc:sldMkLst>
        <pc:spChg chg="mod">
          <ac:chgData name="Pat Chang" userId="66bf8e14-25f7-4337-92bb-3d6bd43785cb" providerId="ADAL" clId="{A23B7F98-5C86-4C86-AD33-722562FBF114}" dt="2026-06-11T09:00:36.001" v="11274" actId="403"/>
          <ac:spMkLst>
            <pc:docMk/>
            <pc:sldMk cId="103730675" sldId="2147377435"/>
            <ac:spMk id="2" creationId="{E62CEAE9-39AE-6E07-C1BE-CD297768CBF4}"/>
          </ac:spMkLst>
        </pc:spChg>
        <pc:spChg chg="add del">
          <ac:chgData name="Pat Chang" userId="66bf8e14-25f7-4337-92bb-3d6bd43785cb" providerId="ADAL" clId="{A23B7F98-5C86-4C86-AD33-722562FBF114}" dt="2026-06-11T09:54:46.123" v="12089" actId="478"/>
          <ac:spMkLst>
            <pc:docMk/>
            <pc:sldMk cId="103730675" sldId="2147377435"/>
            <ac:spMk id="4" creationId="{AAE2011E-A5D7-EA99-038D-B4C1F7597CC3}"/>
          </ac:spMkLst>
        </pc:spChg>
        <pc:spChg chg="mod">
          <ac:chgData name="Pat Chang" userId="66bf8e14-25f7-4337-92bb-3d6bd43785cb" providerId="ADAL" clId="{A23B7F98-5C86-4C86-AD33-722562FBF114}" dt="2026-06-11T09:00:04.107" v="11265" actId="113"/>
          <ac:spMkLst>
            <pc:docMk/>
            <pc:sldMk cId="103730675" sldId="2147377435"/>
            <ac:spMk id="5" creationId="{B2A87738-4E53-DB17-E32B-EBA64753CBA9}"/>
          </ac:spMkLst>
        </pc:spChg>
        <pc:spChg chg="del">
          <ac:chgData name="Pat Chang" userId="66bf8e14-25f7-4337-92bb-3d6bd43785cb" providerId="ADAL" clId="{A23B7F98-5C86-4C86-AD33-722562FBF114}" dt="2026-06-11T09:54:46.123" v="12089" actId="478"/>
          <ac:spMkLst>
            <pc:docMk/>
            <pc:sldMk cId="103730675" sldId="2147377435"/>
            <ac:spMk id="6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6.123" v="12089" actId="478"/>
          <ac:spMkLst>
            <pc:docMk/>
            <pc:sldMk cId="103730675" sldId="2147377435"/>
            <ac:spMk id="7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6.123" v="12089" actId="478"/>
          <ac:spMkLst>
            <pc:docMk/>
            <pc:sldMk cId="103730675" sldId="2147377435"/>
            <ac:spMk id="8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6.123" v="12089" actId="478"/>
          <ac:spMkLst>
            <pc:docMk/>
            <pc:sldMk cId="103730675" sldId="2147377435"/>
            <ac:spMk id="9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46.123" v="12089" actId="478"/>
          <ac:spMkLst>
            <pc:docMk/>
            <pc:sldMk cId="103730675" sldId="2147377435"/>
            <ac:spMk id="10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6-11T09:54:30.470" v="12084" actId="478"/>
          <ac:spMkLst>
            <pc:docMk/>
            <pc:sldMk cId="103730675" sldId="2147377435"/>
            <ac:spMk id="11" creationId="{00000000-0000-0000-0000-000000000000}"/>
          </ac:spMkLst>
        </pc:spChg>
      </pc:sldChg>
      <pc:sldChg chg="addSp delSp modSp add mod">
        <pc:chgData name="Pat Chang" userId="66bf8e14-25f7-4337-92bb-3d6bd43785cb" providerId="ADAL" clId="{A23B7F98-5C86-4C86-AD33-722562FBF114}" dt="2026-06-11T09:54:21.084" v="12083" actId="22"/>
        <pc:sldMkLst>
          <pc:docMk/>
          <pc:sldMk cId="2440429985" sldId="2147377436"/>
        </pc:sldMkLst>
        <pc:spChg chg="mod">
          <ac:chgData name="Pat Chang" userId="66bf8e14-25f7-4337-92bb-3d6bd43785cb" providerId="ADAL" clId="{A23B7F98-5C86-4C86-AD33-722562FBF114}" dt="2026-06-11T08:35:40.516" v="10567" actId="20577"/>
          <ac:spMkLst>
            <pc:docMk/>
            <pc:sldMk cId="2440429985" sldId="2147377436"/>
            <ac:spMk id="2" creationId="{692844FA-30A1-0B3A-B963-1F4044358317}"/>
          </ac:spMkLst>
        </pc:spChg>
        <pc:spChg chg="add">
          <ac:chgData name="Pat Chang" userId="66bf8e14-25f7-4337-92bb-3d6bd43785cb" providerId="ADAL" clId="{A23B7F98-5C86-4C86-AD33-722562FBF114}" dt="2026-06-11T09:54:21.084" v="12083" actId="22"/>
          <ac:spMkLst>
            <pc:docMk/>
            <pc:sldMk cId="2440429985" sldId="2147377436"/>
            <ac:spMk id="4" creationId="{D5C2DFE9-4CCA-D4FF-E3C4-EED0E449613A}"/>
          </ac:spMkLst>
        </pc:spChg>
        <pc:spChg chg="mod">
          <ac:chgData name="Pat Chang" userId="66bf8e14-25f7-4337-92bb-3d6bd43785cb" providerId="ADAL" clId="{A23B7F98-5C86-4C86-AD33-722562FBF114}" dt="2026-06-11T08:23:32.955" v="10390" actId="20577"/>
          <ac:spMkLst>
            <pc:docMk/>
            <pc:sldMk cId="2440429985" sldId="2147377436"/>
            <ac:spMk id="5" creationId="{421B6732-687F-B421-CEBD-A406F0DFA8B0}"/>
          </ac:spMkLst>
        </pc:spChg>
        <pc:spChg chg="del">
          <ac:chgData name="Pat Chang" userId="66bf8e14-25f7-4337-92bb-3d6bd43785cb" providerId="ADAL" clId="{A23B7F98-5C86-4C86-AD33-722562FBF114}" dt="2026-06-11T09:54:20.816" v="12082" actId="478"/>
          <ac:spMkLst>
            <pc:docMk/>
            <pc:sldMk cId="2440429985" sldId="2147377436"/>
            <ac:spMk id="11" creationId="{00000000-0000-0000-0000-000000000000}"/>
          </ac:spMkLst>
        </pc:spChg>
      </pc:sldChg>
      <pc:sldChg chg="addSp delSp modSp add mod">
        <pc:chgData name="Pat Chang" userId="66bf8e14-25f7-4337-92bb-3d6bd43785cb" providerId="ADAL" clId="{A23B7F98-5C86-4C86-AD33-722562FBF114}" dt="2026-06-11T09:53:45.442" v="12065" actId="22"/>
        <pc:sldMkLst>
          <pc:docMk/>
          <pc:sldMk cId="2773899245" sldId="2147377437"/>
        </pc:sldMkLst>
        <pc:spChg chg="mod">
          <ac:chgData name="Pat Chang" userId="66bf8e14-25f7-4337-92bb-3d6bd43785cb" providerId="ADAL" clId="{A23B7F98-5C86-4C86-AD33-722562FBF114}" dt="2026-06-11T08:45:43.802" v="10922" actId="20577"/>
          <ac:spMkLst>
            <pc:docMk/>
            <pc:sldMk cId="2773899245" sldId="2147377437"/>
            <ac:spMk id="2" creationId="{2A28735D-F58B-7698-4828-89238295F66F}"/>
          </ac:spMkLst>
        </pc:spChg>
        <pc:spChg chg="add">
          <ac:chgData name="Pat Chang" userId="66bf8e14-25f7-4337-92bb-3d6bd43785cb" providerId="ADAL" clId="{A23B7F98-5C86-4C86-AD33-722562FBF114}" dt="2026-06-11T09:53:45.442" v="12065" actId="22"/>
          <ac:spMkLst>
            <pc:docMk/>
            <pc:sldMk cId="2773899245" sldId="2147377437"/>
            <ac:spMk id="4" creationId="{9987DD92-D63E-371F-9028-58A82F0826C0}"/>
          </ac:spMkLst>
        </pc:spChg>
        <pc:spChg chg="mod">
          <ac:chgData name="Pat Chang" userId="66bf8e14-25f7-4337-92bb-3d6bd43785cb" providerId="ADAL" clId="{A23B7F98-5C86-4C86-AD33-722562FBF114}" dt="2026-06-11T08:24:23.691" v="10404" actId="20577"/>
          <ac:spMkLst>
            <pc:docMk/>
            <pc:sldMk cId="2773899245" sldId="2147377437"/>
            <ac:spMk id="5" creationId="{7078F63B-DA90-319C-BDCA-687A942042A0}"/>
          </ac:spMkLst>
        </pc:spChg>
        <pc:spChg chg="del">
          <ac:chgData name="Pat Chang" userId="66bf8e14-25f7-4337-92bb-3d6bd43785cb" providerId="ADAL" clId="{A23B7F98-5C86-4C86-AD33-722562FBF114}" dt="2026-06-11T09:53:45.071" v="12064" actId="478"/>
          <ac:spMkLst>
            <pc:docMk/>
            <pc:sldMk cId="2773899245" sldId="2147377437"/>
            <ac:spMk id="11" creationId="{00000000-0000-0000-0000-000000000000}"/>
          </ac:spMkLst>
        </pc:spChg>
      </pc:sldChg>
      <pc:sldChg chg="addSp delSp modSp add mod">
        <pc:chgData name="Pat Chang" userId="66bf8e14-25f7-4337-92bb-3d6bd43785cb" providerId="ADAL" clId="{A23B7F98-5C86-4C86-AD33-722562FBF114}" dt="2026-06-11T09:53:39.615" v="12061" actId="22"/>
        <pc:sldMkLst>
          <pc:docMk/>
          <pc:sldMk cId="1686262256" sldId="2147377438"/>
        </pc:sldMkLst>
        <pc:spChg chg="mod">
          <ac:chgData name="Pat Chang" userId="66bf8e14-25f7-4337-92bb-3d6bd43785cb" providerId="ADAL" clId="{A23B7F98-5C86-4C86-AD33-722562FBF114}" dt="2026-06-11T09:09:10.539" v="11525" actId="20577"/>
          <ac:spMkLst>
            <pc:docMk/>
            <pc:sldMk cId="1686262256" sldId="2147377438"/>
            <ac:spMk id="2" creationId="{6DCC01B6-F619-7FD8-3E3C-B8CD41FCBCB2}"/>
          </ac:spMkLst>
        </pc:spChg>
        <pc:spChg chg="add">
          <ac:chgData name="Pat Chang" userId="66bf8e14-25f7-4337-92bb-3d6bd43785cb" providerId="ADAL" clId="{A23B7F98-5C86-4C86-AD33-722562FBF114}" dt="2026-06-11T09:53:39.615" v="12061" actId="22"/>
          <ac:spMkLst>
            <pc:docMk/>
            <pc:sldMk cId="1686262256" sldId="2147377438"/>
            <ac:spMk id="4" creationId="{46AFB531-8241-4616-F50E-554578E84AAF}"/>
          </ac:spMkLst>
        </pc:spChg>
        <pc:spChg chg="mod">
          <ac:chgData name="Pat Chang" userId="66bf8e14-25f7-4337-92bb-3d6bd43785cb" providerId="ADAL" clId="{A23B7F98-5C86-4C86-AD33-722562FBF114}" dt="2026-06-11T08:41:39.874" v="10691" actId="20577"/>
          <ac:spMkLst>
            <pc:docMk/>
            <pc:sldMk cId="1686262256" sldId="2147377438"/>
            <ac:spMk id="5" creationId="{A89EDB7A-6D09-6C6E-BD24-0110887E8C34}"/>
          </ac:spMkLst>
        </pc:spChg>
        <pc:spChg chg="del">
          <ac:chgData name="Pat Chang" userId="66bf8e14-25f7-4337-92bb-3d6bd43785cb" providerId="ADAL" clId="{A23B7F98-5C86-4C86-AD33-722562FBF114}" dt="2026-06-11T09:53:39.390" v="12060" actId="478"/>
          <ac:spMkLst>
            <pc:docMk/>
            <pc:sldMk cId="1686262256" sldId="2147377438"/>
            <ac:spMk id="11" creationId="{00000000-0000-0000-0000-000000000000}"/>
          </ac:spMkLst>
        </pc:spChg>
      </pc:sldChg>
      <pc:sldChg chg="modSp add del mod">
        <pc:chgData name="Pat Chang" userId="66bf8e14-25f7-4337-92bb-3d6bd43785cb" providerId="ADAL" clId="{A23B7F98-5C86-4C86-AD33-722562FBF114}" dt="2026-06-11T08:58:46.415" v="11212" actId="47"/>
        <pc:sldMkLst>
          <pc:docMk/>
          <pc:sldMk cId="27549397" sldId="2147377439"/>
        </pc:sldMkLst>
        <pc:spChg chg="mod">
          <ac:chgData name="Pat Chang" userId="66bf8e14-25f7-4337-92bb-3d6bd43785cb" providerId="ADAL" clId="{A23B7F98-5C86-4C86-AD33-722562FBF114}" dt="2026-06-11T08:44:14.503" v="10879" actId="20577"/>
          <ac:spMkLst>
            <pc:docMk/>
            <pc:sldMk cId="27549397" sldId="2147377439"/>
            <ac:spMk id="2" creationId="{203364E1-AB03-2E8F-4634-EF9129F219AD}"/>
          </ac:spMkLst>
        </pc:spChg>
        <pc:spChg chg="mod">
          <ac:chgData name="Pat Chang" userId="66bf8e14-25f7-4337-92bb-3d6bd43785cb" providerId="ADAL" clId="{A23B7F98-5C86-4C86-AD33-722562FBF114}" dt="2026-06-11T08:42:32.539" v="10729" actId="20577"/>
          <ac:spMkLst>
            <pc:docMk/>
            <pc:sldMk cId="27549397" sldId="2147377439"/>
            <ac:spMk id="5" creationId="{14CB2877-2FA1-EE4D-A619-9B1EE420D69E}"/>
          </ac:spMkLst>
        </pc:spChg>
      </pc:sldChg>
      <pc:sldChg chg="addSp delSp modSp add mod">
        <pc:chgData name="Pat Chang" userId="66bf8e14-25f7-4337-92bb-3d6bd43785cb" providerId="ADAL" clId="{A23B7F98-5C86-4C86-AD33-722562FBF114}" dt="2026-06-11T09:54:02.091" v="12075" actId="22"/>
        <pc:sldMkLst>
          <pc:docMk/>
          <pc:sldMk cId="3067210054" sldId="2147377440"/>
        </pc:sldMkLst>
        <pc:spChg chg="mod">
          <ac:chgData name="Pat Chang" userId="66bf8e14-25f7-4337-92bb-3d6bd43785cb" providerId="ADAL" clId="{A23B7F98-5C86-4C86-AD33-722562FBF114}" dt="2026-06-11T08:51:38.069" v="11006" actId="27636"/>
          <ac:spMkLst>
            <pc:docMk/>
            <pc:sldMk cId="3067210054" sldId="2147377440"/>
            <ac:spMk id="2" creationId="{C54ED9E5-F9D3-FA12-B5EB-47CEA7645A20}"/>
          </ac:spMkLst>
        </pc:spChg>
        <pc:spChg chg="add">
          <ac:chgData name="Pat Chang" userId="66bf8e14-25f7-4337-92bb-3d6bd43785cb" providerId="ADAL" clId="{A23B7F98-5C86-4C86-AD33-722562FBF114}" dt="2026-06-11T09:54:02.091" v="12075" actId="22"/>
          <ac:spMkLst>
            <pc:docMk/>
            <pc:sldMk cId="3067210054" sldId="2147377440"/>
            <ac:spMk id="4" creationId="{EFAF8FFF-004D-D9C1-1443-2124D2FFE6B3}"/>
          </ac:spMkLst>
        </pc:spChg>
        <pc:spChg chg="mod">
          <ac:chgData name="Pat Chang" userId="66bf8e14-25f7-4337-92bb-3d6bd43785cb" providerId="ADAL" clId="{A23B7F98-5C86-4C86-AD33-722562FBF114}" dt="2026-06-11T09:05:30.919" v="11312" actId="20577"/>
          <ac:spMkLst>
            <pc:docMk/>
            <pc:sldMk cId="3067210054" sldId="2147377440"/>
            <ac:spMk id="5" creationId="{07FC384E-0133-EC74-D791-4ED380BDFDF8}"/>
          </ac:spMkLst>
        </pc:spChg>
        <pc:spChg chg="del">
          <ac:chgData name="Pat Chang" userId="66bf8e14-25f7-4337-92bb-3d6bd43785cb" providerId="ADAL" clId="{A23B7F98-5C86-4C86-AD33-722562FBF114}" dt="2026-06-11T09:54:01.836" v="12074" actId="478"/>
          <ac:spMkLst>
            <pc:docMk/>
            <pc:sldMk cId="3067210054" sldId="2147377440"/>
            <ac:spMk id="11" creationId="{00000000-0000-0000-0000-000000000000}"/>
          </ac:spMkLst>
        </pc:spChg>
      </pc:sldChg>
      <pc:sldChg chg="new del">
        <pc:chgData name="Pat Chang" userId="66bf8e14-25f7-4337-92bb-3d6bd43785cb" providerId="ADAL" clId="{A23B7F98-5C86-4C86-AD33-722562FBF114}" dt="2026-06-11T08:54:39.495" v="11098" actId="680"/>
        <pc:sldMkLst>
          <pc:docMk/>
          <pc:sldMk cId="4230282278" sldId="2147377441"/>
        </pc:sldMkLst>
      </pc:sldChg>
      <pc:sldChg chg="addSp delSp modSp add mod">
        <pc:chgData name="Pat Chang" userId="66bf8e14-25f7-4337-92bb-3d6bd43785cb" providerId="ADAL" clId="{A23B7F98-5C86-4C86-AD33-722562FBF114}" dt="2026-06-11T09:09:00.376" v="11507" actId="20577"/>
        <pc:sldMkLst>
          <pc:docMk/>
          <pc:sldMk cId="4254229321" sldId="2147377441"/>
        </pc:sldMkLst>
        <pc:spChg chg="add mod">
          <ac:chgData name="Pat Chang" userId="66bf8e14-25f7-4337-92bb-3d6bd43785cb" providerId="ADAL" clId="{A23B7F98-5C86-4C86-AD33-722562FBF114}" dt="2026-06-11T09:09:00.376" v="11507" actId="20577"/>
          <ac:spMkLst>
            <pc:docMk/>
            <pc:sldMk cId="4254229321" sldId="2147377441"/>
            <ac:spMk id="2" creationId="{030CD3E3-753A-A120-FDEE-B353978F8E2C}"/>
          </ac:spMkLst>
        </pc:spChg>
        <pc:spChg chg="mod">
          <ac:chgData name="Pat Chang" userId="66bf8e14-25f7-4337-92bb-3d6bd43785cb" providerId="ADAL" clId="{A23B7F98-5C86-4C86-AD33-722562FBF114}" dt="2026-06-11T08:55:02.245" v="11112" actId="20577"/>
          <ac:spMkLst>
            <pc:docMk/>
            <pc:sldMk cId="4254229321" sldId="2147377441"/>
            <ac:spMk id="6" creationId="{9D252920-F027-2EBA-7ED9-2E131D8D4C23}"/>
          </ac:spMkLst>
        </pc:spChg>
        <pc:grpChg chg="del">
          <ac:chgData name="Pat Chang" userId="66bf8e14-25f7-4337-92bb-3d6bd43785cb" providerId="ADAL" clId="{A23B7F98-5C86-4C86-AD33-722562FBF114}" dt="2026-06-11T08:54:47.293" v="11100" actId="478"/>
          <ac:grpSpMkLst>
            <pc:docMk/>
            <pc:sldMk cId="4254229321" sldId="2147377441"/>
            <ac:grpSpMk id="8" creationId="{78F29A51-4902-D3D9-7334-C3681E2A4343}"/>
          </ac:grpSpMkLst>
        </pc:grpChg>
        <pc:grpChg chg="del">
          <ac:chgData name="Pat Chang" userId="66bf8e14-25f7-4337-92bb-3d6bd43785cb" providerId="ADAL" clId="{A23B7F98-5C86-4C86-AD33-722562FBF114}" dt="2026-06-11T08:54:48.459" v="11101" actId="478"/>
          <ac:grpSpMkLst>
            <pc:docMk/>
            <pc:sldMk cId="4254229321" sldId="2147377441"/>
            <ac:grpSpMk id="9" creationId="{D9B98298-652F-D63D-1DEA-92F79CB070AB}"/>
          </ac:grpSpMkLst>
        </pc:grpChg>
      </pc:sldChg>
      <pc:sldChg chg="new del">
        <pc:chgData name="Pat Chang" userId="66bf8e14-25f7-4337-92bb-3d6bd43785cb" providerId="ADAL" clId="{A23B7F98-5C86-4C86-AD33-722562FBF114}" dt="2026-06-11T08:54:56.705" v="11104" actId="47"/>
        <pc:sldMkLst>
          <pc:docMk/>
          <pc:sldMk cId="833831452" sldId="2147377442"/>
        </pc:sldMkLst>
      </pc:sldChg>
      <pc:sldChg chg="addSp delSp modSp new mod">
        <pc:chgData name="Pat Chang" userId="66bf8e14-25f7-4337-92bb-3d6bd43785cb" providerId="ADAL" clId="{A23B7F98-5C86-4C86-AD33-722562FBF114}" dt="2026-06-11T09:57:00.103" v="12144" actId="20577"/>
        <pc:sldMkLst>
          <pc:docMk/>
          <pc:sldMk cId="3738652498" sldId="2147377442"/>
        </pc:sldMkLst>
        <pc:spChg chg="mod">
          <ac:chgData name="Pat Chang" userId="66bf8e14-25f7-4337-92bb-3d6bd43785cb" providerId="ADAL" clId="{A23B7F98-5C86-4C86-AD33-722562FBF114}" dt="2026-06-11T09:50:33.600" v="11840" actId="20577"/>
          <ac:spMkLst>
            <pc:docMk/>
            <pc:sldMk cId="3738652498" sldId="2147377442"/>
            <ac:spMk id="2" creationId="{15614F16-9C6C-55A2-2705-6A3F2BCFA8EA}"/>
          </ac:spMkLst>
        </pc:spChg>
        <pc:spChg chg="del">
          <ac:chgData name="Pat Chang" userId="66bf8e14-25f7-4337-92bb-3d6bd43785cb" providerId="ADAL" clId="{A23B7F98-5C86-4C86-AD33-722562FBF114}" dt="2026-06-11T09:50:39.134" v="11841" actId="478"/>
          <ac:spMkLst>
            <pc:docMk/>
            <pc:sldMk cId="3738652498" sldId="2147377442"/>
            <ac:spMk id="3" creationId="{0B1C5301-FADA-CBE8-9EED-40397DBA093C}"/>
          </ac:spMkLst>
        </pc:spChg>
        <pc:spChg chg="add del">
          <ac:chgData name="Pat Chang" userId="66bf8e14-25f7-4337-92bb-3d6bd43785cb" providerId="ADAL" clId="{A23B7F98-5C86-4C86-AD33-722562FBF114}" dt="2026-06-11T09:50:40.989" v="11843" actId="22"/>
          <ac:spMkLst>
            <pc:docMk/>
            <pc:sldMk cId="3738652498" sldId="2147377442"/>
            <ac:spMk id="6" creationId="{53505A9B-8292-45D5-2F1D-3AB0AD0BDA2C}"/>
          </ac:spMkLst>
        </pc:spChg>
        <pc:spChg chg="add 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8" creationId="{49435846-4642-60EE-7C88-F96ABAFCB22C}"/>
          </ac:spMkLst>
        </pc:spChg>
        <pc:spChg chg="add mod">
          <ac:chgData name="Pat Chang" userId="66bf8e14-25f7-4337-92bb-3d6bd43785cb" providerId="ADAL" clId="{A23B7F98-5C86-4C86-AD33-722562FBF114}" dt="2026-06-11T09:50:58.843" v="11857" actId="164"/>
          <ac:spMkLst>
            <pc:docMk/>
            <pc:sldMk cId="3738652498" sldId="2147377442"/>
            <ac:spMk id="10" creationId="{B1A452AB-D561-02F4-3C7D-0EF868AEC273}"/>
          </ac:spMkLst>
        </pc:spChg>
        <pc:spChg chg="add mod">
          <ac:chgData name="Pat Chang" userId="66bf8e14-25f7-4337-92bb-3d6bd43785cb" providerId="ADAL" clId="{A23B7F98-5C86-4C86-AD33-722562FBF114}" dt="2026-06-11T09:50:50.217" v="11845" actId="1076"/>
          <ac:spMkLst>
            <pc:docMk/>
            <pc:sldMk cId="3738652498" sldId="2147377442"/>
            <ac:spMk id="12" creationId="{15ABF67F-CD0E-9431-9D50-380B18B602EA}"/>
          </ac:spMkLst>
        </pc:spChg>
        <pc:spChg chg="mod">
          <ac:chgData name="Pat Chang" userId="66bf8e14-25f7-4337-92bb-3d6bd43785cb" providerId="ADAL" clId="{A23B7F98-5C86-4C86-AD33-722562FBF114}" dt="2026-06-11T09:51:39.681" v="11897" actId="403"/>
          <ac:spMkLst>
            <pc:docMk/>
            <pc:sldMk cId="3738652498" sldId="2147377442"/>
            <ac:spMk id="14" creationId="{7EAC8B8E-1720-3139-D36A-47D72B6C83B2}"/>
          </ac:spMkLst>
        </pc:spChg>
        <pc:spChg chg="mod">
          <ac:chgData name="Pat Chang" userId="66bf8e14-25f7-4337-92bb-3d6bd43785cb" providerId="ADAL" clId="{A23B7F98-5C86-4C86-AD33-722562FBF114}" dt="2026-06-11T09:53:03.438" v="12045" actId="6549"/>
          <ac:spMkLst>
            <pc:docMk/>
            <pc:sldMk cId="3738652498" sldId="2147377442"/>
            <ac:spMk id="16" creationId="{129F4CC2-EFEC-314A-D523-CD9BE286CB20}"/>
          </ac:spMkLst>
        </pc:spChg>
        <pc:spChg chg="mod">
          <ac:chgData name="Pat Chang" userId="66bf8e14-25f7-4337-92bb-3d6bd43785cb" providerId="ADAL" clId="{A23B7F98-5C86-4C86-AD33-722562FBF114}" dt="2026-06-11T09:50:58.843" v="11857" actId="164"/>
          <ac:spMkLst>
            <pc:docMk/>
            <pc:sldMk cId="3738652498" sldId="2147377442"/>
            <ac:spMk id="18" creationId="{28620204-33D6-C1F4-D63B-5E8FA8F6F540}"/>
          </ac:spMkLst>
        </pc:spChg>
        <pc:spChg chg="mod">
          <ac:chgData name="Pat Chang" userId="66bf8e14-25f7-4337-92bb-3d6bd43785cb" providerId="ADAL" clId="{A23B7F98-5C86-4C86-AD33-722562FBF114}" dt="2026-06-11T09:50:58.843" v="11857" actId="164"/>
          <ac:spMkLst>
            <pc:docMk/>
            <pc:sldMk cId="3738652498" sldId="2147377442"/>
            <ac:spMk id="20" creationId="{B66857EE-CCB9-838B-B276-38C786F4A1D3}"/>
          </ac:spMkLst>
        </pc:spChg>
        <pc:spChg chg="mod">
          <ac:chgData name="Pat Chang" userId="66bf8e14-25f7-4337-92bb-3d6bd43785cb" providerId="ADAL" clId="{A23B7F98-5C86-4C86-AD33-722562FBF114}" dt="2026-06-11T09:51:46.188" v="11904" actId="404"/>
          <ac:spMkLst>
            <pc:docMk/>
            <pc:sldMk cId="3738652498" sldId="2147377442"/>
            <ac:spMk id="22" creationId="{195B9CF0-12DB-DA7C-E444-1F373089233A}"/>
          </ac:spMkLst>
        </pc:spChg>
        <pc:spChg chg="mod">
          <ac:chgData name="Pat Chang" userId="66bf8e14-25f7-4337-92bb-3d6bd43785cb" providerId="ADAL" clId="{A23B7F98-5C86-4C86-AD33-722562FBF114}" dt="2026-06-11T09:52:56.946" v="12043" actId="20577"/>
          <ac:spMkLst>
            <pc:docMk/>
            <pc:sldMk cId="3738652498" sldId="2147377442"/>
            <ac:spMk id="24" creationId="{922F1BB8-375B-2E74-9BBB-1540E3264139}"/>
          </ac:spMkLst>
        </pc:spChg>
        <pc:spChg chg="add mod">
          <ac:chgData name="Pat Chang" userId="66bf8e14-25f7-4337-92bb-3d6bd43785cb" providerId="ADAL" clId="{A23B7F98-5C86-4C86-AD33-722562FBF114}" dt="2026-06-11T09:50:58.843" v="11857" actId="164"/>
          <ac:spMkLst>
            <pc:docMk/>
            <pc:sldMk cId="3738652498" sldId="2147377442"/>
            <ac:spMk id="28" creationId="{4AF8E1D4-D14C-D90D-8C00-3B049F47D811}"/>
          </ac:spMkLst>
        </pc:spChg>
        <pc:spChg chg="mod">
          <ac:chgData name="Pat Chang" userId="66bf8e14-25f7-4337-92bb-3d6bd43785cb" providerId="ADAL" clId="{A23B7F98-5C86-4C86-AD33-722562FBF114}" dt="2026-06-11T09:51:50.488" v="11911" actId="404"/>
          <ac:spMkLst>
            <pc:docMk/>
            <pc:sldMk cId="3738652498" sldId="2147377442"/>
            <ac:spMk id="30" creationId="{AAC1C089-64D6-DEF6-6967-4E4BD96DC636}"/>
          </ac:spMkLst>
        </pc:spChg>
        <pc:spChg chg="add mod">
          <ac:chgData name="Pat Chang" userId="66bf8e14-25f7-4337-92bb-3d6bd43785cb" providerId="ADAL" clId="{A23B7F98-5C86-4C86-AD33-722562FBF114}" dt="2026-06-11T09:52:21.570" v="11945" actId="20577"/>
          <ac:spMkLst>
            <pc:docMk/>
            <pc:sldMk cId="3738652498" sldId="2147377442"/>
            <ac:spMk id="32" creationId="{19373962-FAE1-F65F-0DC6-F532F5A2EB73}"/>
          </ac:spMkLst>
        </pc:spChg>
        <pc:spChg chg="add 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34" creationId="{D30A914A-40AE-C21F-CE64-FF3A753A2C1B}"/>
          </ac:spMkLst>
        </pc:spChg>
        <pc:spChg chg="add 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36" creationId="{53338799-D15A-98FE-53E1-112CC64611EC}"/>
          </ac:spMkLst>
        </pc:spChg>
        <pc:spChg chg="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38" creationId="{D29D66FD-6E92-4D9D-87D4-731AF0A4AEE5}"/>
          </ac:spMkLst>
        </pc:spChg>
        <pc:spChg chg="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40" creationId="{AECE6ACF-6C94-DFE2-1A2A-6DDC75561CFE}"/>
          </ac:spMkLst>
        </pc:spChg>
        <pc:spChg chg="add 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42" creationId="{09E60FAC-5DD9-61A0-4D5D-21A32F19AAA7}"/>
          </ac:spMkLst>
        </pc:spChg>
        <pc:spChg chg="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44" creationId="{C4004EF2-E26F-16B4-2951-59C013796730}"/>
          </ac:spMkLst>
        </pc:spChg>
        <pc:spChg chg="add 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46" creationId="{A8B361C5-0B41-8DD5-86F2-B4760FB06DAA}"/>
          </ac:spMkLst>
        </pc:spChg>
        <pc:spChg chg="add mod">
          <ac:chgData name="Pat Chang" userId="66bf8e14-25f7-4337-92bb-3d6bd43785cb" providerId="ADAL" clId="{A23B7F98-5C86-4C86-AD33-722562FBF114}" dt="2026-06-11T09:55:28.338" v="12111" actId="1035"/>
          <ac:spMkLst>
            <pc:docMk/>
            <pc:sldMk cId="3738652498" sldId="2147377442"/>
            <ac:spMk id="48" creationId="{68B37BD8-22A5-C43F-B1D1-7D6729ED500B}"/>
          </ac:spMkLst>
        </pc:spChg>
        <pc:spChg chg="mod">
          <ac:chgData name="Pat Chang" userId="66bf8e14-25f7-4337-92bb-3d6bd43785cb" providerId="ADAL" clId="{A23B7F98-5C86-4C86-AD33-722562FBF114}" dt="2026-06-11T09:57:00.103" v="12144" actId="20577"/>
          <ac:spMkLst>
            <pc:docMk/>
            <pc:sldMk cId="3738652498" sldId="2147377442"/>
            <ac:spMk id="52" creationId="{1E00F420-8760-2BC5-0C84-C03DB1263FDF}"/>
          </ac:spMkLst>
        </pc:spChg>
        <pc:spChg chg="add">
          <ac:chgData name="Pat Chang" userId="66bf8e14-25f7-4337-92bb-3d6bd43785cb" providerId="ADAL" clId="{A23B7F98-5C86-4C86-AD33-722562FBF114}" dt="2026-06-11T09:55:05.148" v="12093" actId="22"/>
          <ac:spMkLst>
            <pc:docMk/>
            <pc:sldMk cId="3738652498" sldId="2147377442"/>
            <ac:spMk id="55" creationId="{63F676FA-EB1E-CDF6-A169-D15A0D5A6912}"/>
          </ac:spMkLst>
        </pc:spChg>
        <pc:spChg chg="add">
          <ac:chgData name="Pat Chang" userId="66bf8e14-25f7-4337-92bb-3d6bd43785cb" providerId="ADAL" clId="{A23B7F98-5C86-4C86-AD33-722562FBF114}" dt="2026-06-11T09:55:05.148" v="12093" actId="22"/>
          <ac:spMkLst>
            <pc:docMk/>
            <pc:sldMk cId="3738652498" sldId="2147377442"/>
            <ac:spMk id="57" creationId="{C4F4E6FD-A084-7F31-13E7-A6EA10161FA7}"/>
          </ac:spMkLst>
        </pc:spChg>
        <pc:spChg chg="add">
          <ac:chgData name="Pat Chang" userId="66bf8e14-25f7-4337-92bb-3d6bd43785cb" providerId="ADAL" clId="{A23B7F98-5C86-4C86-AD33-722562FBF114}" dt="2026-06-11T09:55:05.148" v="12093" actId="22"/>
          <ac:spMkLst>
            <pc:docMk/>
            <pc:sldMk cId="3738652498" sldId="2147377442"/>
            <ac:spMk id="59" creationId="{0C4C8D28-C8C6-13DE-869A-AEB9DDF2A243}"/>
          </ac:spMkLst>
        </pc:spChg>
        <pc:spChg chg="add">
          <ac:chgData name="Pat Chang" userId="66bf8e14-25f7-4337-92bb-3d6bd43785cb" providerId="ADAL" clId="{A23B7F98-5C86-4C86-AD33-722562FBF114}" dt="2026-06-11T09:55:05.148" v="12093" actId="22"/>
          <ac:spMkLst>
            <pc:docMk/>
            <pc:sldMk cId="3738652498" sldId="2147377442"/>
            <ac:spMk id="61" creationId="{CC5ACC24-19AE-381F-C276-3B6EFF17CF42}"/>
          </ac:spMkLst>
        </pc:spChg>
        <pc:spChg chg="add mod">
          <ac:chgData name="Pat Chang" userId="66bf8e14-25f7-4337-92bb-3d6bd43785cb" providerId="ADAL" clId="{A23B7F98-5C86-4C86-AD33-722562FBF114}" dt="2026-06-11T09:55:18.937" v="12096" actId="108"/>
          <ac:spMkLst>
            <pc:docMk/>
            <pc:sldMk cId="3738652498" sldId="2147377442"/>
            <ac:spMk id="63" creationId="{A399533A-A1A5-CD16-0D5A-3DEC4270CF65}"/>
          </ac:spMkLst>
        </pc:spChg>
        <pc:spChg chg="add mod">
          <ac:chgData name="Pat Chang" userId="66bf8e14-25f7-4337-92bb-3d6bd43785cb" providerId="ADAL" clId="{A23B7F98-5C86-4C86-AD33-722562FBF114}" dt="2026-06-11T09:55:16.222" v="12095" actId="108"/>
          <ac:spMkLst>
            <pc:docMk/>
            <pc:sldMk cId="3738652498" sldId="2147377442"/>
            <ac:spMk id="65" creationId="{B2827F63-C25C-3BDA-9622-E971E1B8F8FB}"/>
          </ac:spMkLst>
        </pc:spChg>
        <pc:spChg chg="add del">
          <ac:chgData name="Pat Chang" userId="66bf8e14-25f7-4337-92bb-3d6bd43785cb" providerId="ADAL" clId="{A23B7F98-5C86-4C86-AD33-722562FBF114}" dt="2026-06-11T09:55:08.197" v="12094" actId="478"/>
          <ac:spMkLst>
            <pc:docMk/>
            <pc:sldMk cId="3738652498" sldId="2147377442"/>
            <ac:spMk id="67" creationId="{6665A592-4A8E-5267-6DE3-C1E234A5AF5C}"/>
          </ac:spMkLst>
        </pc:spChg>
        <pc:spChg chg="add del">
          <ac:chgData name="Pat Chang" userId="66bf8e14-25f7-4337-92bb-3d6bd43785cb" providerId="ADAL" clId="{A23B7F98-5C86-4C86-AD33-722562FBF114}" dt="2026-06-11T09:55:08.197" v="12094" actId="478"/>
          <ac:spMkLst>
            <pc:docMk/>
            <pc:sldMk cId="3738652498" sldId="2147377442"/>
            <ac:spMk id="69" creationId="{D4144043-2629-003C-4C4A-7D350444B862}"/>
          </ac:spMkLst>
        </pc:spChg>
        <pc:grpChg chg="mod">
          <ac:chgData name="Pat Chang" userId="66bf8e14-25f7-4337-92bb-3d6bd43785cb" providerId="ADAL" clId="{A23B7F98-5C86-4C86-AD33-722562FBF114}" dt="2026-06-11T09:55:28.338" v="12111" actId="1035"/>
          <ac:grpSpMkLst>
            <pc:docMk/>
            <pc:sldMk cId="3738652498" sldId="2147377442"/>
            <ac:grpSpMk id="53" creationId="{A74F0516-57EA-2BDC-C723-49ADAB982FB0}"/>
          </ac:grpSpMkLst>
        </pc:grpChg>
      </pc:sldChg>
      <pc:sldChg chg="addSp delSp modSp add mod">
        <pc:chgData name="Pat Chang" userId="66bf8e14-25f7-4337-92bb-3d6bd43785cb" providerId="ADAL" clId="{A23B7F98-5C86-4C86-AD33-722562FBF114}" dt="2026-06-11T09:56:29.177" v="12137" actId="108"/>
        <pc:sldMkLst>
          <pc:docMk/>
          <pc:sldMk cId="248019531" sldId="2147377443"/>
        </pc:sldMkLst>
        <pc:spChg chg="del">
          <ac:chgData name="Pat Chang" userId="66bf8e14-25f7-4337-92bb-3d6bd43785cb" providerId="ADAL" clId="{A23B7F98-5C86-4C86-AD33-722562FBF114}" dt="2026-06-11T09:56:22.252" v="12134" actId="478"/>
          <ac:spMkLst>
            <pc:docMk/>
            <pc:sldMk cId="248019531" sldId="2147377443"/>
            <ac:spMk id="4" creationId="{4AED011D-10A6-DF8D-D6AF-D270732F8A37}"/>
          </ac:spMkLst>
        </pc:spChg>
        <pc:spChg chg="mod">
          <ac:chgData name="Pat Chang" userId="66bf8e14-25f7-4337-92bb-3d6bd43785cb" providerId="ADAL" clId="{A23B7F98-5C86-4C86-AD33-722562FBF114}" dt="2026-06-11T09:56:14.799" v="12132" actId="20577"/>
          <ac:spMkLst>
            <pc:docMk/>
            <pc:sldMk cId="248019531" sldId="2147377443"/>
            <ac:spMk id="5" creationId="{EAE83DCC-DF37-5B66-8749-BB842E083305}"/>
          </ac:spMkLst>
        </pc:spChg>
        <pc:spChg chg="del">
          <ac:chgData name="Pat Chang" userId="66bf8e14-25f7-4337-92bb-3d6bd43785cb" providerId="ADAL" clId="{A23B7F98-5C86-4C86-AD33-722562FBF114}" dt="2026-06-11T09:56:21.695" v="12133" actId="478"/>
          <ac:spMkLst>
            <pc:docMk/>
            <pc:sldMk cId="248019531" sldId="2147377443"/>
            <ac:spMk id="10" creationId="{02CCD13E-A09B-E9F6-5C69-16EC343275D3}"/>
          </ac:spMkLst>
        </pc:spChg>
        <pc:spChg chg="add">
          <ac:chgData name="Pat Chang" userId="66bf8e14-25f7-4337-92bb-3d6bd43785cb" providerId="ADAL" clId="{A23B7F98-5C86-4C86-AD33-722562FBF114}" dt="2026-06-11T09:56:23.253" v="12135" actId="22"/>
          <ac:spMkLst>
            <pc:docMk/>
            <pc:sldMk cId="248019531" sldId="2147377443"/>
            <ac:spMk id="11" creationId="{33F50818-7F90-C63F-235E-A61F2198F29D}"/>
          </ac:spMkLst>
        </pc:spChg>
        <pc:spChg chg="add mod">
          <ac:chgData name="Pat Chang" userId="66bf8e14-25f7-4337-92bb-3d6bd43785cb" providerId="ADAL" clId="{A23B7F98-5C86-4C86-AD33-722562FBF114}" dt="2026-06-11T09:56:29.177" v="12137" actId="108"/>
          <ac:spMkLst>
            <pc:docMk/>
            <pc:sldMk cId="248019531" sldId="2147377443"/>
            <ac:spMk id="13" creationId="{183EDA8A-D16E-61DF-7984-D2A797F312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721A9-2065-4F8B-9727-BC5A25A0748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E1DBE-28C9-413B-81CB-483913CE47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9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9B81-164D-CEE9-6B1B-3B3383ED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F2A2BC-2AD1-9F03-7E7C-3561E9154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7B8FBE-86CB-E195-AADE-592A2147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6B5CCD-D526-D6B9-40B8-01A0EA459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645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37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C3D4-76C6-C979-5D6B-37B94116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5B5649-DD10-0C01-88A6-9E099C75F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9ABD95A-E92A-18D4-B6A3-5B49D6E14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9C4983-CBAF-2DC7-EDB3-B2B367CDF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678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140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05288" y="1006860"/>
            <a:ext cx="9381423" cy="17074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5288" y="3236278"/>
            <a:ext cx="9307630" cy="10084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11D1-3E27-4F91-B2C0-8784262D1050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81" y="6268482"/>
            <a:ext cx="2492372" cy="4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7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590" cy="684698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7537" y="1787125"/>
            <a:ext cx="10006262" cy="4351338"/>
          </a:xfrm>
        </p:spPr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053360" y="6356350"/>
            <a:ext cx="2743200" cy="365125"/>
          </a:xfrm>
        </p:spPr>
        <p:txBody>
          <a:bodyPr/>
          <a:lstStyle>
            <a:lvl1pPr>
              <a:defRPr sz="1400"/>
            </a:lvl1pPr>
          </a:lstStyle>
          <a:p>
            <a:fld id="{1F1CBCEC-EDD7-42DC-9748-7A4B88136F3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8119" y="6602939"/>
            <a:ext cx="596766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2025©</a:t>
            </a:r>
            <a:r>
              <a:rPr lang="zh-TW" altLang="en-US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數位轉型研究院 </a:t>
            </a:r>
            <a:r>
              <a:rPr lang="en-US" altLang="zh-TW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Transformation Research Institute</a:t>
            </a: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878" y="185738"/>
            <a:ext cx="1008946" cy="78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954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11D1-3E27-4F91-B2C0-8784262D1050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/>
          <p:cNvSpPr txBox="1"/>
          <p:nvPr userDrawn="1"/>
        </p:nvSpPr>
        <p:spPr>
          <a:xfrm>
            <a:off x="3561347" y="2733572"/>
            <a:ext cx="5020377" cy="126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3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endParaRPr kumimoji="0" lang="zh-TW" altLang="en-US" sz="7593" b="0" i="0" u="none" strike="noStrike" kern="1200" cap="none" spc="0" normalizeH="0" baseline="0" noProof="0" err="1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0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611D1-3E27-4F91-B2C0-8784262D1050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7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97600" y="2402663"/>
            <a:ext cx="9309411" cy="1135955"/>
          </a:xfrm>
        </p:spPr>
        <p:txBody>
          <a:bodyPr anchor="ctr">
            <a:normAutofit/>
          </a:bodyPr>
          <a:lstStyle/>
          <a:p>
            <a:pPr algn="l"/>
            <a:r>
              <a:rPr lang="zh-TW" sz="5400" b="1" noProof="1">
                <a:solidFill>
                  <a:schemeClr val="accent6">
                    <a:lumMod val="50000"/>
                  </a:schemeClr>
                </a:solidFill>
              </a:rPr>
              <a:t>資服產業資料庫 執行進度</a:t>
            </a: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F1FB69DB-50A2-2936-3B0C-88A81561F68C}"/>
              </a:ext>
            </a:extLst>
          </p:cNvPr>
          <p:cNvSpPr txBox="1">
            <a:spLocks/>
          </p:cNvSpPr>
          <p:nvPr/>
        </p:nvSpPr>
        <p:spPr>
          <a:xfrm>
            <a:off x="1697601" y="3415617"/>
            <a:ext cx="5155380" cy="564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TW" sz="2400" b="1" noProof="1"/>
              <a:t>資策會 數位轉型研究院      </a:t>
            </a:r>
            <a:endParaRPr lang="zh-TW" sz="2400" noProof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7234D-F8BE-6BCF-3E18-60E7A80A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5848" y="3576663"/>
            <a:ext cx="2743200" cy="365125"/>
          </a:xfrm>
        </p:spPr>
        <p:txBody>
          <a:bodyPr/>
          <a:lstStyle/>
          <a:p>
            <a:fld id="{4CFE86E1-FD3C-4959-86C6-268E30F837A1}" type="datetime1">
              <a:rPr lang="zh-TW" sz="2400" noProof="1" smtClean="0">
                <a:solidFill>
                  <a:schemeClr val="tx1"/>
                </a:solidFill>
              </a:rPr>
              <a:t>2026/6/11</a:t>
            </a:fld>
            <a:endParaRPr lang="zh-TW" sz="24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24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71C2-FAD2-A737-5044-B87A8AFE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9D252920-F027-2EBA-7ED9-2E131D8D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總綱</a:t>
            </a:r>
            <a:endParaRPr lang="zh-TW" b="1" noProof="1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030CD3E3-753A-A120-FDEE-B353978F8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537" y="1787125"/>
            <a:ext cx="10006262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前言：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開發動機與發展目標</a:t>
            </a:r>
            <a:endParaRPr lang="en-US" altLang="ja-JP" sz="3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建置：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建置成果、上線功能</a:t>
            </a:r>
            <a:endParaRPr lang="en-US" altLang="ja-JP" sz="3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3200">
                <a:latin typeface="微軟正黑體" panose="020B0604030504040204" pitchFamily="34" charset="-120"/>
              </a:rPr>
              <a:t>5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個階段・</a:t>
            </a:r>
            <a:r>
              <a:rPr lang="en-US" altLang="zh-TW" sz="3200">
                <a:latin typeface="微軟正黑體" panose="020B0604030504040204" pitchFamily="34" charset="-120"/>
              </a:rPr>
              <a:t>7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個軌道</a:t>
            </a:r>
            <a:endParaRPr lang="en-US" altLang="ja-JP" sz="3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測試：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自動化腳本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輪迭代</a:t>
            </a:r>
            <a:endParaRPr lang="en-US" altLang="ja-JP" sz="3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檢驗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資料評分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自我檢視</a:t>
            </a:r>
            <a:endParaRPr lang="en-US" altLang="ja-JP" sz="3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資料庫欄位說明</a:t>
            </a:r>
          </a:p>
        </p:txBody>
      </p:sp>
    </p:spTree>
    <p:extLst>
      <p:ext uri="{BB962C8B-B14F-4D97-AF65-F5344CB8AC3E}">
        <p14:creationId xmlns:p14="http://schemas.microsoft.com/office/powerpoint/2010/main" val="425422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FF977-2E63-CEF0-95D9-2CC71397B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0C37FA75-AF0C-068D-83AD-EDDD232E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前言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AC99481-A830-6387-C841-9BF2D8D00976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3205013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開發動機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發展目標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5BBB75F6-601B-5723-5A63-B938B886AB1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57710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86FD-E470-A788-F986-624F56E0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8196E27-41ED-5A32-76D6-EF0E7DF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開發動機</a:t>
            </a:r>
            <a:endParaRPr lang="zh-TW" b="1" noProof="1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DC763DC0-057F-8A50-BAE0-CAA4205E4020}"/>
              </a:ext>
            </a:extLst>
          </p:cNvPr>
          <p:cNvGrpSpPr/>
          <p:nvPr/>
        </p:nvGrpSpPr>
        <p:grpSpPr>
          <a:xfrm>
            <a:off x="6203482" y="1454150"/>
            <a:ext cx="5745477" cy="5267325"/>
            <a:chOff x="6203482" y="1454150"/>
            <a:chExt cx="5745477" cy="5267325"/>
          </a:xfrm>
        </p:grpSpPr>
        <p:sp>
          <p:nvSpPr>
            <p:cNvPr id="54" name="Shape 0">
              <a:extLst>
                <a:ext uri="{FF2B5EF4-FFF2-40B4-BE49-F238E27FC236}">
                  <a16:creationId xmlns:a16="http://schemas.microsoft.com/office/drawing/2014/main" id="{741C8DC4-4B3C-3DF4-D7A7-737D0C552271}"/>
                </a:ext>
              </a:extLst>
            </p:cNvPr>
            <p:cNvSpPr>
              <a:spLocks/>
            </p:cNvSpPr>
            <p:nvPr/>
          </p:nvSpPr>
          <p:spPr>
            <a:xfrm>
              <a:off x="6203482" y="1454150"/>
              <a:ext cx="5745477" cy="5054600"/>
            </a:xfrm>
            <a:prstGeom prst="rect">
              <a:avLst/>
            </a:prstGeom>
            <a:solidFill>
              <a:srgbClr val="F0F4FF"/>
            </a:solidFill>
            <a:ln w="12700">
              <a:solidFill>
                <a:srgbClr val="F0F4FF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" name="投影片編號版面配置區 3">
              <a:extLst>
                <a:ext uri="{FF2B5EF4-FFF2-40B4-BE49-F238E27FC236}">
                  <a16:creationId xmlns:a16="http://schemas.microsoft.com/office/drawing/2014/main" id="{ADC33FE7-144B-A100-6B33-7C2CA15E65F2}"/>
                </a:ext>
              </a:extLst>
            </p:cNvPr>
            <p:cNvSpPr>
              <a:spLocks noGrp="1"/>
            </p:cNvSpPr>
            <p:nvPr>
              <p:ph type="sldNum" sz="quarter" idx="12"/>
            </p:nvPr>
          </p:nvSpPr>
          <p:spPr>
            <a:xfrm>
              <a:off x="9053360" y="6356350"/>
              <a:ext cx="2743200" cy="365125"/>
            </a:xfrm>
          </p:spPr>
          <p:txBody>
            <a:bodyPr/>
            <a:lstStyle/>
            <a:p>
              <a:fld id="{1F1CBCEC-EDD7-42DC-9748-7A4B88136F35}" type="slidenum">
                <a:rPr lang="en-US" altLang="zh-TW" noProof="1" smtClean="0"/>
                <a:pPr/>
                <a:t>3</a:t>
              </a:fld>
              <a:endParaRPr lang="zh-TW" noProof="1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C44A7DD8-5F4C-3C07-8E6E-3C38CB344AC5}"/>
                </a:ext>
              </a:extLst>
            </p:cNvPr>
            <p:cNvSpPr>
              <a:spLocks/>
            </p:cNvSpPr>
            <p:nvPr/>
          </p:nvSpPr>
          <p:spPr>
            <a:xfrm>
              <a:off x="6462564" y="167005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TW" sz="2000" b="1" noProof="1">
                  <a:solidFill>
                    <a:srgbClr val="1E2761"/>
                  </a:solidFill>
                </a:rPr>
                <a:t>資料來源</a:t>
              </a:r>
              <a:endParaRPr lang="zh-TW" sz="2000" noProof="1"/>
            </a:p>
          </p:txBody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84A05A80-7D7A-5E3D-C675-A60E0882E1D0}"/>
                </a:ext>
              </a:extLst>
            </p:cNvPr>
            <p:cNvSpPr>
              <a:spLocks/>
            </p:cNvSpPr>
            <p:nvPr/>
          </p:nvSpPr>
          <p:spPr>
            <a:xfrm>
              <a:off x="6325403" y="2230120"/>
              <a:ext cx="5229725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4A167445-6F08-E92E-E4A0-F45FCDD8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2564" y="2490002"/>
              <a:ext cx="320040" cy="320040"/>
            </a:xfrm>
            <a:prstGeom prst="rect">
              <a:avLst/>
            </a:prstGeom>
          </p:spPr>
        </p:pic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55C4C9E5-1591-8025-1E1F-842D20E708FC}"/>
                </a:ext>
              </a:extLst>
            </p:cNvPr>
            <p:cNvSpPr>
              <a:spLocks/>
            </p:cNvSpPr>
            <p:nvPr/>
          </p:nvSpPr>
          <p:spPr>
            <a:xfrm>
              <a:off x="6874044" y="240914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執行中專案(需要其他夥伴共襄盛舉)</a:t>
              </a:r>
              <a:endParaRPr lang="zh-TW" sz="1400" noProof="1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0C4EADC0-8FBB-9EC9-DDC4-2C65F61F4C99}"/>
                </a:ext>
              </a:extLst>
            </p:cNvPr>
            <p:cNvSpPr>
              <a:spLocks/>
            </p:cNvSpPr>
            <p:nvPr/>
          </p:nvSpPr>
          <p:spPr>
            <a:xfrm>
              <a:off x="6874043" y="2623312"/>
              <a:ext cx="41768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數產署臺灣雲市集、中企署新創嚴選</a:t>
              </a:r>
              <a:endParaRPr lang="zh-TW" sz="1500" b="1" noProof="1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08867B5D-0952-1A86-27A6-5BB052CC1E2E}"/>
                </a:ext>
              </a:extLst>
            </p:cNvPr>
            <p:cNvSpPr>
              <a:spLocks/>
            </p:cNvSpPr>
            <p:nvPr/>
          </p:nvSpPr>
          <p:spPr>
            <a:xfrm>
              <a:off x="6325403" y="3235960"/>
              <a:ext cx="5229725" cy="822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26" name="Image 1" descr="preencoded.png">
              <a:extLst>
                <a:ext uri="{FF2B5EF4-FFF2-40B4-BE49-F238E27FC236}">
                  <a16:creationId xmlns:a16="http://schemas.microsoft.com/office/drawing/2014/main" id="{B4DCFA37-75CA-5F57-C8EF-39CF23056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2564" y="3495842"/>
              <a:ext cx="320040" cy="320040"/>
            </a:xfrm>
            <a:prstGeom prst="rect">
              <a:avLst/>
            </a:prstGeom>
          </p:spPr>
        </p:pic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9A789E7-CAF1-7F11-7773-D400E790243A}"/>
                </a:ext>
              </a:extLst>
            </p:cNvPr>
            <p:cNvSpPr>
              <a:spLocks/>
            </p:cNvSpPr>
            <p:nvPr/>
          </p:nvSpPr>
          <p:spPr>
            <a:xfrm>
              <a:off x="6874044" y="341498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市場公開資訊</a:t>
              </a:r>
              <a:endParaRPr lang="zh-TW" sz="1400" noProof="1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E4111F50-FF1B-AAEF-FC68-90708D53E46E}"/>
                </a:ext>
              </a:extLst>
            </p:cNvPr>
            <p:cNvSpPr>
              <a:spLocks/>
            </p:cNvSpPr>
            <p:nvPr/>
          </p:nvSpPr>
          <p:spPr>
            <a:xfrm>
              <a:off x="6874043" y="3629152"/>
              <a:ext cx="447975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企業官網、企業新聞稿、台灣公司網、財政部</a:t>
              </a:r>
              <a:endParaRPr lang="zh-TW" sz="1500" noProof="1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4EE411E8-5971-A391-1336-91AA272D4DD9}"/>
                </a:ext>
              </a:extLst>
            </p:cNvPr>
            <p:cNvSpPr>
              <a:spLocks/>
            </p:cNvSpPr>
            <p:nvPr/>
          </p:nvSpPr>
          <p:spPr>
            <a:xfrm>
              <a:off x="6325403" y="4241800"/>
              <a:ext cx="5229725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30" name="Image 2" descr="preencoded.png">
              <a:extLst>
                <a:ext uri="{FF2B5EF4-FFF2-40B4-BE49-F238E27FC236}">
                  <a16:creationId xmlns:a16="http://schemas.microsoft.com/office/drawing/2014/main" id="{BF884466-7CB1-65DB-FFF7-7B2C2DB37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2564" y="4501682"/>
              <a:ext cx="320040" cy="320040"/>
            </a:xfrm>
            <a:prstGeom prst="rect">
              <a:avLst/>
            </a:prstGeom>
          </p:spPr>
        </p:pic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E390D5F2-191A-1E10-89E3-808190844262}"/>
                </a:ext>
              </a:extLst>
            </p:cNvPr>
            <p:cNvSpPr>
              <a:spLocks/>
            </p:cNvSpPr>
            <p:nvPr/>
          </p:nvSpPr>
          <p:spPr>
            <a:xfrm>
              <a:off x="6874044" y="442082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/>
                <a:t>其他計畫平台</a:t>
              </a:r>
            </a:p>
          </p:txBody>
        </p:sp>
        <p:sp>
          <p:nvSpPr>
            <p:cNvPr id="45" name="Text 24">
              <a:extLst>
                <a:ext uri="{FF2B5EF4-FFF2-40B4-BE49-F238E27FC236}">
                  <a16:creationId xmlns:a16="http://schemas.microsoft.com/office/drawing/2014/main" id="{546D9180-1D50-7667-06AE-3D640F5E5A5B}"/>
                </a:ext>
              </a:extLst>
            </p:cNvPr>
            <p:cNvSpPr>
              <a:spLocks/>
            </p:cNvSpPr>
            <p:nvPr/>
          </p:nvSpPr>
          <p:spPr>
            <a:xfrm>
              <a:off x="6874044" y="4625847"/>
              <a:ext cx="4479754" cy="409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經濟部商發署/中企署/產發署、農業部等</a:t>
              </a:r>
              <a:endParaRPr lang="zh-TW" sz="1500" noProof="1"/>
            </a:p>
          </p:txBody>
        </p:sp>
        <p:sp>
          <p:nvSpPr>
            <p:cNvPr id="46" name="Shape 25">
              <a:extLst>
                <a:ext uri="{FF2B5EF4-FFF2-40B4-BE49-F238E27FC236}">
                  <a16:creationId xmlns:a16="http://schemas.microsoft.com/office/drawing/2014/main" id="{257D0D4E-14E9-C12F-BE26-9A962712E642}"/>
                </a:ext>
              </a:extLst>
            </p:cNvPr>
            <p:cNvSpPr>
              <a:spLocks/>
            </p:cNvSpPr>
            <p:nvPr/>
          </p:nvSpPr>
          <p:spPr>
            <a:xfrm>
              <a:off x="6325403" y="5247640"/>
              <a:ext cx="5229725" cy="822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47" name="Image 3" descr="preencoded.png">
              <a:extLst>
                <a:ext uri="{FF2B5EF4-FFF2-40B4-BE49-F238E27FC236}">
                  <a16:creationId xmlns:a16="http://schemas.microsoft.com/office/drawing/2014/main" id="{B4565D4C-7E77-2BB1-1203-515D44EFE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62564" y="5507522"/>
              <a:ext cx="320040" cy="320040"/>
            </a:xfrm>
            <a:prstGeom prst="rect">
              <a:avLst/>
            </a:prstGeom>
          </p:spPr>
        </p:pic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A2E889D6-93A8-DBB7-AF45-82F00B0E5E3A}"/>
                </a:ext>
              </a:extLst>
            </p:cNvPr>
            <p:cNvSpPr>
              <a:spLocks/>
            </p:cNvSpPr>
            <p:nvPr/>
          </p:nvSpPr>
          <p:spPr>
            <a:xfrm>
              <a:off x="6874044" y="542666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蒐集方式</a:t>
              </a:r>
              <a:endParaRPr lang="zh-TW" sz="1400" noProof="1"/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07FBBBC6-950E-360B-C48F-E7EAA09B2E61}"/>
                </a:ext>
              </a:extLst>
            </p:cNvPr>
            <p:cNvSpPr>
              <a:spLocks/>
            </p:cNvSpPr>
            <p:nvPr/>
          </p:nvSpPr>
          <p:spPr>
            <a:xfrm>
              <a:off x="6874044" y="5631688"/>
              <a:ext cx="34747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網路爬蟲 + 人工蒐整 + AI Search等 </a:t>
              </a:r>
              <a:endParaRPr lang="zh-TW" sz="1500" noProof="1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309E9C3-31CB-8207-CD3D-81F9E29C8B90}"/>
              </a:ext>
            </a:extLst>
          </p:cNvPr>
          <p:cNvGrpSpPr/>
          <p:nvPr/>
        </p:nvGrpSpPr>
        <p:grpSpPr>
          <a:xfrm>
            <a:off x="249461" y="1454150"/>
            <a:ext cx="5745477" cy="5054600"/>
            <a:chOff x="249461" y="1454150"/>
            <a:chExt cx="5745477" cy="5054600"/>
          </a:xfrm>
        </p:grpSpPr>
        <p:sp>
          <p:nvSpPr>
            <p:cNvPr id="7" name="Shape 0">
              <a:extLst>
                <a:ext uri="{FF2B5EF4-FFF2-40B4-BE49-F238E27FC236}">
                  <a16:creationId xmlns:a16="http://schemas.microsoft.com/office/drawing/2014/main" id="{3E798743-594E-EAC0-4714-35B73E4BEC91}"/>
                </a:ext>
              </a:extLst>
            </p:cNvPr>
            <p:cNvSpPr/>
            <p:nvPr/>
          </p:nvSpPr>
          <p:spPr>
            <a:xfrm>
              <a:off x="249461" y="1454150"/>
              <a:ext cx="5745477" cy="50546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F0F4FF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" name="Shape 16">
              <a:extLst>
                <a:ext uri="{FF2B5EF4-FFF2-40B4-BE49-F238E27FC236}">
                  <a16:creationId xmlns:a16="http://schemas.microsoft.com/office/drawing/2014/main" id="{1C5AF511-A8D5-0570-8786-3320C8C74779}"/>
                </a:ext>
              </a:extLst>
            </p:cNvPr>
            <p:cNvSpPr/>
            <p:nvPr/>
          </p:nvSpPr>
          <p:spPr>
            <a:xfrm>
              <a:off x="507336" y="1670051"/>
              <a:ext cx="5229725" cy="46545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04AD741A-9DF2-9053-4478-7C09E24E7D63}"/>
                </a:ext>
              </a:extLst>
            </p:cNvPr>
            <p:cNvSpPr/>
            <p:nvPr/>
          </p:nvSpPr>
          <p:spPr>
            <a:xfrm>
              <a:off x="636872" y="2063477"/>
              <a:ext cx="4912236" cy="360406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sz="24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起因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產業資料用過就封存，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缺乏永續利用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純人力維護資料但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維護成本高難以持久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資料雜亂缺乏整理，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需要ETL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sz="24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目的 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成為本中心顧問後援，</a:t>
              </a:r>
              <a:r>
                <a:rPr lang="zh-TW" b="1" u="sng" noProof="1">
                  <a:latin typeface="Calibri" pitchFamily="34" charset="0"/>
                  <a:cs typeface="Calibri" pitchFamily="34" charset="-120"/>
                </a:rPr>
                <a:t>特有資產護城河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cs typeface="Calibri" pitchFamily="34" charset="-120"/>
                </a:rPr>
                <a:t>滿足各界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「茶來伸手」的資料索取需求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未來各項政府提案的</a:t>
              </a:r>
              <a:r>
                <a:rPr lang="zh-TW" b="1" u="sng" noProof="1">
                  <a:latin typeface="Calibri" pitchFamily="34" charset="0"/>
                  <a:cs typeface="Calibri" pitchFamily="34" charset="-120"/>
                </a:rPr>
                <a:t>重要切入價值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55" name="Rectangle 54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前言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5" name="Rectangle 55">
            <a:extLst>
              <a:ext uri="{FF2B5EF4-FFF2-40B4-BE49-F238E27FC236}">
                <a16:creationId xmlns:a16="http://schemas.microsoft.com/office/drawing/2014/main" id="{18A842C0-5E2E-FA46-C701-1693DC85D09E}"/>
              </a:ext>
            </a:extLst>
          </p:cNvPr>
          <p:cNvSpPr/>
          <p:nvPr/>
        </p:nvSpPr>
        <p:spPr>
          <a:xfrm>
            <a:off x="249461" y="268281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開發動機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2" name="Rectangle 55">
            <a:extLst>
              <a:ext uri="{FF2B5EF4-FFF2-40B4-BE49-F238E27FC236}">
                <a16:creationId xmlns:a16="http://schemas.microsoft.com/office/drawing/2014/main" id="{0ED2890F-4C7D-75DE-0603-06EF046C2F3E}"/>
              </a:ext>
            </a:extLst>
          </p:cNvPr>
          <p:cNvSpPr/>
          <p:nvPr/>
        </p:nvSpPr>
        <p:spPr>
          <a:xfrm>
            <a:off x="1207318" y="265951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發展目標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1" name="Rectangle 78">
            <a:extLst>
              <a:ext uri="{FF2B5EF4-FFF2-40B4-BE49-F238E27FC236}">
                <a16:creationId xmlns:a16="http://schemas.microsoft.com/office/drawing/2014/main" id="{52B1D7C0-E92F-A8FF-23DB-AD8243F394E2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4775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6E43BB1-8156-5F77-2CE2-B5FE1C549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發展目標</a:t>
            </a:r>
            <a:endParaRPr lang="en-US" altLang="zh-TW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C1E3F1E2-6F84-9052-EBE6-00CF07BB2E7A}"/>
              </a:ext>
            </a:extLst>
          </p:cNvPr>
          <p:cNvGrpSpPr/>
          <p:nvPr/>
        </p:nvGrpSpPr>
        <p:grpSpPr>
          <a:xfrm>
            <a:off x="4310900" y="1579981"/>
            <a:ext cx="3570200" cy="3953577"/>
            <a:chOff x="549011" y="1552073"/>
            <a:chExt cx="3570200" cy="3953577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AD443EB8-A495-D8CB-650D-4C69EFA8E140}"/>
                </a:ext>
              </a:extLst>
            </p:cNvPr>
            <p:cNvSpPr/>
            <p:nvPr/>
          </p:nvSpPr>
          <p:spPr>
            <a:xfrm>
              <a:off x="549011" y="1552073"/>
              <a:ext cx="3570200" cy="3953577"/>
            </a:xfrm>
            <a:prstGeom prst="roundRect">
              <a:avLst>
                <a:gd name="adj" fmla="val 2349"/>
              </a:avLst>
            </a:prstGeom>
            <a:solidFill>
              <a:srgbClr val="F4FAF9"/>
            </a:solidFill>
            <a:ln w="1270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4F250D47-1194-9CD5-9A24-D2B96EC20C21}"/>
                </a:ext>
              </a:extLst>
            </p:cNvPr>
            <p:cNvSpPr/>
            <p:nvPr/>
          </p:nvSpPr>
          <p:spPr>
            <a:xfrm>
              <a:off x="728719" y="1743762"/>
              <a:ext cx="3210784" cy="479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顧問現場即戰力</a:t>
              </a:r>
              <a:endParaRPr lang="en-US" sz="28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FA32581C-FD02-C2A7-A98C-15A56DC4A200}"/>
                </a:ext>
              </a:extLst>
            </p:cNvPr>
            <p:cNvSpPr/>
            <p:nvPr/>
          </p:nvSpPr>
          <p:spPr>
            <a:xfrm>
              <a:off x="764661" y="2366749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提問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「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餐飲業缺工怎麼辦」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語意搜尋秒回候選方案</a:t>
              </a:r>
              <a:endParaRPr lang="en-US" sz="140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41C6807E-5788-F3CD-A0A6-F132E37150A6}"/>
                </a:ext>
              </a:extLst>
            </p:cNvPr>
            <p:cNvSpPr/>
            <p:nvPr/>
          </p:nvSpPr>
          <p:spPr>
            <a:xfrm>
              <a:off x="764661" y="3385095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診斷工具 4 步驟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自動推薦 20 筆適配方案</a:t>
              </a:r>
              <a:endParaRPr lang="en-US" sz="1400" dirty="0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DB86C379-A8BC-2654-0C1C-AD90BE6DF172}"/>
                </a:ext>
              </a:extLst>
            </p:cNvPr>
            <p:cNvSpPr/>
            <p:nvPr/>
          </p:nvSpPr>
          <p:spPr>
            <a:xfrm>
              <a:off x="764661" y="4403441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捉對比較＋AI 摘要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現場即時佐證建議</a:t>
              </a:r>
              <a:endParaRPr lang="en-US" sz="1400" dirty="0"/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E2669DA2-ECB7-425A-DFF2-6BE075A04EAA}"/>
              </a:ext>
            </a:extLst>
          </p:cNvPr>
          <p:cNvGrpSpPr/>
          <p:nvPr/>
        </p:nvGrpSpPr>
        <p:grpSpPr>
          <a:xfrm>
            <a:off x="549012" y="1579981"/>
            <a:ext cx="3570200" cy="3953577"/>
            <a:chOff x="4310900" y="1552073"/>
            <a:chExt cx="3570200" cy="3953577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7D9ECCAC-1C81-C27E-8C45-6C8BF390E0F1}"/>
                </a:ext>
              </a:extLst>
            </p:cNvPr>
            <p:cNvSpPr/>
            <p:nvPr/>
          </p:nvSpPr>
          <p:spPr>
            <a:xfrm>
              <a:off x="4310900" y="1552073"/>
              <a:ext cx="3570200" cy="3953577"/>
            </a:xfrm>
            <a:prstGeom prst="roundRect">
              <a:avLst>
                <a:gd name="adj" fmla="val 2349"/>
              </a:avLst>
            </a:prstGeom>
            <a:solidFill>
              <a:srgbClr val="FBF5E8"/>
            </a:solidFill>
            <a:ln w="1270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83E51881-86B3-A27F-779A-E67E156BEFC7}"/>
                </a:ext>
              </a:extLst>
            </p:cNvPr>
            <p:cNvSpPr/>
            <p:nvPr/>
          </p:nvSpPr>
          <p:spPr>
            <a:xfrm>
              <a:off x="4490608" y="1743762"/>
              <a:ext cx="3210784" cy="479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歷史</a:t>
              </a: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經驗資產化</a:t>
              </a:r>
              <a:endParaRPr lang="en-US" sz="2800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48428E19-D5F6-EA3B-A3F7-1717B7F94F52}"/>
                </a:ext>
              </a:extLst>
            </p:cNvPr>
            <p:cNvSpPr/>
            <p:nvPr/>
          </p:nvSpPr>
          <p:spPr>
            <a:xfrm>
              <a:off x="4526549" y="2366749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過去執行經驗結構化保存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不再用過即封存</a:t>
              </a:r>
              <a:endParaRPr lang="en-US" sz="14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B4B677B1-496F-EF4A-1274-03ED3C38927A}"/>
                </a:ext>
              </a:extLst>
            </p:cNvPr>
            <p:cNvSpPr/>
            <p:nvPr/>
          </p:nvSpPr>
          <p:spPr>
            <a:xfrm>
              <a:off x="4526549" y="3385095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缺口分析矩陣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支撐新計畫提案切入點</a:t>
              </a:r>
              <a:endParaRPr lang="en-US" sz="1400" dirty="0"/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3E36EA3C-1442-85B4-E488-52AD0BBD3D8C}"/>
                </a:ext>
              </a:extLst>
            </p:cNvPr>
            <p:cNvSpPr/>
            <p:nvPr/>
          </p:nvSpPr>
          <p:spPr>
            <a:xfrm>
              <a:off x="4526549" y="4403441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競爭態勢圖譜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廠商評選的數據佐證</a:t>
              </a:r>
              <a:endParaRPr lang="en-US" sz="1400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09B5BF9A-C527-54FB-070D-30CC6118E62D}"/>
              </a:ext>
            </a:extLst>
          </p:cNvPr>
          <p:cNvGrpSpPr/>
          <p:nvPr/>
        </p:nvGrpSpPr>
        <p:grpSpPr>
          <a:xfrm>
            <a:off x="8072788" y="1552073"/>
            <a:ext cx="3570200" cy="3953577"/>
            <a:chOff x="8072788" y="1552073"/>
            <a:chExt cx="3570200" cy="3953577"/>
          </a:xfrm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5D0F14EF-6409-FF56-683D-659777C87568}"/>
                </a:ext>
              </a:extLst>
            </p:cNvPr>
            <p:cNvSpPr/>
            <p:nvPr/>
          </p:nvSpPr>
          <p:spPr>
            <a:xfrm>
              <a:off x="8072788" y="1552073"/>
              <a:ext cx="3570200" cy="3953577"/>
            </a:xfrm>
            <a:prstGeom prst="roundRect">
              <a:avLst>
                <a:gd name="adj" fmla="val 2349"/>
              </a:avLst>
            </a:prstGeom>
            <a:solidFill>
              <a:srgbClr val="FBF0ED"/>
            </a:solidFill>
            <a:ln w="1270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B214D47C-9825-C719-6F21-9B6FC904BE44}"/>
                </a:ext>
              </a:extLst>
            </p:cNvPr>
            <p:cNvSpPr/>
            <p:nvPr/>
          </p:nvSpPr>
          <p:spPr>
            <a:xfrm>
              <a:off x="8252496" y="1743762"/>
              <a:ext cx="3210784" cy="479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政策智庫</a:t>
              </a: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潛在價值</a:t>
              </a:r>
              <a:endParaRPr lang="en-US" sz="28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8DB86698-133B-1C1D-64B7-7B40070133A1}"/>
                </a:ext>
              </a:extLst>
            </p:cNvPr>
            <p:cNvSpPr/>
            <p:nvPr/>
          </p:nvSpPr>
          <p:spPr>
            <a:xfrm>
              <a:off x="8288438" y="2366749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政策質詢即時回應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產業數據隨查隨答</a:t>
              </a:r>
              <a:endParaRPr lang="en-US" sz="1400" dirty="0"/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FB8977E7-4492-D877-88DB-8D2DB33ECFFB}"/>
                </a:ext>
              </a:extLst>
            </p:cNvPr>
            <p:cNvSpPr/>
            <p:nvPr/>
          </p:nvSpPr>
          <p:spPr>
            <a:xfrm>
              <a:off x="8288438" y="3385095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2,322 筆方案全景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資服產業版圖一手掌握</a:t>
              </a:r>
              <a:endParaRPr lang="en-US" sz="14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D0440D45-8460-8650-A5A5-C701C13CBA1B}"/>
                </a:ext>
              </a:extLst>
            </p:cNvPr>
            <p:cNvSpPr/>
            <p:nvPr/>
          </p:nvSpPr>
          <p:spPr>
            <a:xfrm>
              <a:off x="8288438" y="4403441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跨組共用資產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本中心特有護城河</a:t>
              </a:r>
              <a:endParaRPr lang="en-US" sz="1400" dirty="0"/>
            </a:p>
          </p:txBody>
        </p:sp>
      </p:grpSp>
      <p:sp>
        <p:nvSpPr>
          <p:cNvPr id="40" name="Shape 17">
            <a:extLst>
              <a:ext uri="{FF2B5EF4-FFF2-40B4-BE49-F238E27FC236}">
                <a16:creationId xmlns:a16="http://schemas.microsoft.com/office/drawing/2014/main" id="{DA378E28-3AEE-53B3-A738-E819C0045E1F}"/>
              </a:ext>
            </a:extLst>
          </p:cNvPr>
          <p:cNvSpPr/>
          <p:nvPr/>
        </p:nvSpPr>
        <p:spPr>
          <a:xfrm>
            <a:off x="549012" y="5691928"/>
            <a:ext cx="2184564" cy="713232"/>
          </a:xfrm>
          <a:prstGeom prst="roundRect">
            <a:avLst>
              <a:gd name="adj" fmla="val 7692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539175-0B9E-FB89-FC19-38BA4B0DA460}"/>
              </a:ext>
            </a:extLst>
          </p:cNvPr>
          <p:cNvSpPr/>
          <p:nvPr/>
        </p:nvSpPr>
        <p:spPr>
          <a:xfrm>
            <a:off x="865060" y="5691928"/>
            <a:ext cx="15524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未來路線　</a:t>
            </a:r>
            <a:endParaRPr lang="en-US" sz="24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0357DC1-EC0B-CDE6-674F-AFD207DD3783}"/>
              </a:ext>
            </a:extLst>
          </p:cNvPr>
          <p:cNvSpPr/>
          <p:nvPr/>
        </p:nvSpPr>
        <p:spPr>
          <a:xfrm>
            <a:off x="1862328" y="6487456"/>
            <a:ext cx="8467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核心定位：將顧問的執行經驗轉為可查詢、可複用、可佐證的數據資產</a:t>
            </a:r>
            <a:endParaRPr lang="en-US" sz="10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9AAF808F-A3B9-D6E8-0EB1-8AC59E13BA09}"/>
              </a:ext>
            </a:extLst>
          </p:cNvPr>
          <p:cNvSpPr/>
          <p:nvPr/>
        </p:nvSpPr>
        <p:spPr>
          <a:xfrm>
            <a:off x="3088126" y="5691928"/>
            <a:ext cx="8554862" cy="713232"/>
          </a:xfrm>
          <a:prstGeom prst="roundRect">
            <a:avLst>
              <a:gd name="adj" fmla="val 7692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1541FFD-EBD5-AAC3-D3EE-718416F89DE3}"/>
              </a:ext>
            </a:extLst>
          </p:cNvPr>
          <p:cNvSpPr txBox="1"/>
          <p:nvPr/>
        </p:nvSpPr>
        <p:spPr>
          <a:xfrm>
            <a:off x="3429000" y="5725378"/>
            <a:ext cx="445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診斷報告 PDF 一鍵輸出　</a:t>
            </a:r>
            <a:endParaRPr lang="en-US" altLang="zh-TW">
              <a:solidFill>
                <a:schemeClr val="accent6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工作流（需求→報告→視覺化）</a:t>
            </a:r>
            <a:endParaRPr lang="zh-TW" alt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前言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B870191D-433C-DA27-F2CA-9635CE5A5D5B}"/>
              </a:ext>
            </a:extLst>
          </p:cNvPr>
          <p:cNvSpPr/>
          <p:nvPr/>
        </p:nvSpPr>
        <p:spPr>
          <a:xfrm>
            <a:off x="249461" y="268281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開發動機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29155455-DD93-51C3-B995-CA4EEE86EB12}"/>
              </a:ext>
            </a:extLst>
          </p:cNvPr>
          <p:cNvSpPr/>
          <p:nvPr/>
        </p:nvSpPr>
        <p:spPr>
          <a:xfrm>
            <a:off x="1207318" y="265951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發展目標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6E13E7FB-BA1D-BB19-F559-C0FE2F38534C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290830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6A45-FA13-DDAF-11C4-517DBE3D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07FC384E-0133-EC74-D791-4ED380BD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建置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54ED9E5-F9D3-FA12-B5EB-47CEA7645A20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3205013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建置成果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上線功能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EFAF8FFF-004D-D9C1-1443-2124D2FFE6B3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06721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8B15-ADD4-681D-7755-270B8361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0D5DBAF2-05C4-1544-C1FA-A5ECEC89958F}"/>
              </a:ext>
            </a:extLst>
          </p:cNvPr>
          <p:cNvSpPr/>
          <p:nvPr/>
        </p:nvSpPr>
        <p:spPr>
          <a:xfrm>
            <a:off x="249461" y="1454150"/>
            <a:ext cx="11710310" cy="5054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/>
          <a:lstStyle/>
          <a:p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3B7611-4840-DCC3-D841-5F1B39011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6</a:t>
            </a:fld>
            <a:endParaRPr lang="zh-TW" noProof="1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C825BAE1-6807-A1D9-0C0D-B9B7321D99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建置成果</a:t>
            </a:r>
            <a:endParaRPr lang="zh-TW" b="1" noProof="1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0AC31960-8195-093D-863A-7B9E1279F756}"/>
              </a:ext>
            </a:extLst>
          </p:cNvPr>
          <p:cNvSpPr/>
          <p:nvPr/>
        </p:nvSpPr>
        <p:spPr>
          <a:xfrm>
            <a:off x="227374" y="1308622"/>
            <a:ext cx="4832706" cy="1759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『</a:t>
            </a:r>
            <a:r>
              <a:rPr lang="zh-TW" altLang="en-US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資服產業資料庫</a:t>
            </a:r>
            <a:r>
              <a:rPr lang="en-US" altLang="zh-TW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』</a:t>
            </a:r>
            <a:endParaRPr lang="zh-TW" sz="4400" noProof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E06DDC-20B1-609B-CC8E-C72A22508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225" y="2303272"/>
            <a:ext cx="1739739" cy="360406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EF18056-5FE6-2312-232A-B06D048CA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96" y="2303272"/>
            <a:ext cx="1739740" cy="360406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F933473-E21F-EE3C-7C12-DB52FFF0E2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698" y="2283498"/>
            <a:ext cx="1744811" cy="3623838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B0331A99-BC8A-477E-F276-10A6F226CC2C}"/>
              </a:ext>
            </a:extLst>
          </p:cNvPr>
          <p:cNvGrpSpPr/>
          <p:nvPr/>
        </p:nvGrpSpPr>
        <p:grpSpPr>
          <a:xfrm>
            <a:off x="538106" y="2779164"/>
            <a:ext cx="4912236" cy="3875114"/>
            <a:chOff x="513725" y="3156834"/>
            <a:chExt cx="4912236" cy="3875114"/>
          </a:xfrm>
        </p:grpSpPr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6E3B25EA-DEB0-B94B-C6F9-CB6795518F2C}"/>
                </a:ext>
              </a:extLst>
            </p:cNvPr>
            <p:cNvSpPr/>
            <p:nvPr/>
          </p:nvSpPr>
          <p:spPr>
            <a:xfrm>
              <a:off x="513725" y="3156834"/>
              <a:ext cx="4912236" cy="230551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altLang="en-US" sz="20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核心功能</a:t>
              </a:r>
              <a:endParaRPr lang="en-US" altLang="zh-TW" sz="2000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關鍵字 </a:t>
              </a:r>
              <a:r>
                <a:rPr lang="en-US" altLang="zh-TW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</a:t>
              </a: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語意分析查詢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儀表板：即時掌握資料庫數據輪廓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診斷工具：輸入企業痛點，快速推薦方案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7BDA6548-995B-05F1-222B-FB13CA468520}"/>
                </a:ext>
              </a:extLst>
            </p:cNvPr>
            <p:cNvSpPr/>
            <p:nvPr/>
          </p:nvSpPr>
          <p:spPr>
            <a:xfrm>
              <a:off x="513725" y="4726429"/>
              <a:ext cx="4912236" cy="230551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altLang="en-US" sz="20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後端建置</a:t>
              </a:r>
              <a:endParaRPr lang="en-US" altLang="zh-TW" sz="2000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各組分享資源，共享資料庫價值</a:t>
              </a:r>
              <a:endParaRPr lang="en-US" alt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定期</a:t>
              </a:r>
              <a:r>
                <a:rPr lang="en-US" altLang="zh-TW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，確保資源最新</a:t>
              </a:r>
              <a:endParaRPr lang="zh-TW" alt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模組化設計：預留未來擴充功能空間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3" name="Rectangle 55">
            <a:extLst>
              <a:ext uri="{FF2B5EF4-FFF2-40B4-BE49-F238E27FC236}">
                <a16:creationId xmlns:a16="http://schemas.microsoft.com/office/drawing/2014/main" id="{98495670-DE77-C0B8-191F-98CE746D36AF}"/>
              </a:ext>
            </a:extLst>
          </p:cNvPr>
          <p:cNvSpPr/>
          <p:nvPr/>
        </p:nvSpPr>
        <p:spPr>
          <a:xfrm>
            <a:off x="2213356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建置成果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8" name="Rectangle 55">
            <a:extLst>
              <a:ext uri="{FF2B5EF4-FFF2-40B4-BE49-F238E27FC236}">
                <a16:creationId xmlns:a16="http://schemas.microsoft.com/office/drawing/2014/main" id="{39BDFF9B-9472-938A-9ED8-0E343CD1173E}"/>
              </a:ext>
            </a:extLst>
          </p:cNvPr>
          <p:cNvSpPr/>
          <p:nvPr/>
        </p:nvSpPr>
        <p:spPr>
          <a:xfrm>
            <a:off x="3171213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上線功能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78">
            <a:extLst>
              <a:ext uri="{FF2B5EF4-FFF2-40B4-BE49-F238E27FC236}">
                <a16:creationId xmlns:a16="http://schemas.microsoft.com/office/drawing/2014/main" id="{1D9350CD-CA4F-16EA-EAD3-28A94F5D0659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403583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標題 1">
            <a:extLst>
              <a:ext uri="{FF2B5EF4-FFF2-40B4-BE49-F238E27FC236}">
                <a16:creationId xmlns:a16="http://schemas.microsoft.com/office/drawing/2014/main" id="{6A947C13-399D-50F2-1234-EFE80A0B6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上線功能</a:t>
            </a:r>
            <a:endParaRPr lang="zh-TW" noProof="1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085599A2-1EB5-C2C9-0EFD-757768ED2A3C}"/>
              </a:ext>
            </a:extLst>
          </p:cNvPr>
          <p:cNvGrpSpPr/>
          <p:nvPr/>
        </p:nvGrpSpPr>
        <p:grpSpPr>
          <a:xfrm>
            <a:off x="725384" y="1625826"/>
            <a:ext cx="4070576" cy="4664784"/>
            <a:chOff x="811585" y="1687888"/>
            <a:chExt cx="4070576" cy="4664784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50651715-8052-9909-075C-AC4BE1B08A64}"/>
                </a:ext>
              </a:extLst>
            </p:cNvPr>
            <p:cNvGrpSpPr/>
            <p:nvPr/>
          </p:nvGrpSpPr>
          <p:grpSpPr>
            <a:xfrm>
              <a:off x="811585" y="1687888"/>
              <a:ext cx="4070576" cy="4664784"/>
              <a:chOff x="811585" y="1687888"/>
              <a:chExt cx="4070576" cy="4664784"/>
            </a:xfrm>
          </p:grpSpPr>
          <p:sp>
            <p:nvSpPr>
              <p:cNvPr id="10" name="Text 2">
                <a:extLst>
                  <a:ext uri="{FF2B5EF4-FFF2-40B4-BE49-F238E27FC236}">
                    <a16:creationId xmlns:a16="http://schemas.microsoft.com/office/drawing/2014/main" id="{C36EDE5A-3C5D-9FF7-E047-506C0E8E4B6B}"/>
                  </a:ext>
                </a:extLst>
              </p:cNvPr>
              <p:cNvSpPr/>
              <p:nvPr/>
            </p:nvSpPr>
            <p:spPr>
              <a:xfrm>
                <a:off x="811585" y="1687888"/>
                <a:ext cx="343198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endParaRPr lang="zh-TW" sz="2400" noProof="1"/>
              </a:p>
            </p:txBody>
          </p:sp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B843EBD2-333B-022B-1DB2-AA079EF68BD3}"/>
                  </a:ext>
                </a:extLst>
              </p:cNvPr>
              <p:cNvGrpSpPr/>
              <p:nvPr/>
            </p:nvGrpSpPr>
            <p:grpSpPr>
              <a:xfrm>
                <a:off x="811586" y="2087417"/>
                <a:ext cx="4070575" cy="4265255"/>
                <a:chOff x="1029743" y="1945265"/>
                <a:chExt cx="4206240" cy="3685032"/>
              </a:xfrm>
            </p:grpSpPr>
            <p:sp>
              <p:nvSpPr>
                <p:cNvPr id="12" name="Shape 3">
                  <a:extLst>
                    <a:ext uri="{FF2B5EF4-FFF2-40B4-BE49-F238E27FC236}">
                      <a16:creationId xmlns:a16="http://schemas.microsoft.com/office/drawing/2014/main" id="{B9120B25-DFAE-5711-5512-8834AF449683}"/>
                    </a:ext>
                  </a:extLst>
                </p:cNvPr>
                <p:cNvSpPr/>
                <p:nvPr/>
              </p:nvSpPr>
              <p:spPr>
                <a:xfrm>
                  <a:off x="1029743" y="1945265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4FAF9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14" name="Text 4">
                  <a:extLst>
                    <a:ext uri="{FF2B5EF4-FFF2-40B4-BE49-F238E27FC236}">
                      <a16:creationId xmlns:a16="http://schemas.microsoft.com/office/drawing/2014/main" id="{1DD6F547-62AE-B51A-677D-71AD6DA7CDD7}"/>
                    </a:ext>
                  </a:extLst>
                </p:cNvPr>
                <p:cNvSpPr/>
                <p:nvPr/>
              </p:nvSpPr>
              <p:spPr>
                <a:xfrm>
                  <a:off x="1121183" y="1945265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0BA08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✓</a:t>
                  </a:r>
                  <a:endParaRPr lang="zh-TW" noProof="1"/>
                </a:p>
              </p:txBody>
            </p:sp>
            <p:sp>
              <p:nvSpPr>
                <p:cNvPr id="16" name="Text 5">
                  <a:extLst>
                    <a:ext uri="{FF2B5EF4-FFF2-40B4-BE49-F238E27FC236}">
                      <a16:creationId xmlns:a16="http://schemas.microsoft.com/office/drawing/2014/main" id="{10185DEB-26C9-F7A4-06B7-418DA74EB558}"/>
                    </a:ext>
                  </a:extLst>
                </p:cNvPr>
                <p:cNvSpPr/>
                <p:nvPr/>
              </p:nvSpPr>
              <p:spPr>
                <a:xfrm>
                  <a:off x="1468655" y="1945265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AI 語意搜尋　</a:t>
                  </a:r>
                </a:p>
                <a:p>
                  <a:pPr marL="0" indent="0">
                    <a:buNone/>
                  </a:pP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自然語言查詢，category 精確篩選＋產業排序</a:t>
                  </a:r>
                  <a:endParaRPr lang="zh-TW" sz="1600" noProof="1"/>
                </a:p>
              </p:txBody>
            </p:sp>
            <p:sp>
              <p:nvSpPr>
                <p:cNvPr id="18" name="Shape 6">
                  <a:extLst>
                    <a:ext uri="{FF2B5EF4-FFF2-40B4-BE49-F238E27FC236}">
                      <a16:creationId xmlns:a16="http://schemas.microsoft.com/office/drawing/2014/main" id="{ED95049B-333C-9FEC-1CF8-12350932E40E}"/>
                    </a:ext>
                  </a:extLst>
                </p:cNvPr>
                <p:cNvSpPr/>
                <p:nvPr/>
              </p:nvSpPr>
              <p:spPr>
                <a:xfrm>
                  <a:off x="1029743" y="2480189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4FAF9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20" name="Text 7">
                  <a:extLst>
                    <a:ext uri="{FF2B5EF4-FFF2-40B4-BE49-F238E27FC236}">
                      <a16:creationId xmlns:a16="http://schemas.microsoft.com/office/drawing/2014/main" id="{A4416145-A5F3-3677-3505-407BB3FB8AF0}"/>
                    </a:ext>
                  </a:extLst>
                </p:cNvPr>
                <p:cNvSpPr/>
                <p:nvPr/>
              </p:nvSpPr>
              <p:spPr>
                <a:xfrm>
                  <a:off x="1121183" y="2480189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0BA08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✓</a:t>
                  </a:r>
                  <a:endParaRPr lang="zh-TW" noProof="1"/>
                </a:p>
              </p:txBody>
            </p:sp>
            <p:sp>
              <p:nvSpPr>
                <p:cNvPr id="22" name="Text 8">
                  <a:extLst>
                    <a:ext uri="{FF2B5EF4-FFF2-40B4-BE49-F238E27FC236}">
                      <a16:creationId xmlns:a16="http://schemas.microsoft.com/office/drawing/2014/main" id="{64672DC0-7646-1B5A-4179-9BD45405C5E0}"/>
                    </a:ext>
                  </a:extLst>
                </p:cNvPr>
                <p:cNvSpPr/>
                <p:nvPr/>
              </p:nvSpPr>
              <p:spPr>
                <a:xfrm>
                  <a:off x="1468655" y="2480189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方案比較＋AI摘要　</a:t>
                  </a:r>
                </a:p>
                <a:p>
                  <a:pPr marL="0" indent="0">
                    <a:buNone/>
                  </a:pP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最多 4 筆並排對比，一鍵 </a:t>
                  </a:r>
                  <a:r>
                    <a:rPr lang="en-US" alt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AI</a:t>
                  </a: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 分析</a:t>
                  </a:r>
                  <a:endParaRPr lang="zh-TW" sz="1600" noProof="1"/>
                </a:p>
              </p:txBody>
            </p:sp>
            <p:sp>
              <p:nvSpPr>
                <p:cNvPr id="24" name="Shape 9">
                  <a:extLst>
                    <a:ext uri="{FF2B5EF4-FFF2-40B4-BE49-F238E27FC236}">
                      <a16:creationId xmlns:a16="http://schemas.microsoft.com/office/drawing/2014/main" id="{90EEE3AF-95FB-76A7-50CE-F2CCA98421A3}"/>
                    </a:ext>
                  </a:extLst>
                </p:cNvPr>
                <p:cNvSpPr/>
                <p:nvPr/>
              </p:nvSpPr>
              <p:spPr>
                <a:xfrm>
                  <a:off x="1029743" y="3015113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4FAF9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26" name="Text 10">
                  <a:extLst>
                    <a:ext uri="{FF2B5EF4-FFF2-40B4-BE49-F238E27FC236}">
                      <a16:creationId xmlns:a16="http://schemas.microsoft.com/office/drawing/2014/main" id="{78EF2B49-453E-1767-E74D-108983BF2388}"/>
                    </a:ext>
                  </a:extLst>
                </p:cNvPr>
                <p:cNvSpPr/>
                <p:nvPr/>
              </p:nvSpPr>
              <p:spPr>
                <a:xfrm>
                  <a:off x="1121183" y="3015113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0BA08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✓</a:t>
                  </a:r>
                  <a:endParaRPr lang="zh-TW" noProof="1"/>
                </a:p>
              </p:txBody>
            </p:sp>
            <p:sp>
              <p:nvSpPr>
                <p:cNvPr id="28" name="Text 11">
                  <a:extLst>
                    <a:ext uri="{FF2B5EF4-FFF2-40B4-BE49-F238E27FC236}">
                      <a16:creationId xmlns:a16="http://schemas.microsoft.com/office/drawing/2014/main" id="{8F182CF3-0D90-3F4F-025C-F3D57594E507}"/>
                    </a:ext>
                  </a:extLst>
                </p:cNvPr>
                <p:cNvSpPr/>
                <p:nvPr/>
              </p:nvSpPr>
              <p:spPr>
                <a:xfrm>
                  <a:off x="1468655" y="3015113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戰情儀表板　</a:t>
                  </a:r>
                </a:p>
                <a:p>
                  <a:pPr marL="0" indent="0">
                    <a:buNone/>
                  </a:pP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KPI、來源分布、台灣密度地圖、交叉分析</a:t>
                  </a:r>
                  <a:endParaRPr lang="zh-TW" sz="1600" noProof="1"/>
                </a:p>
              </p:txBody>
            </p:sp>
            <p:sp>
              <p:nvSpPr>
                <p:cNvPr id="30" name="Shape 12">
                  <a:extLst>
                    <a:ext uri="{FF2B5EF4-FFF2-40B4-BE49-F238E27FC236}">
                      <a16:creationId xmlns:a16="http://schemas.microsoft.com/office/drawing/2014/main" id="{C333F96F-9624-3160-A4B8-C043749F90A7}"/>
                    </a:ext>
                  </a:extLst>
                </p:cNvPr>
                <p:cNvSpPr/>
                <p:nvPr/>
              </p:nvSpPr>
              <p:spPr>
                <a:xfrm>
                  <a:off x="1029743" y="3550037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4FAF9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32" name="Text 13">
                  <a:extLst>
                    <a:ext uri="{FF2B5EF4-FFF2-40B4-BE49-F238E27FC236}">
                      <a16:creationId xmlns:a16="http://schemas.microsoft.com/office/drawing/2014/main" id="{7F428825-BA62-B955-BA89-AB87EF3D73E6}"/>
                    </a:ext>
                  </a:extLst>
                </p:cNvPr>
                <p:cNvSpPr/>
                <p:nvPr/>
              </p:nvSpPr>
              <p:spPr>
                <a:xfrm>
                  <a:off x="1121183" y="3550037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0BA08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✓</a:t>
                  </a:r>
                  <a:endParaRPr lang="zh-TW" noProof="1"/>
                </a:p>
              </p:txBody>
            </p:sp>
            <p:sp>
              <p:nvSpPr>
                <p:cNvPr id="34" name="Text 14">
                  <a:extLst>
                    <a:ext uri="{FF2B5EF4-FFF2-40B4-BE49-F238E27FC236}">
                      <a16:creationId xmlns:a16="http://schemas.microsoft.com/office/drawing/2014/main" id="{E9029C8D-C82A-2F46-256E-4E295E0DBD2F}"/>
                    </a:ext>
                  </a:extLst>
                </p:cNvPr>
                <p:cNvSpPr/>
                <p:nvPr/>
              </p:nvSpPr>
              <p:spPr>
                <a:xfrm>
                  <a:off x="1468655" y="3550037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策略智庫　</a:t>
                  </a:r>
                </a:p>
                <a:p>
                  <a:pPr marL="0" indent="0">
                    <a:buNone/>
                  </a:pP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10×10 缺口分析矩陣＋G2 </a:t>
                  </a:r>
                  <a:r>
                    <a:rPr lang="zh-TW" altLang="en-US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風格的</a:t>
                  </a: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競爭態勢</a:t>
                  </a:r>
                  <a:r>
                    <a:rPr lang="zh-TW" altLang="en-US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示意圖</a:t>
                  </a:r>
                  <a:endParaRPr lang="zh-TW" sz="1600" noProof="1"/>
                </a:p>
              </p:txBody>
            </p:sp>
            <p:sp>
              <p:nvSpPr>
                <p:cNvPr id="36" name="Shape 15">
                  <a:extLst>
                    <a:ext uri="{FF2B5EF4-FFF2-40B4-BE49-F238E27FC236}">
                      <a16:creationId xmlns:a16="http://schemas.microsoft.com/office/drawing/2014/main" id="{E79107B1-EE20-63EF-8AE0-76D7624D4899}"/>
                    </a:ext>
                  </a:extLst>
                </p:cNvPr>
                <p:cNvSpPr/>
                <p:nvPr/>
              </p:nvSpPr>
              <p:spPr>
                <a:xfrm>
                  <a:off x="1029743" y="4084961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4FAF9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38" name="Text 16">
                  <a:extLst>
                    <a:ext uri="{FF2B5EF4-FFF2-40B4-BE49-F238E27FC236}">
                      <a16:creationId xmlns:a16="http://schemas.microsoft.com/office/drawing/2014/main" id="{E24C00A8-042B-6C48-C2CE-DF780630C714}"/>
                    </a:ext>
                  </a:extLst>
                </p:cNvPr>
                <p:cNvSpPr/>
                <p:nvPr/>
              </p:nvSpPr>
              <p:spPr>
                <a:xfrm>
                  <a:off x="1121183" y="4084961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0BA08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✓</a:t>
                  </a:r>
                  <a:endParaRPr lang="zh-TW" noProof="1"/>
                </a:p>
              </p:txBody>
            </p:sp>
            <p:sp>
              <p:nvSpPr>
                <p:cNvPr id="40" name="Text 17">
                  <a:extLst>
                    <a:ext uri="{FF2B5EF4-FFF2-40B4-BE49-F238E27FC236}">
                      <a16:creationId xmlns:a16="http://schemas.microsoft.com/office/drawing/2014/main" id="{54205945-8482-AD1A-81E4-D39648ABB268}"/>
                    </a:ext>
                  </a:extLst>
                </p:cNvPr>
                <p:cNvSpPr/>
                <p:nvPr/>
              </p:nvSpPr>
              <p:spPr>
                <a:xfrm>
                  <a:off x="1468655" y="4084961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顧問診斷工具　</a:t>
                  </a:r>
                </a:p>
                <a:p>
                  <a:pPr marL="0" indent="0">
                    <a:buNone/>
                  </a:pP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產業／規模／預算／痛點 → </a:t>
                  </a:r>
                  <a:r>
                    <a:rPr lang="zh-TW" altLang="en-US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顧問的方案查詢小助手</a:t>
                  </a:r>
                  <a:endParaRPr lang="zh-TW" sz="1600" noProof="1"/>
                </a:p>
              </p:txBody>
            </p:sp>
            <p:sp>
              <p:nvSpPr>
                <p:cNvPr id="42" name="Shape 18">
                  <a:extLst>
                    <a:ext uri="{FF2B5EF4-FFF2-40B4-BE49-F238E27FC236}">
                      <a16:creationId xmlns:a16="http://schemas.microsoft.com/office/drawing/2014/main" id="{A1209E84-1179-78B0-0006-0A7B352ABCE1}"/>
                    </a:ext>
                  </a:extLst>
                </p:cNvPr>
                <p:cNvSpPr/>
                <p:nvPr/>
              </p:nvSpPr>
              <p:spPr>
                <a:xfrm>
                  <a:off x="1029743" y="4619885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4FAF9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44" name="Text 19">
                  <a:extLst>
                    <a:ext uri="{FF2B5EF4-FFF2-40B4-BE49-F238E27FC236}">
                      <a16:creationId xmlns:a16="http://schemas.microsoft.com/office/drawing/2014/main" id="{1F9B8ECE-76C4-D486-D5FF-AAC849C30687}"/>
                    </a:ext>
                  </a:extLst>
                </p:cNvPr>
                <p:cNvSpPr/>
                <p:nvPr/>
              </p:nvSpPr>
              <p:spPr>
                <a:xfrm>
                  <a:off x="1121183" y="4619885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0BA08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✓</a:t>
                  </a:r>
                  <a:endParaRPr lang="zh-TW" noProof="1"/>
                </a:p>
              </p:txBody>
            </p:sp>
            <p:sp>
              <p:nvSpPr>
                <p:cNvPr id="46" name="Text 20">
                  <a:extLst>
                    <a:ext uri="{FF2B5EF4-FFF2-40B4-BE49-F238E27FC236}">
                      <a16:creationId xmlns:a16="http://schemas.microsoft.com/office/drawing/2014/main" id="{06D7F6D6-C431-2500-E5C5-B8D8E063A9F4}"/>
                    </a:ext>
                  </a:extLst>
                </p:cNvPr>
                <p:cNvSpPr/>
                <p:nvPr/>
              </p:nvSpPr>
              <p:spPr>
                <a:xfrm>
                  <a:off x="1468655" y="4619885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多選篩選＋Chip　</a:t>
                  </a:r>
                </a:p>
                <a:p>
                  <a:pPr marL="0" indent="0">
                    <a:buNone/>
                  </a:pPr>
                  <a:r>
                    <a:rPr lang="zh-TW" altLang="en-US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仿造</a:t>
                  </a: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Crunchbase 風格，9 種條件可視化</a:t>
                  </a:r>
                  <a:r>
                    <a:rPr lang="zh-TW" altLang="en-US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，直覺搜尋</a:t>
                  </a:r>
                  <a:endParaRPr lang="zh-TW" sz="1600" noProof="1"/>
                </a:p>
              </p:txBody>
            </p:sp>
            <p:sp>
              <p:nvSpPr>
                <p:cNvPr id="48" name="Shape 21">
                  <a:extLst>
                    <a:ext uri="{FF2B5EF4-FFF2-40B4-BE49-F238E27FC236}">
                      <a16:creationId xmlns:a16="http://schemas.microsoft.com/office/drawing/2014/main" id="{8B8821E2-BB23-F817-6CD7-F7B5161CA1C8}"/>
                    </a:ext>
                  </a:extLst>
                </p:cNvPr>
                <p:cNvSpPr/>
                <p:nvPr/>
              </p:nvSpPr>
              <p:spPr>
                <a:xfrm>
                  <a:off x="1029743" y="5154809"/>
                  <a:ext cx="4206240" cy="475488"/>
                </a:xfrm>
                <a:prstGeom prst="roundRect">
                  <a:avLst>
                    <a:gd name="adj" fmla="val 7692"/>
                  </a:avLst>
                </a:prstGeom>
                <a:solidFill>
                  <a:srgbClr val="FBF0DC"/>
                </a:solidFill>
                <a:ln w="6350">
                  <a:solidFill>
                    <a:srgbClr val="E2E7EA"/>
                  </a:solidFill>
                  <a:prstDash val="solid"/>
                </a:ln>
              </p:spPr>
              <p:txBody>
                <a:bodyPr/>
                <a:lstStyle/>
                <a:p>
                  <a:endParaRPr lang="zh-TW" sz="2800" noProof="1"/>
                </a:p>
              </p:txBody>
            </p:sp>
            <p:sp>
              <p:nvSpPr>
                <p:cNvPr id="50" name="Text 22">
                  <a:extLst>
                    <a:ext uri="{FF2B5EF4-FFF2-40B4-BE49-F238E27FC236}">
                      <a16:creationId xmlns:a16="http://schemas.microsoft.com/office/drawing/2014/main" id="{4C6068D2-D146-5F07-CF49-E3203935735F}"/>
                    </a:ext>
                  </a:extLst>
                </p:cNvPr>
                <p:cNvSpPr/>
                <p:nvPr/>
              </p:nvSpPr>
              <p:spPr>
                <a:xfrm>
                  <a:off x="1121183" y="5154809"/>
                  <a:ext cx="32004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b="1" noProof="1">
                      <a:solidFill>
                        <a:srgbClr val="E8A33C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⏳</a:t>
                  </a:r>
                  <a:endParaRPr lang="zh-TW" noProof="1"/>
                </a:p>
              </p:txBody>
            </p:sp>
            <p:sp>
              <p:nvSpPr>
                <p:cNvPr id="52" name="Text 23">
                  <a:extLst>
                    <a:ext uri="{FF2B5EF4-FFF2-40B4-BE49-F238E27FC236}">
                      <a16:creationId xmlns:a16="http://schemas.microsoft.com/office/drawing/2014/main" id="{632FBB83-03EF-E388-8A17-90B0DFCF2923}"/>
                    </a:ext>
                  </a:extLst>
                </p:cNvPr>
                <p:cNvSpPr/>
                <p:nvPr/>
              </p:nvSpPr>
              <p:spPr>
                <a:xfrm>
                  <a:off x="1468655" y="5154809"/>
                  <a:ext cx="3703320" cy="475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zh-TW" sz="1600" b="1" noProof="1">
                      <a:solidFill>
                        <a:srgbClr val="0D2237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診斷報告輸出　</a:t>
                  </a:r>
                </a:p>
                <a:p>
                  <a:pPr marL="0" indent="0">
                    <a:buNone/>
                  </a:pPr>
                  <a:r>
                    <a:rPr lang="zh-TW" sz="1100" noProof="1">
                      <a:solidFill>
                        <a:srgbClr val="5F6B76"/>
                      </a:solidFill>
                      <a:latin typeface="Microsoft JhengHei" pitchFamily="34" charset="0"/>
                      <a:ea typeface="Microsoft JhengHei" pitchFamily="34" charset="-122"/>
                      <a:cs typeface="Microsoft JhengHei" pitchFamily="34" charset="-120"/>
                    </a:rPr>
                    <a:t>一頁式 PDF 報告（Phase 2）</a:t>
                  </a:r>
                  <a:endParaRPr lang="zh-TW" sz="1600" noProof="1"/>
                </a:p>
              </p:txBody>
            </p:sp>
          </p:grpSp>
        </p:grpSp>
        <p:sp>
          <p:nvSpPr>
            <p:cNvPr id="69" name="Shape 25">
              <a:extLst>
                <a:ext uri="{FF2B5EF4-FFF2-40B4-BE49-F238E27FC236}">
                  <a16:creationId xmlns:a16="http://schemas.microsoft.com/office/drawing/2014/main" id="{45B6225E-9595-FEA5-10C9-8C8D97434A3E}"/>
                </a:ext>
              </a:extLst>
            </p:cNvPr>
            <p:cNvSpPr/>
            <p:nvPr/>
          </p:nvSpPr>
          <p:spPr>
            <a:xfrm>
              <a:off x="3316705" y="5929744"/>
              <a:ext cx="1301477" cy="368783"/>
            </a:xfrm>
            <a:prstGeom prst="roundRect">
              <a:avLst>
                <a:gd name="adj" fmla="val 3871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TW" sz="1600" noProof="1">
                  <a:latin typeface="+mn-ea"/>
                </a:rPr>
                <a:t>6/19前完工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54B40F-CCDC-EB03-488D-27CEFFF07C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測試完畢與實際</a:t>
            </a:r>
            <a:r>
              <a:rPr lang="zh-TW" alt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上線功能</a:t>
            </a:r>
            <a:endParaRPr lang="zh-TW" altLang="zh-TW" sz="2400" noProof="1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09621FC-9BB8-92E3-4BC7-BA7FC44F7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598" y="1833684"/>
            <a:ext cx="1948257" cy="409082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E6A6743D-9320-CABF-AA0F-5FE760765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667" y="1833684"/>
            <a:ext cx="2009278" cy="417992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8C4779A-1D9B-E2AD-A9E6-CCB8C43860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757" y="1833684"/>
            <a:ext cx="2126919" cy="4363190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EFD9795D-8E78-E576-F6B3-F216178C3714}"/>
              </a:ext>
            </a:extLst>
          </p:cNvPr>
          <p:cNvSpPr/>
          <p:nvPr/>
        </p:nvSpPr>
        <p:spPr>
          <a:xfrm>
            <a:off x="2206785" y="28293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建置成果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000B690B-BC39-7C2D-2352-DDE0B0F35793}"/>
              </a:ext>
            </a:extLst>
          </p:cNvPr>
          <p:cNvSpPr/>
          <p:nvPr/>
        </p:nvSpPr>
        <p:spPr>
          <a:xfrm>
            <a:off x="3164642" y="280605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上線功能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7" name="Rectangle 78">
            <a:extLst>
              <a:ext uri="{FF2B5EF4-FFF2-40B4-BE49-F238E27FC236}">
                <a16:creationId xmlns:a16="http://schemas.microsoft.com/office/drawing/2014/main" id="{A48CF136-D88E-A2FC-A01D-DE04A3628FE4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54357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D03E-95F6-97E8-7475-00AD1C3A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21B6732-687F-B421-CEBD-A406F0DF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開發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92844FA-30A1-0B3A-B963-1F4044358317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個階段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個軌道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D5C2DFE9-4CCA-D4FF-E3C4-EED0E449613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4042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D387F5BB-5548-2D6D-EE1E-1D9D49BD39AA}"/>
              </a:ext>
            </a:extLst>
          </p:cNvPr>
          <p:cNvGrpSpPr/>
          <p:nvPr/>
        </p:nvGrpSpPr>
        <p:grpSpPr>
          <a:xfrm>
            <a:off x="536332" y="1722888"/>
            <a:ext cx="11243433" cy="2554416"/>
            <a:chOff x="1831848" y="2134131"/>
            <a:chExt cx="8375904" cy="2057885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6786713C-0C40-8C10-4A89-0C8521F45DA7}"/>
                </a:ext>
              </a:extLst>
            </p:cNvPr>
            <p:cNvSpPr/>
            <p:nvPr/>
          </p:nvSpPr>
          <p:spPr>
            <a:xfrm>
              <a:off x="1831848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D25D15FD-1F56-4951-C7ED-1819C20737E6}"/>
                </a:ext>
              </a:extLst>
            </p:cNvPr>
            <p:cNvSpPr/>
            <p:nvPr/>
          </p:nvSpPr>
          <p:spPr>
            <a:xfrm>
              <a:off x="1886712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① </a:t>
              </a:r>
              <a:r>
                <a:rPr lang="zh-TW" altLang="en-US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</a:t>
              </a: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建置</a:t>
              </a:r>
              <a:endParaRPr lang="zh-TW" sz="2000" noProof="1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AE601383-AB50-74B9-0391-34256273C880}"/>
                </a:ext>
              </a:extLst>
            </p:cNvPr>
            <p:cNvSpPr/>
            <p:nvPr/>
          </p:nvSpPr>
          <p:spPr>
            <a:xfrm>
              <a:off x="1923288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7 張表三層架構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主鍵統編設計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屬性欄位定義</a:t>
              </a:r>
              <a:endParaRPr lang="zh-TW" sz="1400" noProof="1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54C9F181-7634-3392-94A2-547307519FC4}"/>
                </a:ext>
              </a:extLst>
            </p:cNvPr>
            <p:cNvSpPr/>
            <p:nvPr/>
          </p:nvSpPr>
          <p:spPr>
            <a:xfrm>
              <a:off x="3368040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CECA961-3326-0948-9546-9233139D43E8}"/>
                </a:ext>
              </a:extLst>
            </p:cNvPr>
            <p:cNvSpPr/>
            <p:nvPr/>
          </p:nvSpPr>
          <p:spPr>
            <a:xfrm>
              <a:off x="3532632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935C906-08E4-8042-6B2E-B0DE573FD28D}"/>
                </a:ext>
              </a:extLst>
            </p:cNvPr>
            <p:cNvSpPr/>
            <p:nvPr/>
          </p:nvSpPr>
          <p:spPr>
            <a:xfrm>
              <a:off x="3587496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② 資料</a:t>
              </a:r>
              <a:r>
                <a:rPr lang="zh-TW" altLang="en-US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補強</a:t>
              </a:r>
              <a:endParaRPr lang="zh-TW" sz="2000" noProof="1"/>
            </a:p>
          </p:txBody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38B712A1-30D4-E363-BF6F-18218513311C}"/>
                </a:ext>
              </a:extLst>
            </p:cNvPr>
            <p:cNvSpPr/>
            <p:nvPr/>
          </p:nvSpPr>
          <p:spPr>
            <a:xfrm>
              <a:off x="3624072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7 大來源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爬蟲＋AI Search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共計2,322 方案</a:t>
              </a:r>
              <a:endParaRPr lang="zh-TW" sz="1400" noProof="1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6D75F844-5A4E-A897-6064-5A02A20EAEBD}"/>
                </a:ext>
              </a:extLst>
            </p:cNvPr>
            <p:cNvSpPr/>
            <p:nvPr/>
          </p:nvSpPr>
          <p:spPr>
            <a:xfrm>
              <a:off x="5068824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616C6949-686E-1FAD-0580-844BEC320763}"/>
                </a:ext>
              </a:extLst>
            </p:cNvPr>
            <p:cNvSpPr/>
            <p:nvPr/>
          </p:nvSpPr>
          <p:spPr>
            <a:xfrm>
              <a:off x="5233416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7DA16B38-CED3-85F4-1C05-8E95E7E20FBB}"/>
                </a:ext>
              </a:extLst>
            </p:cNvPr>
            <p:cNvSpPr/>
            <p:nvPr/>
          </p:nvSpPr>
          <p:spPr>
            <a:xfrm>
              <a:off x="5288280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③ ETL</a:t>
              </a:r>
              <a:endParaRPr lang="zh-TW" sz="2000" noProof="1"/>
            </a:p>
          </p:txBody>
        </p:sp>
        <p:sp>
          <p:nvSpPr>
            <p:cNvPr id="42" name="Text 18">
              <a:extLst>
                <a:ext uri="{FF2B5EF4-FFF2-40B4-BE49-F238E27FC236}">
                  <a16:creationId xmlns:a16="http://schemas.microsoft.com/office/drawing/2014/main" id="{AAF00FFE-24CE-CE5C-6D47-B0D8A68CE2E3}"/>
                </a:ext>
              </a:extLst>
            </p:cNvPr>
            <p:cNvSpPr/>
            <p:nvPr/>
          </p:nvSpPr>
          <p:spPr>
            <a:xfrm>
              <a:off x="5324856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統編補查 84.5%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屬性持續補全</a:t>
              </a:r>
              <a:endParaRPr lang="en-US" altLang="zh-TW" sz="1400" noProof="1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en-US" alt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AI</a:t>
              </a: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 比對補充</a:t>
              </a:r>
              <a:endParaRPr lang="zh-TW" sz="1400" noProof="1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A555A24A-9FEC-4D89-D969-048DDC60C142}"/>
                </a:ext>
              </a:extLst>
            </p:cNvPr>
            <p:cNvSpPr/>
            <p:nvPr/>
          </p:nvSpPr>
          <p:spPr>
            <a:xfrm>
              <a:off x="6769608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46" name="Shape 20">
              <a:extLst>
                <a:ext uri="{FF2B5EF4-FFF2-40B4-BE49-F238E27FC236}">
                  <a16:creationId xmlns:a16="http://schemas.microsoft.com/office/drawing/2014/main" id="{7EA1215E-7F4A-C6EA-2A4E-6C5CDC077060}"/>
                </a:ext>
              </a:extLst>
            </p:cNvPr>
            <p:cNvSpPr/>
            <p:nvPr/>
          </p:nvSpPr>
          <p:spPr>
            <a:xfrm>
              <a:off x="6934200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ACDAE00D-D2CB-B0AF-036C-0B2B7377317E}"/>
                </a:ext>
              </a:extLst>
            </p:cNvPr>
            <p:cNvSpPr/>
            <p:nvPr/>
          </p:nvSpPr>
          <p:spPr>
            <a:xfrm>
              <a:off x="6989064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④ 模擬測試</a:t>
              </a:r>
              <a:endParaRPr lang="zh-TW" sz="2000" noProof="1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62F3F428-0A4B-6E3F-F149-43578186E0B4}"/>
                </a:ext>
              </a:extLst>
            </p:cNvPr>
            <p:cNvSpPr/>
            <p:nvPr/>
          </p:nvSpPr>
          <p:spPr>
            <a:xfrm>
              <a:off x="7025640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100 情境 × 7 輪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持續ETL &amp; 測試</a:t>
              </a:r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FFB04FE3-03BF-65CE-8E9F-2926CD6A17CE}"/>
                </a:ext>
              </a:extLst>
            </p:cNvPr>
            <p:cNvSpPr/>
            <p:nvPr/>
          </p:nvSpPr>
          <p:spPr>
            <a:xfrm>
              <a:off x="8470392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58" name="Shape 26">
              <a:extLst>
                <a:ext uri="{FF2B5EF4-FFF2-40B4-BE49-F238E27FC236}">
                  <a16:creationId xmlns:a16="http://schemas.microsoft.com/office/drawing/2014/main" id="{12C5B58D-A337-88BE-21A7-DF55FB541ECB}"/>
                </a:ext>
              </a:extLst>
            </p:cNvPr>
            <p:cNvSpPr/>
            <p:nvPr/>
          </p:nvSpPr>
          <p:spPr>
            <a:xfrm>
              <a:off x="8634984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64" name="Text 29">
              <a:extLst>
                <a:ext uri="{FF2B5EF4-FFF2-40B4-BE49-F238E27FC236}">
                  <a16:creationId xmlns:a16="http://schemas.microsoft.com/office/drawing/2014/main" id="{A9394D0C-350D-6AF6-A5C5-5A1F8264C258}"/>
                </a:ext>
              </a:extLst>
            </p:cNvPr>
            <p:cNvSpPr/>
            <p:nvPr/>
          </p:nvSpPr>
          <p:spPr>
            <a:xfrm>
              <a:off x="8689848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⑤ 上線運作</a:t>
              </a:r>
              <a:endParaRPr lang="zh-TW" sz="2000" noProof="1"/>
            </a:p>
          </p:txBody>
        </p:sp>
        <p:sp>
          <p:nvSpPr>
            <p:cNvPr id="66" name="Text 30">
              <a:extLst>
                <a:ext uri="{FF2B5EF4-FFF2-40B4-BE49-F238E27FC236}">
                  <a16:creationId xmlns:a16="http://schemas.microsoft.com/office/drawing/2014/main" id="{2E8C5058-04A9-9229-6D46-5686EFAA1FCE}"/>
                </a:ext>
              </a:extLst>
            </p:cNvPr>
            <p:cNvSpPr/>
            <p:nvPr/>
          </p:nvSpPr>
          <p:spPr>
            <a:xfrm>
              <a:off x="8726424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 大功能頁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語意搜尋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顧問診斷工具</a:t>
              </a:r>
              <a:endParaRPr lang="zh-TW" sz="1400" noProof="1"/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11D214C7-A82A-BBE7-4B97-D04DCE2D76D8}"/>
              </a:ext>
            </a:extLst>
          </p:cNvPr>
          <p:cNvGrpSpPr/>
          <p:nvPr/>
        </p:nvGrpSpPr>
        <p:grpSpPr>
          <a:xfrm>
            <a:off x="536333" y="4395724"/>
            <a:ext cx="11412223" cy="1869440"/>
            <a:chOff x="243443" y="4395724"/>
            <a:chExt cx="11705114" cy="1869440"/>
          </a:xfrm>
        </p:grpSpPr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509C6DB8-AABB-4528-46C1-ED80A229E647}"/>
                </a:ext>
              </a:extLst>
            </p:cNvPr>
            <p:cNvGrpSpPr/>
            <p:nvPr/>
          </p:nvGrpSpPr>
          <p:grpSpPr>
            <a:xfrm>
              <a:off x="243443" y="4395724"/>
              <a:ext cx="11705114" cy="1405636"/>
              <a:chOff x="1831848" y="4475480"/>
              <a:chExt cx="8375904" cy="1005840"/>
            </a:xfrm>
          </p:grpSpPr>
          <p:sp>
            <p:nvSpPr>
              <p:cNvPr id="68" name="Shape 31">
                <a:extLst>
                  <a:ext uri="{FF2B5EF4-FFF2-40B4-BE49-F238E27FC236}">
                    <a16:creationId xmlns:a16="http://schemas.microsoft.com/office/drawing/2014/main" id="{356B217A-6281-4A1D-1065-952B766B4960}"/>
                  </a:ext>
                </a:extLst>
              </p:cNvPr>
              <p:cNvSpPr/>
              <p:nvPr/>
            </p:nvSpPr>
            <p:spPr>
              <a:xfrm>
                <a:off x="1831848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70" name="Text 32">
                <a:extLst>
                  <a:ext uri="{FF2B5EF4-FFF2-40B4-BE49-F238E27FC236}">
                    <a16:creationId xmlns:a16="http://schemas.microsoft.com/office/drawing/2014/main" id="{8C679B34-19F2-F46E-5F27-3CDF4B679C96}"/>
                  </a:ext>
                </a:extLst>
              </p:cNvPr>
              <p:cNvSpPr/>
              <p:nvPr/>
            </p:nvSpPr>
            <p:spPr>
              <a:xfrm>
                <a:off x="1831848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D2237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2,322</a:t>
                </a:r>
                <a:endParaRPr lang="zh-TW" sz="3600" noProof="1"/>
              </a:p>
            </p:txBody>
          </p:sp>
          <p:sp>
            <p:nvSpPr>
              <p:cNvPr id="72" name="Text 33">
                <a:extLst>
                  <a:ext uri="{FF2B5EF4-FFF2-40B4-BE49-F238E27FC236}">
                    <a16:creationId xmlns:a16="http://schemas.microsoft.com/office/drawing/2014/main" id="{37783ED3-225D-51D4-26F1-3C5520EB7E31}"/>
                  </a:ext>
                </a:extLst>
              </p:cNvPr>
              <p:cNvSpPr/>
              <p:nvPr/>
            </p:nvSpPr>
            <p:spPr>
              <a:xfrm>
                <a:off x="1831848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方案總數</a:t>
                </a:r>
                <a:endParaRPr lang="zh-TW" sz="2400" noProof="1"/>
              </a:p>
            </p:txBody>
          </p:sp>
          <p:sp>
            <p:nvSpPr>
              <p:cNvPr id="74" name="Shape 34">
                <a:extLst>
                  <a:ext uri="{FF2B5EF4-FFF2-40B4-BE49-F238E27FC236}">
                    <a16:creationId xmlns:a16="http://schemas.microsoft.com/office/drawing/2014/main" id="{4F483894-5F98-D1AF-47DE-F0F1BFDDF88A}"/>
                  </a:ext>
                </a:extLst>
              </p:cNvPr>
              <p:cNvSpPr/>
              <p:nvPr/>
            </p:nvSpPr>
            <p:spPr>
              <a:xfrm>
                <a:off x="3532632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76" name="Text 35">
                <a:extLst>
                  <a:ext uri="{FF2B5EF4-FFF2-40B4-BE49-F238E27FC236}">
                    <a16:creationId xmlns:a16="http://schemas.microsoft.com/office/drawing/2014/main" id="{9CB4B87D-1DF1-7A7C-0F1F-AE215E115826}"/>
                  </a:ext>
                </a:extLst>
              </p:cNvPr>
              <p:cNvSpPr/>
              <p:nvPr/>
            </p:nvSpPr>
            <p:spPr>
              <a:xfrm>
                <a:off x="3532632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D2237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842</a:t>
                </a:r>
                <a:endParaRPr lang="zh-TW" sz="3600" noProof="1"/>
              </a:p>
            </p:txBody>
          </p:sp>
          <p:sp>
            <p:nvSpPr>
              <p:cNvPr id="78" name="Text 36">
                <a:extLst>
                  <a:ext uri="{FF2B5EF4-FFF2-40B4-BE49-F238E27FC236}">
                    <a16:creationId xmlns:a16="http://schemas.microsoft.com/office/drawing/2014/main" id="{6485389C-755C-9B85-5694-65041CFC93D7}"/>
                  </a:ext>
                </a:extLst>
              </p:cNvPr>
              <p:cNvSpPr/>
              <p:nvPr/>
            </p:nvSpPr>
            <p:spPr>
              <a:xfrm>
                <a:off x="3532632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業者數量</a:t>
                </a:r>
                <a:endParaRPr lang="zh-TW" sz="2400" noProof="1"/>
              </a:p>
            </p:txBody>
          </p:sp>
          <p:sp>
            <p:nvSpPr>
              <p:cNvPr id="80" name="Shape 37">
                <a:extLst>
                  <a:ext uri="{FF2B5EF4-FFF2-40B4-BE49-F238E27FC236}">
                    <a16:creationId xmlns:a16="http://schemas.microsoft.com/office/drawing/2014/main" id="{2364420D-73AD-558F-8B5E-4182536E9749}"/>
                  </a:ext>
                </a:extLst>
              </p:cNvPr>
              <p:cNvSpPr/>
              <p:nvPr/>
            </p:nvSpPr>
            <p:spPr>
              <a:xfrm>
                <a:off x="5233416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82" name="Text 38">
                <a:extLst>
                  <a:ext uri="{FF2B5EF4-FFF2-40B4-BE49-F238E27FC236}">
                    <a16:creationId xmlns:a16="http://schemas.microsoft.com/office/drawing/2014/main" id="{A67BB9AA-A408-4B0B-4439-50D5C19ECCC6}"/>
                  </a:ext>
                </a:extLst>
              </p:cNvPr>
              <p:cNvSpPr/>
              <p:nvPr/>
            </p:nvSpPr>
            <p:spPr>
              <a:xfrm>
                <a:off x="5233416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D9604A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875</a:t>
                </a:r>
                <a:endParaRPr lang="zh-TW" sz="3600" noProof="1"/>
              </a:p>
            </p:txBody>
          </p:sp>
          <p:sp>
            <p:nvSpPr>
              <p:cNvPr id="84" name="Text 39">
                <a:extLst>
                  <a:ext uri="{FF2B5EF4-FFF2-40B4-BE49-F238E27FC236}">
                    <a16:creationId xmlns:a16="http://schemas.microsoft.com/office/drawing/2014/main" id="{633208C9-EE65-2F09-3C85-431CE15FD82A}"/>
                  </a:ext>
                </a:extLst>
              </p:cNvPr>
              <p:cNvSpPr/>
              <p:nvPr/>
            </p:nvSpPr>
            <p:spPr>
              <a:xfrm>
                <a:off x="5233416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AI 方案</a:t>
                </a:r>
                <a:endParaRPr lang="zh-TW" sz="2400" noProof="1"/>
              </a:p>
            </p:txBody>
          </p:sp>
          <p:sp>
            <p:nvSpPr>
              <p:cNvPr id="86" name="Shape 40">
                <a:extLst>
                  <a:ext uri="{FF2B5EF4-FFF2-40B4-BE49-F238E27FC236}">
                    <a16:creationId xmlns:a16="http://schemas.microsoft.com/office/drawing/2014/main" id="{DE7919E7-FD49-DA33-C94E-51387F8135AA}"/>
                  </a:ext>
                </a:extLst>
              </p:cNvPr>
              <p:cNvSpPr/>
              <p:nvPr/>
            </p:nvSpPr>
            <p:spPr>
              <a:xfrm>
                <a:off x="6934200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88" name="Text 41">
                <a:extLst>
                  <a:ext uri="{FF2B5EF4-FFF2-40B4-BE49-F238E27FC236}">
                    <a16:creationId xmlns:a16="http://schemas.microsoft.com/office/drawing/2014/main" id="{C003E9B6-4EF0-FD41-6F37-41942BB7BFB0}"/>
                  </a:ext>
                </a:extLst>
              </p:cNvPr>
              <p:cNvSpPr/>
              <p:nvPr/>
            </p:nvSpPr>
            <p:spPr>
              <a:xfrm>
                <a:off x="6934200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BA0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7</a:t>
                </a:r>
                <a:endParaRPr lang="zh-TW" sz="3600" noProof="1"/>
              </a:p>
            </p:txBody>
          </p:sp>
          <p:sp>
            <p:nvSpPr>
              <p:cNvPr id="90" name="Text 42">
                <a:extLst>
                  <a:ext uri="{FF2B5EF4-FFF2-40B4-BE49-F238E27FC236}">
                    <a16:creationId xmlns:a16="http://schemas.microsoft.com/office/drawing/2014/main" id="{B9A25C26-B0EB-F860-3F2E-E7CBD26DC663}"/>
                  </a:ext>
                </a:extLst>
              </p:cNvPr>
              <p:cNvSpPr/>
              <p:nvPr/>
            </p:nvSpPr>
            <p:spPr>
              <a:xfrm>
                <a:off x="6934200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資料來源</a:t>
                </a:r>
                <a:endParaRPr lang="zh-TW" sz="2400" noProof="1"/>
              </a:p>
            </p:txBody>
          </p:sp>
          <p:sp>
            <p:nvSpPr>
              <p:cNvPr id="92" name="Shape 43">
                <a:extLst>
                  <a:ext uri="{FF2B5EF4-FFF2-40B4-BE49-F238E27FC236}">
                    <a16:creationId xmlns:a16="http://schemas.microsoft.com/office/drawing/2014/main" id="{FFF00BEE-C131-EF77-A209-5AC7ED5BD3CE}"/>
                  </a:ext>
                </a:extLst>
              </p:cNvPr>
              <p:cNvSpPr/>
              <p:nvPr/>
            </p:nvSpPr>
            <p:spPr>
              <a:xfrm>
                <a:off x="8634984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94" name="Text 44">
                <a:extLst>
                  <a:ext uri="{FF2B5EF4-FFF2-40B4-BE49-F238E27FC236}">
                    <a16:creationId xmlns:a16="http://schemas.microsoft.com/office/drawing/2014/main" id="{EECFD50C-0496-0FDA-5685-F175DD8A02FE}"/>
                  </a:ext>
                </a:extLst>
              </p:cNvPr>
              <p:cNvSpPr/>
              <p:nvPr/>
            </p:nvSpPr>
            <p:spPr>
              <a:xfrm>
                <a:off x="8634984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BA0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&gt; 95%</a:t>
                </a:r>
                <a:endParaRPr lang="zh-TW" sz="3600" noProof="1"/>
              </a:p>
            </p:txBody>
          </p:sp>
          <p:sp>
            <p:nvSpPr>
              <p:cNvPr id="96" name="Text 45">
                <a:extLst>
                  <a:ext uri="{FF2B5EF4-FFF2-40B4-BE49-F238E27FC236}">
                    <a16:creationId xmlns:a16="http://schemas.microsoft.com/office/drawing/2014/main" id="{B0BFAE4C-695C-F9EA-32C9-FECAF7897590}"/>
                  </a:ext>
                </a:extLst>
              </p:cNvPr>
              <p:cNvSpPr/>
              <p:nvPr/>
            </p:nvSpPr>
            <p:spPr>
              <a:xfrm>
                <a:off x="8634984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R07 測試通過</a:t>
                </a:r>
                <a:endParaRPr lang="zh-TW" sz="2400" noProof="1"/>
              </a:p>
            </p:txBody>
          </p:sp>
        </p:grpSp>
        <p:sp>
          <p:nvSpPr>
            <p:cNvPr id="98" name="Text 46">
              <a:extLst>
                <a:ext uri="{FF2B5EF4-FFF2-40B4-BE49-F238E27FC236}">
                  <a16:creationId xmlns:a16="http://schemas.microsoft.com/office/drawing/2014/main" id="{8D2AE7D3-A5E5-5C19-A636-96E5C61C1545}"/>
                </a:ext>
              </a:extLst>
            </p:cNvPr>
            <p:cNvSpPr/>
            <p:nvPr/>
          </p:nvSpPr>
          <p:spPr>
            <a:xfrm>
              <a:off x="1831848" y="6009132"/>
              <a:ext cx="837590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資料庫從 0 到 2,322 筆可查詢方案・</a:t>
              </a:r>
              <a:r>
                <a:rPr lang="zh-TW" sz="2000" b="1" u="sng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歷經 7 輪模擬測試驗證搜尋品質</a:t>
              </a:r>
              <a:endParaRPr lang="zh-TW" sz="2000" b="1" u="sng" noProof="1"/>
            </a:p>
          </p:txBody>
        </p:sp>
      </p:grpSp>
      <p:sp>
        <p:nvSpPr>
          <p:cNvPr id="101" name="標題 1">
            <a:extLst>
              <a:ext uri="{FF2B5EF4-FFF2-40B4-BE49-F238E27FC236}">
                <a16:creationId xmlns:a16="http://schemas.microsoft.com/office/drawing/2014/main" id="{7FB78244-A259-AB8F-EFBC-7AC0A72480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個階段</a:t>
            </a:r>
            <a:endParaRPr lang="zh-TW" noProof="1"/>
          </a:p>
        </p:txBody>
      </p:sp>
      <p:sp>
        <p:nvSpPr>
          <p:cNvPr id="103" name="Rectangle 102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49B789AA-A811-6775-DD5F-7A13B1B8D8B7}"/>
              </a:ext>
            </a:extLst>
          </p:cNvPr>
          <p:cNvSpPr/>
          <p:nvPr/>
        </p:nvSpPr>
        <p:spPr>
          <a:xfrm>
            <a:off x="4164109" y="28011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1">
                <a:solidFill>
                  <a:srgbClr val="FFFFFF"/>
                </a:solidFill>
                <a:latin typeface="Microsoft JhengHei"/>
              </a:rPr>
              <a:t>5</a:t>
            </a:r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個階段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B3CF68B5-F341-FDA0-4BBB-FF4F36E7A933}"/>
              </a:ext>
            </a:extLst>
          </p:cNvPr>
          <p:cNvSpPr/>
          <p:nvPr/>
        </p:nvSpPr>
        <p:spPr>
          <a:xfrm>
            <a:off x="5121966" y="27778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rgbClr val="8A969E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個軌道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A8F66373-63A1-77B7-7276-CC881A2548BD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2472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3603-7064-DDE1-D041-C5C5B844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51C688-955A-3A3A-746C-CE1DFF89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noProof="1"/>
              <a:t>7</a:t>
            </a:r>
            <a:r>
              <a:rPr lang="zh-TW" altLang="en-US" b="1" noProof="1"/>
              <a:t>個</a:t>
            </a:r>
            <a:r>
              <a:rPr lang="ja-JP" altLang="en-US" b="1" noProof="1"/>
              <a:t>軌道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293B6E-1369-816E-4E7C-72F789E544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10</a:t>
            </a:fld>
            <a:endParaRPr lang="zh-TW" noProof="1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84F0C86-F619-9BBE-58A0-51A4F4F2F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709079"/>
              </p:ext>
            </p:extLst>
          </p:nvPr>
        </p:nvGraphicFramePr>
        <p:xfrm>
          <a:off x="513151" y="1960101"/>
          <a:ext cx="11283400" cy="418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4104">
                  <a:extLst>
                    <a:ext uri="{9D8B030D-6E8A-4147-A177-3AD203B41FA5}">
                      <a16:colId xmlns:a16="http://schemas.microsoft.com/office/drawing/2014/main" val="4148229447"/>
                    </a:ext>
                  </a:extLst>
                </a:gridCol>
                <a:gridCol w="1513319">
                  <a:extLst>
                    <a:ext uri="{9D8B030D-6E8A-4147-A177-3AD203B41FA5}">
                      <a16:colId xmlns:a16="http://schemas.microsoft.com/office/drawing/2014/main" val="3911790317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2035648107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2661493808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2827877413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3152057493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2464046098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3524872133"/>
                    </a:ext>
                  </a:extLst>
                </a:gridCol>
                <a:gridCol w="1253711">
                  <a:extLst>
                    <a:ext uri="{9D8B030D-6E8A-4147-A177-3AD203B41FA5}">
                      <a16:colId xmlns:a16="http://schemas.microsoft.com/office/drawing/2014/main" val="3432314849"/>
                    </a:ext>
                  </a:extLst>
                </a:gridCol>
              </a:tblGrid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作業軌道</a:t>
                      </a:r>
                      <a:endParaRPr lang="zh-TW" sz="160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執行項目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W1-2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3/23-4/3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W3-4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4/6-4/17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W5-6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4/20-5/1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W7-8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5/4-5/15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W9-10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5/18-5/29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W11-12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6/1-6/12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W13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00" b="1" u="none" strike="noStrike" kern="1200" noProof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6/15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322552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sz="24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資料蒐集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蒐集、架構、ETL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sng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Airtable建表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屬性定義ETL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業者資料入庫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sng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AirTable建表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使用者問答軌跡</a:t>
                      </a:r>
                    </a:p>
                  </a:txBody>
                  <a:tcPr marL="6186" marR="6186" marT="618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軟採資料1次匯入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資料缺口補充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辦公效率/HR方案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</a:t>
                      </a:r>
                      <a:r>
                        <a:rPr lang="zh-TW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軟採資料2次匯入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001068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2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核心功能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語意、篩選、UX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語意解析搜尋 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多維度篩選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UX優化</a:t>
                      </a:r>
                    </a:p>
                  </a:txBody>
                  <a:tcPr marL="6186" marR="6186" marT="6186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sz="105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89085" marR="89085" marT="44543" marB="44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產業標籤優化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資料備份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</a:t>
                      </a:r>
                      <a:r>
                        <a:rPr lang="en-US" altLang="zh-TW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UI</a:t>
                      </a: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優化</a:t>
                      </a:r>
                      <a:endParaRPr lang="zh-TW" sz="1050" b="0" i="0" u="none" strike="noStrike" noProof="1">
                        <a:solidFill>
                          <a:srgbClr val="C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45855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3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方案對照功能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捉對比較、AI摘要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10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捉對比較</a:t>
                      </a:r>
                    </a:p>
                  </a:txBody>
                  <a:tcPr marL="6186" marR="6186" marT="6186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AI摘要</a:t>
                      </a:r>
                    </a:p>
                  </a:txBody>
                  <a:tcPr marL="6186" marR="6186" marT="618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診斷報告書出</a:t>
                      </a:r>
                      <a:endParaRPr lang="zh-TW" sz="1050" b="0" i="0" u="none" strike="noStrike" noProof="1">
                        <a:solidFill>
                          <a:srgbClr val="C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78978"/>
                  </a:ext>
                </a:extLst>
              </a:tr>
              <a:tr h="558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4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儀表板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圖表、智庫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10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50" b="0" i="0" u="sng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戰略儀表板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數量統計、地圖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50" b="0" i="0" u="sng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戰略儀表板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來源分布、交叉分析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sng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策略智庫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公司圖譜、服務分類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缺口分析、競爭態勢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0" i="0" u="sng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診斷工具</a:t>
                      </a:r>
                      <a:endParaRPr lang="zh-TW" altLang="zh-TW" sz="1050" b="0" i="0" u="sng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診斷問券</a:t>
                      </a:r>
                      <a:r>
                        <a:rPr lang="en-US" alt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sym typeface="Wingdings" panose="05000000000000000000" pitchFamily="2" charset="2"/>
                        </a:rPr>
                        <a:t>推薦方案</a:t>
                      </a:r>
                      <a:endParaRPr lang="zh-TW" altLang="zh-TW" sz="1050" b="0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rgbClr val="C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984137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5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 問答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互動模式、Ask Log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10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AI提問詞測試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AI提問詞優化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00" b="0" i="0" u="none" strike="noStrike" noProof="1">
                        <a:solidFill>
                          <a:srgbClr val="C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2398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6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使用者軌跡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Search Logs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10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Search_logs 建立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Ask_logs 分離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累積測試數據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rgbClr val="C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098906"/>
                  </a:ext>
                </a:extLst>
              </a:tr>
              <a:tr h="4589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7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模擬測試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使用情境、缺口分析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10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腳本自動測試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Round01 ~ 0</a:t>
                      </a:r>
                      <a:r>
                        <a:rPr lang="en-US" altLang="zh-TW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</a:t>
                      </a:r>
                      <a:endParaRPr lang="zh-TW" sz="1050" b="0" i="0" u="none" strike="noStrike" noProof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缺口分析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</a:t>
                      </a:r>
                      <a:r>
                        <a:rPr lang="zh-TW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內部顧問使用測試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</a:t>
                      </a:r>
                      <a:r>
                        <a:rPr lang="zh-TW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顧問數位診斷流程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099245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CD8E2BC-6433-BC51-0F90-6FD4C93B265A}"/>
              </a:ext>
            </a:extLst>
          </p:cNvPr>
          <p:cNvSpPr txBox="1"/>
          <p:nvPr/>
        </p:nvSpPr>
        <p:spPr>
          <a:xfrm>
            <a:off x="10670577" y="1559747"/>
            <a:ext cx="1051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zh-TW" sz="2000" b="1" noProof="1">
                <a:solidFill>
                  <a:srgbClr val="40404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本週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FB1744A-73F8-DA6C-64F0-511004EBA71C}"/>
              </a:ext>
            </a:extLst>
          </p:cNvPr>
          <p:cNvCxnSpPr>
            <a:cxnSpLocks/>
          </p:cNvCxnSpPr>
          <p:nvPr/>
        </p:nvCxnSpPr>
        <p:spPr>
          <a:xfrm>
            <a:off x="10538956" y="2495550"/>
            <a:ext cx="0" cy="36521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47">
            <a:extLst>
              <a:ext uri="{FF2B5EF4-FFF2-40B4-BE49-F238E27FC236}">
                <a16:creationId xmlns:a16="http://schemas.microsoft.com/office/drawing/2014/main" id="{0E45A25B-C8E3-BCD5-CED1-2F8C780C4142}"/>
              </a:ext>
            </a:extLst>
          </p:cNvPr>
          <p:cNvSpPr>
            <a:spLocks/>
          </p:cNvSpPr>
          <p:nvPr/>
        </p:nvSpPr>
        <p:spPr>
          <a:xfrm>
            <a:off x="609601" y="1475801"/>
            <a:ext cx="1231061" cy="329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1400" b="1" noProof="1">
                <a:solidFill>
                  <a:srgbClr val="1E2761"/>
                </a:solidFill>
              </a:rPr>
              <a:t>▍ </a:t>
            </a:r>
            <a:r>
              <a:rPr lang="zh-TW" altLang="en-US" sz="1400" b="1" noProof="1">
                <a:solidFill>
                  <a:srgbClr val="1E2761"/>
                </a:solidFill>
              </a:rPr>
              <a:t>甘特圖</a:t>
            </a:r>
            <a:endParaRPr lang="zh-TW" sz="1400" noProof="1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6235BCF-BD68-DB39-8F66-7509D7797C29}"/>
              </a:ext>
            </a:extLst>
          </p:cNvPr>
          <p:cNvGrpSpPr/>
          <p:nvPr/>
        </p:nvGrpSpPr>
        <p:grpSpPr>
          <a:xfrm>
            <a:off x="1742379" y="1520417"/>
            <a:ext cx="2498583" cy="240445"/>
            <a:chOff x="2453443" y="1711282"/>
            <a:chExt cx="4236845" cy="24044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037DF8C-DB7B-E60D-4CA5-76592B43F8B7}"/>
                </a:ext>
              </a:extLst>
            </p:cNvPr>
            <p:cNvSpPr/>
            <p:nvPr/>
          </p:nvSpPr>
          <p:spPr>
            <a:xfrm>
              <a:off x="2453443" y="1712342"/>
              <a:ext cx="191785" cy="2308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5FD4077-FD3D-B6CE-5252-96FFD0149B7D}"/>
                </a:ext>
              </a:extLst>
            </p:cNvPr>
            <p:cNvSpPr txBox="1"/>
            <p:nvPr/>
          </p:nvSpPr>
          <p:spPr>
            <a:xfrm>
              <a:off x="2645229" y="172089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已完成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2ECA24-B2B6-7138-189C-2CEA7F132996}"/>
                </a:ext>
              </a:extLst>
            </p:cNvPr>
            <p:cNvSpPr/>
            <p:nvPr/>
          </p:nvSpPr>
          <p:spPr>
            <a:xfrm>
              <a:off x="3728298" y="1711282"/>
              <a:ext cx="191785" cy="2308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>
                <a:solidFill>
                  <a:schemeClr val="tx1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8B594BD-F624-9DD1-72B9-15373112D753}"/>
                </a:ext>
              </a:extLst>
            </p:cNvPr>
            <p:cNvSpPr txBox="1"/>
            <p:nvPr/>
          </p:nvSpPr>
          <p:spPr>
            <a:xfrm>
              <a:off x="3940880" y="171983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本週</a:t>
              </a:r>
              <a:r>
                <a:rPr lang="zh-TW" altLang="en-US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執行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BA3BBDE-339D-4082-96DA-CD6C85424CB7}"/>
                </a:ext>
              </a:extLst>
            </p:cNvPr>
            <p:cNvSpPr/>
            <p:nvPr/>
          </p:nvSpPr>
          <p:spPr>
            <a:xfrm>
              <a:off x="5029405" y="1711282"/>
              <a:ext cx="191785" cy="23083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88339E3E-F0C2-1FFE-4DE7-3A95F512562F}"/>
                </a:ext>
              </a:extLst>
            </p:cNvPr>
            <p:cNvSpPr txBox="1"/>
            <p:nvPr/>
          </p:nvSpPr>
          <p:spPr>
            <a:xfrm>
              <a:off x="5307803" y="171983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下週</a:t>
              </a:r>
              <a:r>
                <a:rPr lang="zh-TW" sz="900" b="0" i="0" u="none" strike="noStrike" noProof="1">
                  <a:effectLst/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待辦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28" name="Rectangle 55">
            <a:extLst>
              <a:ext uri="{FF2B5EF4-FFF2-40B4-BE49-F238E27FC236}">
                <a16:creationId xmlns:a16="http://schemas.microsoft.com/office/drawing/2014/main" id="{7E1ACC03-4A42-7F96-2C60-47FA22EE118A}"/>
              </a:ext>
            </a:extLst>
          </p:cNvPr>
          <p:cNvSpPr/>
          <p:nvPr/>
        </p:nvSpPr>
        <p:spPr>
          <a:xfrm>
            <a:off x="4164109" y="26517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開發動機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30" name="Rectangle 55">
            <a:extLst>
              <a:ext uri="{FF2B5EF4-FFF2-40B4-BE49-F238E27FC236}">
                <a16:creationId xmlns:a16="http://schemas.microsoft.com/office/drawing/2014/main" id="{492737C2-B6C9-261B-E21D-F172460BF837}"/>
              </a:ext>
            </a:extLst>
          </p:cNvPr>
          <p:cNvSpPr/>
          <p:nvPr/>
        </p:nvSpPr>
        <p:spPr>
          <a:xfrm>
            <a:off x="5121966" y="26284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chemeClr val="bg1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個軌道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6" name="Rectangle 78">
            <a:extLst>
              <a:ext uri="{FF2B5EF4-FFF2-40B4-BE49-F238E27FC236}">
                <a16:creationId xmlns:a16="http://schemas.microsoft.com/office/drawing/2014/main" id="{B4C8BAF4-32D9-0125-A3B8-D6FB209520E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3102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D480-4B75-2BA4-32A0-4406C1D9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078F63B-DA90-319C-BDCA-687A9420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測試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28735D-F58B-7698-4828-89238295F66F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9987DD92-D63E-371F-9028-58A82F0826C0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77389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3AE6-EE1D-50FA-38B3-D1E0F393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4">
            <a:extLst>
              <a:ext uri="{FF2B5EF4-FFF2-40B4-BE49-F238E27FC236}">
                <a16:creationId xmlns:a16="http://schemas.microsoft.com/office/drawing/2014/main" id="{98FE11A8-DD45-4107-ECC4-F441364892F4}"/>
              </a:ext>
            </a:extLst>
          </p:cNvPr>
          <p:cNvSpPr/>
          <p:nvPr/>
        </p:nvSpPr>
        <p:spPr>
          <a:xfrm>
            <a:off x="725384" y="1775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zh-TW" altLang="en-US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（R01 → R07）</a:t>
            </a:r>
            <a:endParaRPr lang="zh-TW" sz="2400" noProof="1"/>
          </a:p>
        </p:txBody>
      </p:sp>
      <p:graphicFrame>
        <p:nvGraphicFramePr>
          <p:cNvPr id="56" name="Table 0">
            <a:extLst>
              <a:ext uri="{FF2B5EF4-FFF2-40B4-BE49-F238E27FC236}">
                <a16:creationId xmlns:a16="http://schemas.microsoft.com/office/drawing/2014/main" id="{A9DE674F-B645-E5B0-FB89-EB9EE556B71B}"/>
              </a:ext>
            </a:extLst>
          </p:cNvPr>
          <p:cNvGraphicFramePr>
            <a:graphicFrameLocks noGrp="1"/>
          </p:cNvGraphicFramePr>
          <p:nvPr/>
        </p:nvGraphicFramePr>
        <p:xfrm>
          <a:off x="607214" y="2174975"/>
          <a:ext cx="6056416" cy="1920240"/>
        </p:xfrm>
        <a:graphic>
          <a:graphicData uri="http://schemas.openxmlformats.org/drawingml/2006/table">
            <a:tbl>
              <a:tblPr/>
              <a:tblGrid>
                <a:gridCol w="99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輪次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測試結果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R01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無篩選，回傳全庫 2,169 筆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800" noProof="1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可信度低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R02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語意篩選生效，發現 20</a:t>
                      </a:r>
                      <a:r>
                        <a:rPr lang="en-US" alt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</a:t>
                      </a: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資料缺口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800" noProof="1">
                          <a:solidFill>
                            <a:srgbClr val="E8A3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發現缺口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R04–06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繼續測試補充，直到搜尋結果確實降低</a:t>
                      </a:r>
                      <a:r>
                        <a:rPr lang="en-US" alt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&amp;</a:t>
                      </a:r>
                      <a:r>
                        <a:rPr lang="zh-TW" altLang="en-US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精準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80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r>
                        <a:rPr lang="zh-TW" altLang="en-US" sz="180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填補缺口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R07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語意升級</a:t>
                      </a:r>
                      <a:r>
                        <a:rPr lang="zh-TW" altLang="en-US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696</a:t>
                      </a:r>
                      <a:r>
                        <a:rPr lang="zh-TW" altLang="en-US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筆</a:t>
                      </a: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172.3 筆，精準 4 倍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800" b="1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</a:t>
                      </a:r>
                      <a:r>
                        <a:rPr lang="zh-TW" altLang="en-US" sz="1800" b="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精準搜尋</a:t>
                      </a:r>
                      <a:endParaRPr lang="zh-TW" sz="1800" b="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Shape 25">
            <a:extLst>
              <a:ext uri="{FF2B5EF4-FFF2-40B4-BE49-F238E27FC236}">
                <a16:creationId xmlns:a16="http://schemas.microsoft.com/office/drawing/2014/main" id="{37DC2317-F456-BEDB-45E4-3D4E65BA3E0F}"/>
              </a:ext>
            </a:extLst>
          </p:cNvPr>
          <p:cNvSpPr/>
          <p:nvPr/>
        </p:nvSpPr>
        <p:spPr>
          <a:xfrm>
            <a:off x="725384" y="4174637"/>
            <a:ext cx="5820076" cy="2240281"/>
          </a:xfrm>
          <a:prstGeom prst="roundRect">
            <a:avLst>
              <a:gd name="adj" fmla="val 3871"/>
            </a:avLst>
          </a:prstGeom>
          <a:solidFill>
            <a:srgbClr val="E0F2EF"/>
          </a:solidFill>
          <a:ln w="9525">
            <a:solidFill>
              <a:srgbClr val="0BA08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196F5BA-63F8-2F67-B7B2-5BB6F1850031}"/>
              </a:ext>
            </a:extLst>
          </p:cNvPr>
          <p:cNvSpPr/>
          <p:nvPr/>
        </p:nvSpPr>
        <p:spPr>
          <a:xfrm>
            <a:off x="885404" y="434837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8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zh-TW" altLang="en-US" sz="28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zh-TW" sz="2800" noProof="1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7F105CA-69D9-EDD0-10BA-2FB9405CDB19}"/>
              </a:ext>
            </a:extLst>
          </p:cNvPr>
          <p:cNvSpPr/>
          <p:nvPr/>
        </p:nvSpPr>
        <p:spPr>
          <a:xfrm>
            <a:off x="908263" y="4680955"/>
            <a:ext cx="5415815" cy="157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產業 × 10 需求＝100 個模擬情境。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自動腳本驗證</a:t>
            </a:r>
            <a:r>
              <a:rPr lang="zh-TW" sz="16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 AI 問答品質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每輪</a:t>
            </a:r>
            <a:r>
              <a:rPr lang="zh-TW" altLang="en-US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復盤結果，挖掘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</a:t>
            </a:r>
            <a:r>
              <a:rPr lang="zh-TW" altLang="en-US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並加以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分析，</a:t>
            </a:r>
            <a:r>
              <a:rPr lang="zh-TW" sz="16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驅動資料補充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zh-TW" sz="1600" b="1" noProof="1">
              <a:solidFill>
                <a:srgbClr val="06564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驗收目標：搜尋引擎 + LLM是否能辨識語意與差異化。</a:t>
            </a:r>
            <a:endParaRPr lang="zh-TW" sz="1600" noProof="1"/>
          </a:p>
        </p:txBody>
      </p:sp>
      <p:sp>
        <p:nvSpPr>
          <p:cNvPr id="65" name="標題 1">
            <a:extLst>
              <a:ext uri="{FF2B5EF4-FFF2-40B4-BE49-F238E27FC236}">
                <a16:creationId xmlns:a16="http://schemas.microsoft.com/office/drawing/2014/main" id="{8560F721-F698-901F-339B-55F3861AE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 七輪迭代</a:t>
            </a:r>
            <a:endParaRPr lang="zh-TW" noProof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14B1CB-B144-7D0D-A6ED-1F2DF2C0C2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目的：提高搜尋結果的可信度 </a:t>
            </a:r>
            <a:endParaRPr lang="zh-TW" altLang="en-US" b="1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50C4B52-7C4D-3AF0-E4B6-FD708BF1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49589"/>
              </p:ext>
            </p:extLst>
          </p:nvPr>
        </p:nvGraphicFramePr>
        <p:xfrm>
          <a:off x="6897113" y="2063581"/>
          <a:ext cx="5075814" cy="4351337"/>
        </p:xfrm>
        <a:graphic>
          <a:graphicData uri="http://schemas.openxmlformats.org/drawingml/2006/table">
            <a:tbl>
              <a:tblPr/>
              <a:tblGrid>
                <a:gridCol w="845969">
                  <a:extLst>
                    <a:ext uri="{9D8B030D-6E8A-4147-A177-3AD203B41FA5}">
                      <a16:colId xmlns:a16="http://schemas.microsoft.com/office/drawing/2014/main" val="1498627433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27607941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60523850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968980801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532799054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253464306"/>
                    </a:ext>
                  </a:extLst>
                </a:gridCol>
              </a:tblGrid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輪次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方案數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0缺口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0失效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有效問答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平均筆數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686198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R01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假值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890933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20個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4個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80/100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128.7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65359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R03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22個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3個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78/100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646287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R04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694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76653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R05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98/100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060881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62516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R07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172.3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4279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9A19E11D-E30C-0343-4760-A77566C3EE6A}"/>
              </a:ext>
            </a:extLst>
          </p:cNvPr>
          <p:cNvSpPr txBox="1"/>
          <p:nvPr/>
        </p:nvSpPr>
        <p:spPr>
          <a:xfrm>
            <a:off x="6897113" y="1613871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buNone/>
            </a:pPr>
            <a:r>
              <a:rPr lang="zh-TW" altLang="zh-TW" b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</a:rPr>
              <a:t>模擬測試歷輪比較（Round 01–07）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測試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5E31C4FC-BB8C-70F7-D2B8-290166B29C27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71541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5764-E3A6-6919-C41E-57351B2B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89EDB7A-6D09-6C6E-BD24-0110887E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檢驗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DCC01B6-F619-7FD8-3E3C-B8CD41FCBCB2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自我檢視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46AFB531-8241-4616-F50E-554578E84AA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68626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22C11888-33DA-AB53-8EA8-4B7FD841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zh-TW" noProof="1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40802A4-4216-B50E-692A-52B3140966C7}"/>
              </a:ext>
            </a:extLst>
          </p:cNvPr>
          <p:cNvGrpSpPr/>
          <p:nvPr/>
        </p:nvGrpSpPr>
        <p:grpSpPr>
          <a:xfrm>
            <a:off x="514676" y="1893181"/>
            <a:ext cx="5439810" cy="4386570"/>
            <a:chOff x="819476" y="2150146"/>
            <a:chExt cx="4297680" cy="3465576"/>
          </a:xfrm>
        </p:grpSpPr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0AFC68D9-387E-2998-2640-22EA582F0A19}"/>
                </a:ext>
              </a:extLst>
            </p:cNvPr>
            <p:cNvSpPr/>
            <p:nvPr/>
          </p:nvSpPr>
          <p:spPr>
            <a:xfrm>
              <a:off x="819476" y="2150146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四維度評分（1–5 分）</a:t>
              </a:r>
              <a:endParaRPr lang="zh-TW" sz="2000" noProof="1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AAB5D0BD-E549-5D22-6CAF-C6FB27CC5468}"/>
                </a:ext>
              </a:extLst>
            </p:cNvPr>
            <p:cNvSpPr/>
            <p:nvPr/>
          </p:nvSpPr>
          <p:spPr>
            <a:xfrm>
              <a:off x="819476" y="2515906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1E45D8FA-0966-F45C-C3AB-EC543FA5973F}"/>
                </a:ext>
              </a:extLst>
            </p:cNvPr>
            <p:cNvSpPr/>
            <p:nvPr/>
          </p:nvSpPr>
          <p:spPr>
            <a:xfrm>
              <a:off x="929204" y="2634778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8BE33B4B-C713-8DF3-3F12-931229E055A2}"/>
                </a:ext>
              </a:extLst>
            </p:cNvPr>
            <p:cNvSpPr/>
            <p:nvPr/>
          </p:nvSpPr>
          <p:spPr>
            <a:xfrm>
              <a:off x="929204" y="2634778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功能力</a:t>
              </a:r>
              <a:endParaRPr lang="zh-TW" noProof="1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5A99EA2B-E17A-F095-906B-8DAA3374C7CA}"/>
                </a:ext>
              </a:extLst>
            </p:cNvPr>
            <p:cNvSpPr/>
            <p:nvPr/>
          </p:nvSpPr>
          <p:spPr>
            <a:xfrm>
              <a:off x="1898468" y="2515906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TW" altLang="zh-TW" sz="1600"/>
                <a:t>desc 和 feat </a:t>
              </a:r>
              <a:r>
                <a:rPr lang="zh-TW" altLang="zh-TW" sz="1600" b="1"/>
                <a:t>有沒有把功能寫清楚</a:t>
              </a:r>
              <a:r>
                <a:rPr lang="zh-TW" altLang="zh-TW" sz="1600"/>
                <a:t>、tech_tags </a:t>
              </a:r>
              <a:r>
                <a:rPr lang="zh-TW" altLang="zh-TW" sz="1600" b="1"/>
                <a:t>有沒有標</a:t>
              </a:r>
              <a:r>
                <a:rPr lang="zh-TW" altLang="zh-TW" sz="1600"/>
                <a:t>、category </a:t>
              </a:r>
              <a:r>
                <a:rPr lang="zh-TW" altLang="zh-TW" sz="1600" b="1"/>
                <a:t>有沒有對到</a:t>
              </a:r>
              <a:endParaRPr lang="zh-TW" b="1" noProof="1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33159037-41AA-4092-0090-3F90E772130B}"/>
                </a:ext>
              </a:extLst>
            </p:cNvPr>
            <p:cNvSpPr/>
            <p:nvPr/>
          </p:nvSpPr>
          <p:spPr>
            <a:xfrm>
              <a:off x="819476" y="3137698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8821C8F-283D-EB63-B85F-48C8061754B6}"/>
                </a:ext>
              </a:extLst>
            </p:cNvPr>
            <p:cNvSpPr/>
            <p:nvPr/>
          </p:nvSpPr>
          <p:spPr>
            <a:xfrm>
              <a:off x="929204" y="3256570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8A87AF02-87FF-840A-74B9-436C35163B98}"/>
                </a:ext>
              </a:extLst>
            </p:cNvPr>
            <p:cNvSpPr/>
            <p:nvPr/>
          </p:nvSpPr>
          <p:spPr>
            <a:xfrm>
              <a:off x="929204" y="3256570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價格力</a:t>
              </a:r>
              <a:endParaRPr lang="zh-TW" noProof="1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031635FF-A0D9-14AD-A7A9-B115ECCA66F0}"/>
                </a:ext>
              </a:extLst>
            </p:cNvPr>
            <p:cNvSpPr/>
            <p:nvPr/>
          </p:nvSpPr>
          <p:spPr>
            <a:xfrm>
              <a:off x="1898468" y="3137698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TW" altLang="zh-TW" sz="1600"/>
                <a:t>price 和 price_tier 有沒有明確填寫、月費或一次費用有沒有</a:t>
              </a:r>
              <a:r>
                <a:rPr lang="zh-TW" altLang="zh-TW" sz="1600" b="1"/>
                <a:t>具體數字</a:t>
              </a:r>
              <a:endParaRPr lang="zh-TW" sz="1600" b="1" noProof="1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F402751B-DF43-A13F-CEC9-83A7097A6F4B}"/>
                </a:ext>
              </a:extLst>
            </p:cNvPr>
            <p:cNvSpPr/>
            <p:nvPr/>
          </p:nvSpPr>
          <p:spPr>
            <a:xfrm>
              <a:off x="819476" y="3759490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69A81416-E294-CE3C-C86D-DB39A5AA848B}"/>
                </a:ext>
              </a:extLst>
            </p:cNvPr>
            <p:cNvSpPr/>
            <p:nvPr/>
          </p:nvSpPr>
          <p:spPr>
            <a:xfrm>
              <a:off x="929204" y="3878362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FFCEBF17-A6E9-E5B8-4792-46DD9AEB78BA}"/>
                </a:ext>
              </a:extLst>
            </p:cNvPr>
            <p:cNvSpPr/>
            <p:nvPr/>
          </p:nvSpPr>
          <p:spPr>
            <a:xfrm>
              <a:off x="929204" y="3878362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支援度</a:t>
              </a:r>
              <a:endParaRPr lang="zh-TW" noProof="1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1ECCB84C-B674-5CA9-E106-5E942748DA7D}"/>
                </a:ext>
              </a:extLst>
            </p:cNvPr>
            <p:cNvSpPr/>
            <p:nvPr/>
          </p:nvSpPr>
          <p:spPr>
            <a:xfrm>
              <a:off x="1898468" y="3759490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TW" altLang="zh-TW" sz="1600"/>
                <a:t>desc 和 feat 有沒有提到</a:t>
              </a:r>
              <a:r>
                <a:rPr lang="zh-TW" altLang="zh-TW" sz="1600" b="1"/>
                <a:t>導入協助</a:t>
              </a:r>
              <a:r>
                <a:rPr lang="zh-TW" altLang="zh-TW" sz="1600"/>
                <a:t>、</a:t>
              </a:r>
              <a:r>
                <a:rPr lang="zh-TW" altLang="zh-TW" sz="1600" b="1"/>
                <a:t>教育訓練</a:t>
              </a:r>
              <a:r>
                <a:rPr lang="zh-TW" altLang="en-US" sz="1600"/>
                <a:t>或是</a:t>
              </a:r>
              <a:r>
                <a:rPr lang="zh-TW" altLang="zh-TW" sz="1600" b="1"/>
                <a:t>售後服務</a:t>
              </a:r>
              <a:endParaRPr lang="zh-TW" sz="1600" b="1" noProof="1"/>
            </a:p>
          </p:txBody>
        </p:sp>
        <p:sp>
          <p:nvSpPr>
            <p:cNvPr id="33" name="Shape 15">
              <a:extLst>
                <a:ext uri="{FF2B5EF4-FFF2-40B4-BE49-F238E27FC236}">
                  <a16:creationId xmlns:a16="http://schemas.microsoft.com/office/drawing/2014/main" id="{F36C0911-22D1-6AB9-299C-3F068A433482}"/>
                </a:ext>
              </a:extLst>
            </p:cNvPr>
            <p:cNvSpPr/>
            <p:nvPr/>
          </p:nvSpPr>
          <p:spPr>
            <a:xfrm>
              <a:off x="819476" y="4381282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392B1CB9-76A8-8175-1961-EC8D1548844C}"/>
                </a:ext>
              </a:extLst>
            </p:cNvPr>
            <p:cNvSpPr/>
            <p:nvPr/>
          </p:nvSpPr>
          <p:spPr>
            <a:xfrm>
              <a:off x="929204" y="4500154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E8A33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575E7B23-4A20-877F-EDCE-A883AF593903}"/>
                </a:ext>
              </a:extLst>
            </p:cNvPr>
            <p:cNvSpPr/>
            <p:nvPr/>
          </p:nvSpPr>
          <p:spPr>
            <a:xfrm>
              <a:off x="929204" y="4500154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創新力</a:t>
              </a:r>
              <a:endParaRPr lang="zh-TW" noProof="1"/>
            </a:p>
          </p:txBody>
        </p:sp>
        <p:sp>
          <p:nvSpPr>
            <p:cNvPr id="39" name="Text 18">
              <a:extLst>
                <a:ext uri="{FF2B5EF4-FFF2-40B4-BE49-F238E27FC236}">
                  <a16:creationId xmlns:a16="http://schemas.microsoft.com/office/drawing/2014/main" id="{D828A9DF-A6A9-D4B0-8298-B181BB74775A}"/>
                </a:ext>
              </a:extLst>
            </p:cNvPr>
            <p:cNvSpPr/>
            <p:nvPr/>
          </p:nvSpPr>
          <p:spPr>
            <a:xfrm>
              <a:off x="1898468" y="4381282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TW" altLang="zh-TW" sz="1600"/>
                <a:t>tech_tags 有沒有 </a:t>
              </a:r>
              <a:r>
                <a:rPr lang="zh-TW" altLang="zh-TW" sz="1600" b="1"/>
                <a:t>AI</a:t>
              </a:r>
              <a:r>
                <a:rPr lang="zh-TW" altLang="zh-TW" sz="1600"/>
                <a:t> 或</a:t>
              </a:r>
              <a:r>
                <a:rPr lang="zh-TW" altLang="zh-TW" sz="1600" b="1"/>
                <a:t>新興技術標籤</a:t>
              </a:r>
              <a:r>
                <a:rPr lang="zh-TW" altLang="zh-TW" sz="1600"/>
                <a:t>、</a:t>
              </a:r>
              <a:r>
                <a:rPr lang="zh-TW" altLang="zh-TW" sz="1600" b="1"/>
                <a:t>desc</a:t>
              </a:r>
              <a:r>
                <a:rPr lang="zh-TW" altLang="zh-TW" sz="1600"/>
                <a:t> 有沒有描述差異化或獨特技術切入點</a:t>
              </a:r>
              <a:endParaRPr lang="zh-TW" sz="1600" noProof="1"/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6A0C25A5-AB10-F0A4-8E82-14CBCC3738CC}"/>
                </a:ext>
              </a:extLst>
            </p:cNvPr>
            <p:cNvSpPr/>
            <p:nvPr/>
          </p:nvSpPr>
          <p:spPr>
            <a:xfrm>
              <a:off x="819476" y="5048794"/>
              <a:ext cx="4297680" cy="566928"/>
            </a:xfrm>
            <a:prstGeom prst="roundRect">
              <a:avLst>
                <a:gd name="adj" fmla="val 8065"/>
              </a:avLst>
            </a:prstGeom>
            <a:solidFill>
              <a:srgbClr val="0D2237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A16EB2D5-0B7A-C3A0-11F3-AE4B8BE1FCBB}"/>
                </a:ext>
              </a:extLst>
            </p:cNvPr>
            <p:cNvSpPr/>
            <p:nvPr/>
          </p:nvSpPr>
          <p:spPr>
            <a:xfrm>
              <a:off x="1002355" y="5039845"/>
              <a:ext cx="165727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2800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綜合評</a:t>
              </a:r>
              <a:r>
                <a:rPr lang="zh-TW" altLang="en-US" sz="2800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分</a:t>
              </a:r>
              <a:endParaRPr lang="zh-TW" sz="2800" noProof="1"/>
            </a:p>
          </p:txBody>
        </p:sp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0C2F1403-8F70-C3B5-7F57-E0D224FA82BC}"/>
              </a:ext>
            </a:extLst>
          </p:cNvPr>
          <p:cNvGrpSpPr/>
          <p:nvPr/>
        </p:nvGrpSpPr>
        <p:grpSpPr>
          <a:xfrm>
            <a:off x="6381810" y="2340252"/>
            <a:ext cx="5064034" cy="3672950"/>
            <a:chOff x="4983480" y="1078992"/>
            <a:chExt cx="3794760" cy="2752344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00DBD853-D65E-277A-A016-475D8B9B3B48}"/>
                </a:ext>
              </a:extLst>
            </p:cNvPr>
            <p:cNvSpPr/>
            <p:nvPr/>
          </p:nvSpPr>
          <p:spPr>
            <a:xfrm>
              <a:off x="4983480" y="1078992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48" name="Text 23">
              <a:extLst>
                <a:ext uri="{FF2B5EF4-FFF2-40B4-BE49-F238E27FC236}">
                  <a16:creationId xmlns:a16="http://schemas.microsoft.com/office/drawing/2014/main" id="{56DB2F28-B37D-1B51-BA16-0E0C0612A224}"/>
                </a:ext>
              </a:extLst>
            </p:cNvPr>
            <p:cNvSpPr/>
            <p:nvPr/>
          </p:nvSpPr>
          <p:spPr>
            <a:xfrm>
              <a:off x="5138928" y="1170432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方案查詢排序</a:t>
              </a:r>
              <a:endParaRPr lang="en-US" sz="2400"/>
            </a:p>
          </p:txBody>
        </p:sp>
        <p:sp>
          <p:nvSpPr>
            <p:cNvPr id="50" name="Text 24">
              <a:extLst>
                <a:ext uri="{FF2B5EF4-FFF2-40B4-BE49-F238E27FC236}">
                  <a16:creationId xmlns:a16="http://schemas.microsoft.com/office/drawing/2014/main" id="{2A734810-DA89-5370-A545-1D60D4D2D240}"/>
                </a:ext>
              </a:extLst>
            </p:cNvPr>
            <p:cNvSpPr/>
            <p:nvPr/>
          </p:nvSpPr>
          <p:spPr>
            <a:xfrm>
              <a:off x="5138928" y="1444752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搜尋結果依綜合評分高→低</a:t>
              </a:r>
            </a:p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顧問首先看到的</a:t>
              </a:r>
              <a:r>
                <a:rPr lang="zh-TW" alt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最符合搜尋需求的</a:t>
              </a:r>
              <a:r>
                <a:rPr 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</a:t>
              </a:r>
              <a:endParaRPr lang="en-US" sz="1600" b="1"/>
            </a:p>
          </p:txBody>
        </p:sp>
        <p:sp>
          <p:nvSpPr>
            <p:cNvPr id="52" name="Shape 25">
              <a:extLst>
                <a:ext uri="{FF2B5EF4-FFF2-40B4-BE49-F238E27FC236}">
                  <a16:creationId xmlns:a16="http://schemas.microsoft.com/office/drawing/2014/main" id="{E5C9E48D-F771-D425-8765-11ADE09DBE98}"/>
                </a:ext>
              </a:extLst>
            </p:cNvPr>
            <p:cNvSpPr/>
            <p:nvPr/>
          </p:nvSpPr>
          <p:spPr>
            <a:xfrm>
              <a:off x="4983480" y="2020824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54" name="Text 26">
              <a:extLst>
                <a:ext uri="{FF2B5EF4-FFF2-40B4-BE49-F238E27FC236}">
                  <a16:creationId xmlns:a16="http://schemas.microsoft.com/office/drawing/2014/main" id="{82845C56-5F3B-46D1-D956-41C29E9F7C18}"/>
                </a:ext>
              </a:extLst>
            </p:cNvPr>
            <p:cNvSpPr/>
            <p:nvPr/>
          </p:nvSpPr>
          <p:spPr>
            <a:xfrm>
              <a:off x="5138928" y="2112264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競爭態勢・資服星圖</a:t>
              </a:r>
              <a:endParaRPr lang="en-US" sz="2400"/>
            </a:p>
          </p:txBody>
        </p:sp>
        <p:sp>
          <p:nvSpPr>
            <p:cNvPr id="56" name="Text 27">
              <a:extLst>
                <a:ext uri="{FF2B5EF4-FFF2-40B4-BE49-F238E27FC236}">
                  <a16:creationId xmlns:a16="http://schemas.microsoft.com/office/drawing/2014/main" id="{4936D761-FF1B-9C24-322D-896B074BF637}"/>
                </a:ext>
              </a:extLst>
            </p:cNvPr>
            <p:cNvSpPr/>
            <p:nvPr/>
          </p:nvSpPr>
          <p:spPr>
            <a:xfrm>
              <a:off x="5138928" y="2386584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G2 </a:t>
              </a:r>
              <a:r>
                <a:rPr lang="en-US" sz="1600" err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式四象限氣泡圖</a:t>
              </a:r>
              <a:endParaRPr lang="en-US" sz="1600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 err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營運能量</a:t>
              </a: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× 技術創新能量，動能分數即時排名</a:t>
              </a:r>
              <a:endParaRPr lang="en-US" sz="1600"/>
            </a:p>
          </p:txBody>
        </p:sp>
        <p:sp>
          <p:nvSpPr>
            <p:cNvPr id="58" name="Shape 28">
              <a:extLst>
                <a:ext uri="{FF2B5EF4-FFF2-40B4-BE49-F238E27FC236}">
                  <a16:creationId xmlns:a16="http://schemas.microsoft.com/office/drawing/2014/main" id="{1433D18C-EE12-E9B9-4DCA-A29D52C63447}"/>
                </a:ext>
              </a:extLst>
            </p:cNvPr>
            <p:cNvSpPr/>
            <p:nvPr/>
          </p:nvSpPr>
          <p:spPr>
            <a:xfrm>
              <a:off x="4983480" y="2962656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60" name="Text 29">
              <a:extLst>
                <a:ext uri="{FF2B5EF4-FFF2-40B4-BE49-F238E27FC236}">
                  <a16:creationId xmlns:a16="http://schemas.microsoft.com/office/drawing/2014/main" id="{366DD0ED-F092-0FF6-E2D9-041453A15040}"/>
                </a:ext>
              </a:extLst>
            </p:cNvPr>
            <p:cNvSpPr/>
            <p:nvPr/>
          </p:nvSpPr>
          <p:spPr>
            <a:xfrm>
              <a:off x="5138928" y="3054096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方案對決・雷達圖</a:t>
              </a:r>
              <a:endParaRPr lang="en-US" sz="2400"/>
            </a:p>
          </p:txBody>
        </p:sp>
        <p:sp>
          <p:nvSpPr>
            <p:cNvPr id="62" name="Text 30">
              <a:extLst>
                <a:ext uri="{FF2B5EF4-FFF2-40B4-BE49-F238E27FC236}">
                  <a16:creationId xmlns:a16="http://schemas.microsoft.com/office/drawing/2014/main" id="{E55A7BA9-380B-99E0-61B8-2C3C863BB1B6}"/>
                </a:ext>
              </a:extLst>
            </p:cNvPr>
            <p:cNvSpPr/>
            <p:nvPr/>
          </p:nvSpPr>
          <p:spPr>
            <a:xfrm>
              <a:off x="5138928" y="3328416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挑 2–3 個方案，四大能力雷達逐項對照，選型短名單最後決選</a:t>
              </a:r>
              <a:endParaRPr lang="en-US" sz="1600"/>
            </a:p>
          </p:txBody>
        </p:sp>
      </p:grpSp>
      <p:sp>
        <p:nvSpPr>
          <p:cNvPr id="69" name="Text 2">
            <a:extLst>
              <a:ext uri="{FF2B5EF4-FFF2-40B4-BE49-F238E27FC236}">
                <a16:creationId xmlns:a16="http://schemas.microsoft.com/office/drawing/2014/main" id="{D076BB14-D9EB-69E1-A804-86F4EBFCCFC0}"/>
              </a:ext>
            </a:extLst>
          </p:cNvPr>
          <p:cNvSpPr/>
          <p:nvPr/>
        </p:nvSpPr>
        <p:spPr>
          <a:xfrm>
            <a:off x="6381810" y="1893181"/>
            <a:ext cx="5439810" cy="37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具體的收穫</a:t>
            </a:r>
            <a:endParaRPr lang="en-US" altLang="zh-TW" sz="20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165EBF89-0FE3-CD13-36E3-E12325419C15}"/>
              </a:ext>
            </a:extLst>
          </p:cNvPr>
          <p:cNvSpPr txBox="1"/>
          <p:nvPr/>
        </p:nvSpPr>
        <p:spPr>
          <a:xfrm>
            <a:off x="2265847" y="5752135"/>
            <a:ext cx="3930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四維度加權，支撐</a:t>
            </a:r>
            <a:r>
              <a:rPr lang="zh-TW" altLang="en-US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</a:t>
            </a:r>
            <a:r>
              <a:rPr lang="zh-TW" altLang="zh-TW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</a:t>
            </a:r>
            <a:endParaRPr lang="zh-TW" altLang="en-US" sz="200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7BCCE8E-3542-E049-9F5C-81F3D13A524C}"/>
              </a:ext>
            </a:extLst>
          </p:cNvPr>
          <p:cNvSpPr txBox="1"/>
          <p:nvPr/>
        </p:nvSpPr>
        <p:spPr>
          <a:xfrm>
            <a:off x="725384" y="1164161"/>
            <a:ext cx="1072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</a:t>
            </a:r>
            <a:r>
              <a:rPr lang="zh-TW" altLang="zh-TW"/>
              <a:t>以2,322 筆方案建立排名，讓</a:t>
            </a:r>
            <a:r>
              <a:rPr lang="zh-TW" altLang="en-US"/>
              <a:t>方案搜尋結果</a:t>
            </a:r>
            <a:r>
              <a:rPr lang="zh-TW" altLang="zh-TW" b="1"/>
              <a:t>從「憑印象」升級為「數據</a:t>
            </a:r>
            <a:r>
              <a:rPr lang="zh-TW" altLang="en-US" b="1"/>
              <a:t>支持</a:t>
            </a:r>
            <a:r>
              <a:rPr lang="zh-TW" altLang="zh-TW" b="1"/>
              <a:t>」</a:t>
            </a:r>
            <a:r>
              <a:rPr lang="zh-TW" altLang="zh-TW"/>
              <a:t>。</a:t>
            </a:r>
            <a:endParaRPr lang="zh-TW" altLang="en-US" b="1"/>
          </a:p>
        </p:txBody>
      </p:sp>
      <p:sp>
        <p:nvSpPr>
          <p:cNvPr id="72" name="Rectangle 7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7398D43B-32F4-54AE-839C-7EB36D5B14F3}"/>
              </a:ext>
            </a:extLst>
          </p:cNvPr>
          <p:cNvSpPr/>
          <p:nvPr/>
        </p:nvSpPr>
        <p:spPr>
          <a:xfrm>
            <a:off x="8085327" y="26819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資料評分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D3B60629-BACF-2D1F-A5D9-952AD7A44E02}"/>
              </a:ext>
            </a:extLst>
          </p:cNvPr>
          <p:cNvSpPr/>
          <p:nvPr/>
        </p:nvSpPr>
        <p:spPr>
          <a:xfrm>
            <a:off x="9043184" y="26586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rgbClr val="8A969E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個軌道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2" name="Rectangle 78">
            <a:extLst>
              <a:ext uri="{FF2B5EF4-FFF2-40B4-BE49-F238E27FC236}">
                <a16:creationId xmlns:a16="http://schemas.microsoft.com/office/drawing/2014/main" id="{8E35D268-F1D3-32A3-74C2-7B027239371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01229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548BD0E-1A44-3CF0-F907-08522310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自我檢視</a:t>
            </a:r>
            <a:endParaRPr lang="en-US" altLang="zh-TW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B3B11BC-6DE1-38DA-4708-C6B0AB255D33}"/>
              </a:ext>
            </a:extLst>
          </p:cNvPr>
          <p:cNvSpPr/>
          <p:nvPr/>
        </p:nvSpPr>
        <p:spPr>
          <a:xfrm>
            <a:off x="865609" y="16816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各維度分布統計（全庫）</a:t>
            </a:r>
            <a:endParaRPr lang="en-US" sz="20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190E1DE4-419A-4582-9EC0-A6641A929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29941"/>
              </p:ext>
            </p:extLst>
          </p:nvPr>
        </p:nvGraphicFramePr>
        <p:xfrm>
          <a:off x="865609" y="2144196"/>
          <a:ext cx="4699581" cy="2926518"/>
        </p:xfrm>
        <a:graphic>
          <a:graphicData uri="http://schemas.openxmlformats.org/drawingml/2006/table">
            <a:tbl>
              <a:tblPr/>
              <a:tblGrid>
                <a:gridCol w="11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4分占比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鑑別度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83.5%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0.57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趨同嚴重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68.4%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0.63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趨同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A5A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A5A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中等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創新力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28.9%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1.14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鑑別度最佳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綜合評分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0.44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</a:t>
                      </a:r>
                      <a:r>
                        <a:rPr lang="zh-TW" altLang="en-US" sz="16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排序可用</a:t>
                      </a:r>
                      <a:endParaRPr lang="en-US" sz="16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95FA4504-165B-6187-0140-44D2421EA336}"/>
              </a:ext>
            </a:extLst>
          </p:cNvPr>
          <p:cNvGrpSpPr/>
          <p:nvPr/>
        </p:nvGrpSpPr>
        <p:grpSpPr>
          <a:xfrm>
            <a:off x="884792" y="5305432"/>
            <a:ext cx="4699580" cy="1304918"/>
            <a:chOff x="884791" y="4855464"/>
            <a:chExt cx="4480560" cy="1005840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6C5DF150-C4B7-CB93-3A3B-DA0C3A7C515F}"/>
                </a:ext>
              </a:extLst>
            </p:cNvPr>
            <p:cNvSpPr/>
            <p:nvPr/>
          </p:nvSpPr>
          <p:spPr>
            <a:xfrm>
              <a:off x="884791" y="4855464"/>
              <a:ext cx="4480560" cy="1005840"/>
            </a:xfrm>
            <a:prstGeom prst="roundRect">
              <a:avLst>
                <a:gd name="adj" fmla="val 5455"/>
              </a:avLst>
            </a:prstGeom>
            <a:solidFill>
              <a:srgbClr val="FBF0ED"/>
            </a:solidFill>
            <a:ln w="9525">
              <a:solidFill>
                <a:srgbClr val="D9604A"/>
              </a:solidFill>
              <a:prstDash val="solid"/>
            </a:ln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CCFA16DF-4E1E-35D2-BC3C-901464560280}"/>
                </a:ext>
              </a:extLst>
            </p:cNvPr>
            <p:cNvSpPr/>
            <p:nvPr/>
          </p:nvSpPr>
          <p:spPr>
            <a:xfrm>
              <a:off x="1049383" y="4895559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8C3A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根因</a:t>
              </a:r>
              <a:endParaRPr lang="en-US" sz="1400" dirty="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5BEE8B2-CF9F-B2A8-5472-8B3CFD624BB4}"/>
                </a:ext>
              </a:extLst>
            </p:cNvPr>
            <p:cNvSpPr/>
            <p:nvPr/>
          </p:nvSpPr>
          <p:spPr>
            <a:xfrm>
              <a:off x="1049383" y="5151591"/>
              <a:ext cx="4160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全庫 2,322 筆方案以 </a:t>
              </a:r>
              <a:r>
                <a:rPr lang="en-US" altLang="zh-TW" sz="1000"/>
                <a:t>AI</a:t>
              </a:r>
              <a:r>
                <a:rPr lang="zh-TW" altLang="zh-TW" sz="1000"/>
                <a:t> 批次標注四維度評分指數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en-US" sz="1000"/>
                <a:t>呈上，以分數</a:t>
              </a:r>
              <a:r>
                <a:rPr lang="zh-TW" altLang="zh-TW" sz="1000"/>
                <a:t>驅動排序、星圖與選型比較 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分數</a:t>
              </a:r>
              <a:r>
                <a:rPr lang="zh-TW" altLang="en-US" sz="1000"/>
                <a:t>反映</a:t>
              </a:r>
              <a:r>
                <a:rPr lang="zh-TW" altLang="zh-TW" sz="1000"/>
                <a:t>資料完整度：欄位越豐富鑑別度越高，空白給安全分 4 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創新力（SD=1.14）最具區分力；支援度（SD=0.57）趨同，待優化</a:t>
              </a:r>
              <a:endParaRPr lang="zh-TW" altLang="en-US" sz="1000" b="1">
                <a:solidFill>
                  <a:srgbClr val="8C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</p:txBody>
        </p:sp>
      </p:grpSp>
      <p:sp>
        <p:nvSpPr>
          <p:cNvPr id="40" name="Text 20">
            <a:extLst>
              <a:ext uri="{FF2B5EF4-FFF2-40B4-BE49-F238E27FC236}">
                <a16:creationId xmlns:a16="http://schemas.microsoft.com/office/drawing/2014/main" id="{A7247990-B542-8DCB-AB89-0CDB0E54B606}"/>
              </a:ext>
            </a:extLst>
          </p:cNvPr>
          <p:cNvSpPr/>
          <p:nvPr/>
        </p:nvSpPr>
        <p:spPr>
          <a:xfrm>
            <a:off x="6283961" y="4639681"/>
            <a:ext cx="3379803" cy="39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4B1B5343-04F4-8591-9D03-F2DFF7439040}"/>
              </a:ext>
            </a:extLst>
          </p:cNvPr>
          <p:cNvSpPr txBox="1"/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目的：反向檢視評分系統是否可信與有效</a:t>
            </a:r>
            <a:endParaRPr lang="zh-TW" altLang="en-US" b="1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6CD0E1AB-730F-44C1-74AB-66B0B3ABAF82}"/>
              </a:ext>
            </a:extLst>
          </p:cNvPr>
          <p:cNvGrpSpPr/>
          <p:nvPr/>
        </p:nvGrpSpPr>
        <p:grpSpPr>
          <a:xfrm>
            <a:off x="5938838" y="1681604"/>
            <a:ext cx="5710237" cy="1734714"/>
            <a:chOff x="5938838" y="1681604"/>
            <a:chExt cx="5710237" cy="1734714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9287C15D-B2A4-00FA-C1C6-827FCB7417E0}"/>
                </a:ext>
              </a:extLst>
            </p:cNvPr>
            <p:cNvSpPr txBox="1"/>
            <p:nvPr/>
          </p:nvSpPr>
          <p:spPr>
            <a:xfrm>
              <a:off x="5938838" y="2071013"/>
              <a:ext cx="5710237" cy="1345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創新力（1.14）具鑑別力；價格力（0.82）尚可；功能力（0.63）與支援度（0.57）趨同嚴重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根本原因是 desc / feat 欄位填寫不足，不是 prompt 問題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綜合評分（0.44）僅適合排序，不宜直接展示絕對分數</a:t>
              </a:r>
              <a:endParaRPr lang="zh-TW" altLang="en-US" sz="1400"/>
            </a:p>
          </p:txBody>
        </p:sp>
        <p:sp>
          <p:nvSpPr>
            <p:cNvPr id="69" name="Text 2">
              <a:extLst>
                <a:ext uri="{FF2B5EF4-FFF2-40B4-BE49-F238E27FC236}">
                  <a16:creationId xmlns:a16="http://schemas.microsoft.com/office/drawing/2014/main" id="{01EAED49-C436-4311-EB3C-FDE7926FF70F}"/>
                </a:ext>
              </a:extLst>
            </p:cNvPr>
            <p:cNvSpPr/>
            <p:nvPr/>
          </p:nvSpPr>
          <p:spPr>
            <a:xfrm>
              <a:off x="6096000" y="1681604"/>
              <a:ext cx="4480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0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</a:rPr>
                <a:t>鑑別度分析結果</a:t>
              </a:r>
              <a:endPara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18DED327-5015-8DF7-E02C-15CB517B6917}"/>
              </a:ext>
            </a:extLst>
          </p:cNvPr>
          <p:cNvGrpSpPr/>
          <p:nvPr/>
        </p:nvGrpSpPr>
        <p:grpSpPr>
          <a:xfrm>
            <a:off x="6096000" y="4310508"/>
            <a:ext cx="5400675" cy="1411548"/>
            <a:chOff x="5938838" y="1681604"/>
            <a:chExt cx="5710237" cy="1411548"/>
          </a:xfrm>
        </p:grpSpPr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8EF20E2F-0275-0999-3372-BAA752D6B9AE}"/>
                </a:ext>
              </a:extLst>
            </p:cNvPr>
            <p:cNvSpPr txBox="1"/>
            <p:nvPr/>
          </p:nvSpPr>
          <p:spPr>
            <a:xfrm>
              <a:off x="5938838" y="2071013"/>
              <a:ext cx="5710237" cy="10221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補充低分群 desc / feat，重新批次評分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/>
                <a:t>「支援度與功能力 </a:t>
              </a:r>
              <a:r>
                <a:rPr lang="en-US" altLang="zh-TW" sz="1400"/>
                <a:t>prompt </a:t>
              </a:r>
              <a:r>
                <a:rPr lang="zh-TW" altLang="en-US" sz="1400"/>
                <a:t>加入「資料不足時降分」指令」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前端改顯示百分位排名，取代絕對分數</a:t>
              </a:r>
              <a:endParaRPr lang="zh-TW" altLang="en-US" sz="1400"/>
            </a:p>
          </p:txBody>
        </p:sp>
        <p:sp>
          <p:nvSpPr>
            <p:cNvPr id="73" name="Text 2">
              <a:extLst>
                <a:ext uri="{FF2B5EF4-FFF2-40B4-BE49-F238E27FC236}">
                  <a16:creationId xmlns:a16="http://schemas.microsoft.com/office/drawing/2014/main" id="{0AF5856E-73EF-8558-E314-31C9C2C5F7F1}"/>
                </a:ext>
              </a:extLst>
            </p:cNvPr>
            <p:cNvSpPr/>
            <p:nvPr/>
          </p:nvSpPr>
          <p:spPr>
            <a:xfrm>
              <a:off x="6096000" y="1681604"/>
              <a:ext cx="4480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0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</a:rPr>
                <a:t>精進方向</a:t>
              </a:r>
              <a:endPara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</p:grpSp>
      <p:sp>
        <p:nvSpPr>
          <p:cNvPr id="74" name="Rectangle 73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A1E6D8FD-1541-B44B-A23C-D5891AE68232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68727241-81D0-2050-D050-984DBC3FA936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自我檢視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4565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A9FC-E33B-6718-B5F9-F9E80E15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AE83DCC-DF37-5B66-8749-BB842E08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結論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EB4DEB2-1FA9-BF80-D457-84BA248855E5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自我檢視</a:t>
            </a:r>
            <a:endParaRPr lang="en-US" altLang="zh-TW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42BC1-3907-4CBB-54A7-2BCC7B579E1A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52137-51EE-CA97-9B08-0B769FDC4F28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F5CA6-4237-F491-D576-B1A23C68F54C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D17114-CB3A-DB05-AF6C-2526D8B92A4C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1" name="Rectangle 77">
            <a:extLst>
              <a:ext uri="{FF2B5EF4-FFF2-40B4-BE49-F238E27FC236}">
                <a16:creationId xmlns:a16="http://schemas.microsoft.com/office/drawing/2014/main" id="{33F50818-7F90-C63F-235E-A61F2198F29D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3" name="Rectangle 78">
            <a:extLst>
              <a:ext uri="{FF2B5EF4-FFF2-40B4-BE49-F238E27FC236}">
                <a16:creationId xmlns:a16="http://schemas.microsoft.com/office/drawing/2014/main" id="{183EDA8A-D16E-61DF-7984-D2A797F31205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結論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8019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14F16-9C6C-55A2-2705-6A3F2BC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結論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942E50-AD46-41BE-F183-89CB25B6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9435846-4642-60EE-7C88-F96ABAFCB22C}"/>
              </a:ext>
            </a:extLst>
          </p:cNvPr>
          <p:cNvSpPr txBox="1"/>
          <p:nvPr/>
        </p:nvSpPr>
        <p:spPr>
          <a:xfrm>
            <a:off x="403136" y="1307628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253A"/>
                </a:solidFill>
                <a:latin typeface="Microsoft JhengHei"/>
              </a:rPr>
              <a:t>成果回顧</a:t>
            </a: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A74F0516-57EA-2BDC-C723-49ADAB982FB0}"/>
              </a:ext>
            </a:extLst>
          </p:cNvPr>
          <p:cNvGrpSpPr/>
          <p:nvPr/>
        </p:nvGrpSpPr>
        <p:grpSpPr>
          <a:xfrm>
            <a:off x="439712" y="2066224"/>
            <a:ext cx="5266944" cy="3045452"/>
            <a:chOff x="439712" y="2089258"/>
            <a:chExt cx="5266944" cy="1958026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B1A452AB-D561-02F4-3C7D-0EF868AEC273}"/>
                </a:ext>
              </a:extLst>
            </p:cNvPr>
            <p:cNvSpPr/>
            <p:nvPr/>
          </p:nvSpPr>
          <p:spPr>
            <a:xfrm>
              <a:off x="439712" y="2182803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15ABF67F-CD0E-9431-9D50-380B18B602EA}"/>
                </a:ext>
              </a:extLst>
            </p:cNvPr>
            <p:cNvSpPr txBox="1"/>
            <p:nvPr/>
          </p:nvSpPr>
          <p:spPr>
            <a:xfrm>
              <a:off x="439712" y="2174717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7EAC8B8E-1720-3139-D36A-47D72B6C83B2}"/>
                </a:ext>
              </a:extLst>
            </p:cNvPr>
            <p:cNvSpPr txBox="1"/>
            <p:nvPr/>
          </p:nvSpPr>
          <p:spPr>
            <a:xfrm>
              <a:off x="768896" y="2089258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2,322 筆方案 × 842 家業者</a:t>
              </a:r>
            </a:p>
          </p:txBody>
        </p: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129F4CC2-EFEC-314A-D523-CD9BE286CB20}"/>
                </a:ext>
              </a:extLst>
            </p:cNvPr>
            <p:cNvSpPr txBox="1"/>
            <p:nvPr/>
          </p:nvSpPr>
          <p:spPr>
            <a:xfrm>
              <a:off x="768896" y="2403153"/>
              <a:ext cx="4937760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7 大來源整合，統編補查 84.5%，AI 批次補完</a:t>
              </a: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28620204-33D6-C1F4-D63B-5E8FA8F6F540}"/>
                </a:ext>
              </a:extLst>
            </p:cNvPr>
            <p:cNvSpPr/>
            <p:nvPr/>
          </p:nvSpPr>
          <p:spPr>
            <a:xfrm>
              <a:off x="439712" y="2896035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B66857EE-CCB9-838B-B276-38C786F4A1D3}"/>
                </a:ext>
              </a:extLst>
            </p:cNvPr>
            <p:cNvSpPr txBox="1"/>
            <p:nvPr/>
          </p:nvSpPr>
          <p:spPr>
            <a:xfrm>
              <a:off x="439712" y="2887949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195B9CF0-12DB-DA7C-E444-1F373089233A}"/>
                </a:ext>
              </a:extLst>
            </p:cNvPr>
            <p:cNvSpPr txBox="1"/>
            <p:nvPr/>
          </p:nvSpPr>
          <p:spPr>
            <a:xfrm>
              <a:off x="768896" y="2802489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7 輪模擬測試驗證品質</a:t>
              </a:r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922F1BB8-375B-2E74-9BBB-1540E3264139}"/>
                </a:ext>
              </a:extLst>
            </p:cNvPr>
            <p:cNvSpPr txBox="1"/>
            <p:nvPr/>
          </p:nvSpPr>
          <p:spPr>
            <a:xfrm>
              <a:off x="768896" y="3126277"/>
              <a:ext cx="4937760" cy="197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5F6B76"/>
                  </a:solidFill>
                  <a:latin typeface="Microsoft JhengHei"/>
                </a:rPr>
                <a:t>100 情境自動執行，</a:t>
              </a:r>
              <a:r>
                <a:rPr lang="en-US" altLang="zh-TW" sz="1400">
                  <a:solidFill>
                    <a:srgbClr val="5F6B76"/>
                  </a:solidFill>
                  <a:latin typeface="Microsoft JhengHei"/>
                </a:rPr>
                <a:t>7</a:t>
              </a:r>
              <a:r>
                <a:rPr lang="zh-TW" altLang="en-US" sz="1400">
                  <a:solidFill>
                    <a:srgbClr val="5F6B76"/>
                  </a:solidFill>
                  <a:latin typeface="Microsoft JhengHei"/>
                </a:rPr>
                <a:t>輪反覆補充</a:t>
              </a:r>
              <a:r>
                <a:rPr sz="1400" b="0">
                  <a:solidFill>
                    <a:srgbClr val="5F6B76"/>
                  </a:solidFill>
                  <a:latin typeface="Microsoft JhengHei"/>
                </a:rPr>
                <a:t>・</a:t>
              </a:r>
              <a:r>
                <a:rPr lang="zh-TW" altLang="en-US" sz="1400" b="0">
                  <a:solidFill>
                    <a:srgbClr val="5F6B76"/>
                  </a:solidFill>
                  <a:latin typeface="Microsoft JhengHei"/>
                </a:rPr>
                <a:t>精準</a:t>
              </a:r>
              <a:r>
                <a:rPr sz="1400" b="0">
                  <a:solidFill>
                    <a:srgbClr val="5F6B76"/>
                  </a:solidFill>
                  <a:latin typeface="Microsoft JhengHei"/>
                </a:rPr>
                <a:t>度</a:t>
              </a:r>
              <a:r>
                <a:rPr lang="zh-TW" altLang="en-US" sz="1400" b="0">
                  <a:solidFill>
                    <a:srgbClr val="5F6B76"/>
                  </a:solidFill>
                  <a:latin typeface="Microsoft JhengHei"/>
                </a:rPr>
                <a:t>確實提升</a:t>
              </a:r>
              <a:endParaRPr sz="1400" b="0">
                <a:solidFill>
                  <a:srgbClr val="5F6B76"/>
                </a:solidFill>
                <a:latin typeface="Microsoft JhengHei"/>
              </a:endParaRPr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C2AD5870-4F9F-1E68-FE10-B22A011A8F7E}"/>
                </a:ext>
              </a:extLst>
            </p:cNvPr>
            <p:cNvSpPr/>
            <p:nvPr/>
          </p:nvSpPr>
          <p:spPr>
            <a:xfrm>
              <a:off x="439712" y="3609267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4AF8E1D4-D14C-D90D-8C00-3B049F47D811}"/>
                </a:ext>
              </a:extLst>
            </p:cNvPr>
            <p:cNvSpPr txBox="1"/>
            <p:nvPr/>
          </p:nvSpPr>
          <p:spPr>
            <a:xfrm>
              <a:off x="439712" y="3601181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AAC1C089-64D6-DEF6-6967-4E4BD96DC636}"/>
                </a:ext>
              </a:extLst>
            </p:cNvPr>
            <p:cNvSpPr txBox="1"/>
            <p:nvPr/>
          </p:nvSpPr>
          <p:spPr>
            <a:xfrm>
              <a:off x="768896" y="3515720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6 大功能完整上線</a:t>
              </a:r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19373962-FAE1-F65F-0DC6-F532F5A2EB73}"/>
                </a:ext>
              </a:extLst>
            </p:cNvPr>
            <p:cNvSpPr txBox="1"/>
            <p:nvPr/>
          </p:nvSpPr>
          <p:spPr>
            <a:xfrm>
              <a:off x="768896" y="3829616"/>
              <a:ext cx="4937760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語意搜尋・比較・診斷工具・星圖・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儀錶板</a:t>
              </a:r>
              <a:endParaRPr sz="1600" b="0">
                <a:solidFill>
                  <a:srgbClr val="5F6B76"/>
                </a:solidFill>
                <a:latin typeface="Microsoft JhengHei"/>
              </a:endParaRPr>
            </a:p>
          </p:txBody>
        </p:sp>
      </p:grpSp>
      <p:sp>
        <p:nvSpPr>
          <p:cNvPr id="34" name="Rectangle 18">
            <a:extLst>
              <a:ext uri="{FF2B5EF4-FFF2-40B4-BE49-F238E27FC236}">
                <a16:creationId xmlns:a16="http://schemas.microsoft.com/office/drawing/2014/main" id="{D30A914A-40AE-C21F-CE64-FF3A753A2C1B}"/>
              </a:ext>
            </a:extLst>
          </p:cNvPr>
          <p:cNvSpPr/>
          <p:nvPr/>
        </p:nvSpPr>
        <p:spPr>
          <a:xfrm>
            <a:off x="6310160" y="1522406"/>
            <a:ext cx="13716" cy="3931920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53338799-D15A-98FE-53E1-112CC64611EC}"/>
              </a:ext>
            </a:extLst>
          </p:cNvPr>
          <p:cNvSpPr txBox="1"/>
          <p:nvPr/>
        </p:nvSpPr>
        <p:spPr>
          <a:xfrm>
            <a:off x="6630200" y="1307629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253A"/>
                </a:solidFill>
                <a:latin typeface="Microsoft JhengHei"/>
              </a:rPr>
              <a:t>持續努力方向</a:t>
            </a:r>
          </a:p>
        </p:txBody>
      </p:sp>
      <p:sp>
        <p:nvSpPr>
          <p:cNvPr id="38" name="Rectangle 20">
            <a:extLst>
              <a:ext uri="{FF2B5EF4-FFF2-40B4-BE49-F238E27FC236}">
                <a16:creationId xmlns:a16="http://schemas.microsoft.com/office/drawing/2014/main" id="{D29D66FD-6E92-4D9D-87D4-731AF0A4AEE5}"/>
              </a:ext>
            </a:extLst>
          </p:cNvPr>
          <p:cNvSpPr/>
          <p:nvPr/>
        </p:nvSpPr>
        <p:spPr>
          <a:xfrm>
            <a:off x="6657632" y="1888166"/>
            <a:ext cx="5276088" cy="1572768"/>
          </a:xfrm>
          <a:prstGeom prst="roundRect">
            <a:avLst>
              <a:gd name="adj" fmla="val 18000"/>
            </a:avLst>
          </a:prstGeom>
          <a:solidFill>
            <a:srgbClr val="E1F5EE"/>
          </a:solidFill>
          <a:ln w="9525">
            <a:solidFill>
              <a:srgbClr val="0B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AECE6ACF-6C94-DFE2-1A2A-6DDC75561CFE}"/>
              </a:ext>
            </a:extLst>
          </p:cNvPr>
          <p:cNvSpPr txBox="1"/>
          <p:nvPr/>
        </p:nvSpPr>
        <p:spPr>
          <a:xfrm>
            <a:off x="6840512" y="1907567"/>
            <a:ext cx="4919472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6564B"/>
                </a:solidFill>
                <a:latin typeface="Microsoft JhengHei"/>
              </a:rPr>
              <a:t>方向 1　資料持續蒐集</a:t>
            </a: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09E60FAC-5DD9-61A0-4D5D-21A32F19AAA7}"/>
              </a:ext>
            </a:extLst>
          </p:cNvPr>
          <p:cNvSpPr txBox="1"/>
          <p:nvPr/>
        </p:nvSpPr>
        <p:spPr>
          <a:xfrm>
            <a:off x="6840512" y="2368335"/>
            <a:ext cx="4919472" cy="92333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b="0">
                <a:solidFill>
                  <a:srgbClr val="06564B"/>
                </a:solidFill>
                <a:latin typeface="Microsoft JhengHei"/>
              </a:rPr>
              <a:t>爬蟲自動化 + 定期 ETL 更新，讓資料庫從靜態快照成為動態的產業地圖。
資料越新，顧問建議越有底氣。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C4004EF2-E26F-16B4-2951-59C013796730}"/>
              </a:ext>
            </a:extLst>
          </p:cNvPr>
          <p:cNvSpPr/>
          <p:nvPr/>
        </p:nvSpPr>
        <p:spPr>
          <a:xfrm>
            <a:off x="6657632" y="3588950"/>
            <a:ext cx="5276088" cy="1901952"/>
          </a:xfrm>
          <a:prstGeom prst="roundRect">
            <a:avLst>
              <a:gd name="adj" fmla="val 18000"/>
            </a:avLst>
          </a:prstGeom>
          <a:solidFill>
            <a:srgbClr val="FAEEDA"/>
          </a:solidFill>
          <a:ln w="9525">
            <a:solidFill>
              <a:srgbClr val="E8A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A8B361C5-0B41-8DD5-86F2-B4760FB06DAA}"/>
              </a:ext>
            </a:extLst>
          </p:cNvPr>
          <p:cNvSpPr txBox="1"/>
          <p:nvPr/>
        </p:nvSpPr>
        <p:spPr>
          <a:xfrm>
            <a:off x="6840512" y="3617495"/>
            <a:ext cx="4919472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633806"/>
                </a:solidFill>
                <a:latin typeface="Microsoft JhengHei"/>
              </a:rPr>
              <a:t>方向 2　顧問訪談的珍貴知識</a:t>
            </a:r>
          </a:p>
        </p:txBody>
      </p:sp>
      <p:sp>
        <p:nvSpPr>
          <p:cNvPr id="48" name="TextBox 25">
            <a:extLst>
              <a:ext uri="{FF2B5EF4-FFF2-40B4-BE49-F238E27FC236}">
                <a16:creationId xmlns:a16="http://schemas.microsoft.com/office/drawing/2014/main" id="{68B37BD8-22A5-C43F-B1D1-7D6729ED500B}"/>
              </a:ext>
            </a:extLst>
          </p:cNvPr>
          <p:cNvSpPr txBox="1"/>
          <p:nvPr/>
        </p:nvSpPr>
        <p:spPr>
          <a:xfrm>
            <a:off x="6840512" y="4095211"/>
            <a:ext cx="4919472" cy="12003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b="0">
                <a:solidFill>
                  <a:srgbClr val="633806"/>
                </a:solidFill>
                <a:latin typeface="Microsoft JhengHei"/>
              </a:rPr>
              <a:t>顧問在客戶現場的第一手洞察，是最難量化、也最有價值的知識。
結構化訪談紀錄，把個人經驗轉為組織資產，解決「用過即封存」的困境。</a:t>
            </a:r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C4E677DA-AA59-210C-B694-EE4ACD5A2ABB}"/>
              </a:ext>
            </a:extLst>
          </p:cNvPr>
          <p:cNvSpPr/>
          <p:nvPr/>
        </p:nvSpPr>
        <p:spPr>
          <a:xfrm>
            <a:off x="439712" y="5803827"/>
            <a:ext cx="11494008" cy="65836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1E00F420-8760-2BC5-0C84-C03DB1263FDF}"/>
              </a:ext>
            </a:extLst>
          </p:cNvPr>
          <p:cNvSpPr txBox="1"/>
          <p:nvPr/>
        </p:nvSpPr>
        <p:spPr>
          <a:xfrm>
            <a:off x="640880" y="5963734"/>
            <a:ext cx="11155680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資料可以爬蟲取得，但顧問在客戶現場的洞察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資訊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無法自動化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—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0">
                <a:solidFill>
                  <a:srgbClr val="FFFF00"/>
                </a:solidFill>
                <a:latin typeface="Microsoft JhengHei"/>
              </a:rPr>
              <a:t>訪談記錄才是讓這個智庫真正成為護城河的關鍵</a:t>
            </a:r>
          </a:p>
        </p:txBody>
      </p:sp>
      <p:sp>
        <p:nvSpPr>
          <p:cNvPr id="55" name="Rectangle 73">
            <a:extLst>
              <a:ext uri="{FF2B5EF4-FFF2-40B4-BE49-F238E27FC236}">
                <a16:creationId xmlns:a16="http://schemas.microsoft.com/office/drawing/2014/main" id="{63F676FA-EB1E-CDF6-A169-D15A0D5A6912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57" name="Rectangle 74">
            <a:extLst>
              <a:ext uri="{FF2B5EF4-FFF2-40B4-BE49-F238E27FC236}">
                <a16:creationId xmlns:a16="http://schemas.microsoft.com/office/drawing/2014/main" id="{C4F4E6FD-A084-7F31-13E7-A6EA10161FA7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0C4C8D28-C8C6-13DE-869A-AEB9DDF2A243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1" name="Rectangle 76">
            <a:extLst>
              <a:ext uri="{FF2B5EF4-FFF2-40B4-BE49-F238E27FC236}">
                <a16:creationId xmlns:a16="http://schemas.microsoft.com/office/drawing/2014/main" id="{CC5ACC24-19AE-381F-C276-3B6EFF17CF42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63" name="Rectangle 77">
            <a:extLst>
              <a:ext uri="{FF2B5EF4-FFF2-40B4-BE49-F238E27FC236}">
                <a16:creationId xmlns:a16="http://schemas.microsoft.com/office/drawing/2014/main" id="{A399533A-A1A5-CD16-0D5A-3DEC4270CF65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5" name="Rectangle 78">
            <a:extLst>
              <a:ext uri="{FF2B5EF4-FFF2-40B4-BE49-F238E27FC236}">
                <a16:creationId xmlns:a16="http://schemas.microsoft.com/office/drawing/2014/main" id="{B2827F63-C25C-3BDA-9622-E971E1B8F8FB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結論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738652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E752-B53D-2042-0C5E-E002F50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2A87738-4E53-DB17-E32B-EBA64753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附件</a:t>
            </a:r>
            <a:endParaRPr lang="en-US" altLang="zh-TW" sz="88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2CEAE9-39AE-6E07-C1BE-CD297768CBF4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310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架構</a:t>
            </a:r>
            <a:r>
              <a:rPr lang="zh-TW" altLang="en-US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ERD</a:t>
            </a:r>
            <a:endParaRPr lang="en-US" altLang="zh-TW" sz="40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資料完整度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資料庫</a:t>
            </a:r>
            <a:r>
              <a:rPr lang="en-US" altLang="zh-TW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表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資料庫</a:t>
            </a:r>
            <a:r>
              <a:rPr lang="en-US" altLang="zh-TW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3</a:t>
            </a: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層</a:t>
            </a:r>
            <a:endParaRPr lang="en-US" altLang="zh-TW" sz="3100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30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14BF64-8FC8-DECA-3D96-7619A505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/>
              <a:t>資料庫架構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b="1" noProof="1"/>
              <a:t>ERD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C4C2CF-B627-92B3-8932-4F403CD1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19</a:t>
            </a:fld>
            <a:endParaRPr lang="zh-TW" noProof="1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41E34E5-B565-3B93-966E-9FA6E7B4670C}"/>
              </a:ext>
            </a:extLst>
          </p:cNvPr>
          <p:cNvSpPr/>
          <p:nvPr/>
        </p:nvSpPr>
        <p:spPr>
          <a:xfrm>
            <a:off x="4619016" y="1393836"/>
            <a:ext cx="1744948" cy="614418"/>
          </a:xfrm>
          <a:prstGeom prst="rect">
            <a:avLst/>
          </a:prstGeom>
          <a:solidFill>
            <a:srgbClr val="1E2761"/>
          </a:solidFill>
          <a:ln w="381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4D56DAE-95AB-95E2-2402-C1E8B1A4A934}"/>
              </a:ext>
            </a:extLst>
          </p:cNvPr>
          <p:cNvSpPr/>
          <p:nvPr/>
        </p:nvSpPr>
        <p:spPr>
          <a:xfrm>
            <a:off x="4619016" y="1418413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業者</a:t>
            </a:r>
            <a:endParaRPr lang="zh-TW" sz="2000" noProof="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F727E03-0C87-7699-3EBA-D29E58A15DB2}"/>
              </a:ext>
            </a:extLst>
          </p:cNvPr>
          <p:cNvSpPr/>
          <p:nvPr/>
        </p:nvSpPr>
        <p:spPr>
          <a:xfrm>
            <a:off x="4619016" y="1737910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9BB4E0"/>
                </a:solidFill>
              </a:rPr>
              <a:t>Companies</a:t>
            </a:r>
            <a:endParaRPr lang="zh-TW" sz="1100" noProof="1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AEC0FB4-4C62-0158-0F77-51226A8261A2}"/>
              </a:ext>
            </a:extLst>
          </p:cNvPr>
          <p:cNvSpPr/>
          <p:nvPr/>
        </p:nvSpPr>
        <p:spPr>
          <a:xfrm>
            <a:off x="5491490" y="2008254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5A5611-E0D6-2D09-26B7-D59A7AF89024}"/>
              </a:ext>
            </a:extLst>
          </p:cNvPr>
          <p:cNvSpPr/>
          <p:nvPr/>
        </p:nvSpPr>
        <p:spPr>
          <a:xfrm>
            <a:off x="1356455" y="2929882"/>
            <a:ext cx="1744948" cy="61441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57538BC-AAA3-58AC-5BE2-1AE86988105D}"/>
              </a:ext>
            </a:extLst>
          </p:cNvPr>
          <p:cNvSpPr/>
          <p:nvPr/>
        </p:nvSpPr>
        <p:spPr>
          <a:xfrm>
            <a:off x="1356455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聯絡人</a:t>
            </a:r>
            <a:endParaRPr lang="zh-TW" sz="2000" noProof="1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82429E5-156B-32CE-0A50-243E90621D34}"/>
              </a:ext>
            </a:extLst>
          </p:cNvPr>
          <p:cNvSpPr/>
          <p:nvPr/>
        </p:nvSpPr>
        <p:spPr>
          <a:xfrm>
            <a:off x="1356455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Contacts</a:t>
            </a:r>
            <a:endParaRPr lang="zh-TW" sz="1100" noProof="1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3085D7E-B1E0-F885-3DD4-595CF254B235}"/>
              </a:ext>
            </a:extLst>
          </p:cNvPr>
          <p:cNvSpPr/>
          <p:nvPr/>
        </p:nvSpPr>
        <p:spPr>
          <a:xfrm>
            <a:off x="2228929" y="2469068"/>
            <a:ext cx="3262561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5CB6D3A-8982-B324-9B6C-BF2AECC1B41E}"/>
              </a:ext>
            </a:extLst>
          </p:cNvPr>
          <p:cNvSpPr/>
          <p:nvPr/>
        </p:nvSpPr>
        <p:spPr>
          <a:xfrm>
            <a:off x="2228929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B9BC99C-1020-F1DA-0910-C7FE098266C7}"/>
              </a:ext>
            </a:extLst>
          </p:cNvPr>
          <p:cNvSpPr/>
          <p:nvPr/>
        </p:nvSpPr>
        <p:spPr>
          <a:xfrm>
            <a:off x="2007738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6A3747E4-ED02-C3F6-CD2B-D9863DE3F7B4}"/>
              </a:ext>
            </a:extLst>
          </p:cNvPr>
          <p:cNvSpPr/>
          <p:nvPr/>
        </p:nvSpPr>
        <p:spPr>
          <a:xfrm>
            <a:off x="3531496" y="2929882"/>
            <a:ext cx="1744948" cy="61441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C5C0A24-7FF2-8A29-44C7-307307B76BC7}"/>
              </a:ext>
            </a:extLst>
          </p:cNvPr>
          <p:cNvSpPr/>
          <p:nvPr/>
        </p:nvSpPr>
        <p:spPr>
          <a:xfrm>
            <a:off x="3531496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得獎</a:t>
            </a:r>
            <a:endParaRPr lang="zh-TW" sz="2000" noProof="1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8DF9F90-2E00-771E-1EDA-931991AAAE47}"/>
              </a:ext>
            </a:extLst>
          </p:cNvPr>
          <p:cNvSpPr/>
          <p:nvPr/>
        </p:nvSpPr>
        <p:spPr>
          <a:xfrm>
            <a:off x="3531496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Awards</a:t>
            </a:r>
            <a:endParaRPr lang="zh-TW" sz="1100" noProof="1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53B0F9E-00B4-5BF8-A7C8-52763C41F92D}"/>
              </a:ext>
            </a:extLst>
          </p:cNvPr>
          <p:cNvSpPr/>
          <p:nvPr/>
        </p:nvSpPr>
        <p:spPr>
          <a:xfrm>
            <a:off x="4403970" y="2469068"/>
            <a:ext cx="1087520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897DA6A-10D0-FA1D-9967-51A26D21526A}"/>
              </a:ext>
            </a:extLst>
          </p:cNvPr>
          <p:cNvSpPr/>
          <p:nvPr/>
        </p:nvSpPr>
        <p:spPr>
          <a:xfrm>
            <a:off x="4403970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CF094AF-E728-8794-C697-1AD6FE299C45}"/>
              </a:ext>
            </a:extLst>
          </p:cNvPr>
          <p:cNvSpPr/>
          <p:nvPr/>
        </p:nvSpPr>
        <p:spPr>
          <a:xfrm>
            <a:off x="4182779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1C0C8D67-1FA8-82BF-7A52-8D20A84C34FC}"/>
              </a:ext>
            </a:extLst>
          </p:cNvPr>
          <p:cNvSpPr/>
          <p:nvPr/>
        </p:nvSpPr>
        <p:spPr>
          <a:xfrm>
            <a:off x="5706537" y="2929882"/>
            <a:ext cx="1744948" cy="61441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1941DB3E-D23B-25E2-4FA2-5D93B063AB9A}"/>
              </a:ext>
            </a:extLst>
          </p:cNvPr>
          <p:cNvSpPr/>
          <p:nvPr/>
        </p:nvSpPr>
        <p:spPr>
          <a:xfrm>
            <a:off x="5706537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FFFFFF"/>
                </a:solidFill>
              </a:rPr>
              <a:t>資服資服潛在需求</a:t>
            </a:r>
            <a:endParaRPr lang="zh-TW" sz="1600" noProof="1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4BE21D4-88B0-26C6-39FE-F0A9D09FAF55}"/>
              </a:ext>
            </a:extLst>
          </p:cNvPr>
          <p:cNvSpPr/>
          <p:nvPr/>
        </p:nvSpPr>
        <p:spPr>
          <a:xfrm>
            <a:off x="5706537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Digital_needs</a:t>
            </a:r>
            <a:endParaRPr lang="zh-TW" sz="1100" noProof="1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C8D8E2AB-55A6-8EA0-F778-6570794CAAFF}"/>
              </a:ext>
            </a:extLst>
          </p:cNvPr>
          <p:cNvSpPr/>
          <p:nvPr/>
        </p:nvSpPr>
        <p:spPr>
          <a:xfrm>
            <a:off x="5491490" y="2469068"/>
            <a:ext cx="1087520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2A48D68F-A97E-B3FF-7685-3D5C339463C1}"/>
              </a:ext>
            </a:extLst>
          </p:cNvPr>
          <p:cNvSpPr/>
          <p:nvPr/>
        </p:nvSpPr>
        <p:spPr>
          <a:xfrm>
            <a:off x="6579011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15F648CE-59F3-FF4D-141E-6776FE52E686}"/>
              </a:ext>
            </a:extLst>
          </p:cNvPr>
          <p:cNvSpPr/>
          <p:nvPr/>
        </p:nvSpPr>
        <p:spPr>
          <a:xfrm>
            <a:off x="6357820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43C0DCF-D0AA-D591-853F-DFF10A39CFA9}"/>
              </a:ext>
            </a:extLst>
          </p:cNvPr>
          <p:cNvSpPr/>
          <p:nvPr/>
        </p:nvSpPr>
        <p:spPr>
          <a:xfrm>
            <a:off x="7881577" y="2929882"/>
            <a:ext cx="1744948" cy="614418"/>
          </a:xfrm>
          <a:prstGeom prst="rect">
            <a:avLst/>
          </a:prstGeom>
          <a:solidFill>
            <a:srgbClr val="185FA5"/>
          </a:solidFill>
          <a:ln w="381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7BC7BA4-0D90-AB73-7E05-58F1D5D28DDE}"/>
              </a:ext>
            </a:extLst>
          </p:cNvPr>
          <p:cNvSpPr/>
          <p:nvPr/>
        </p:nvSpPr>
        <p:spPr>
          <a:xfrm>
            <a:off x="7881577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方案</a:t>
            </a:r>
            <a:endParaRPr lang="zh-TW" sz="2000" noProof="1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404BD99A-ABC3-2FD8-E3C5-C2B74AB3A519}"/>
              </a:ext>
            </a:extLst>
          </p:cNvPr>
          <p:cNvSpPr/>
          <p:nvPr/>
        </p:nvSpPr>
        <p:spPr>
          <a:xfrm>
            <a:off x="7881577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Solutions</a:t>
            </a:r>
            <a:endParaRPr lang="zh-TW" sz="1100" noProof="1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2506EC9E-45A8-855B-035D-E9943F5A055C}"/>
              </a:ext>
            </a:extLst>
          </p:cNvPr>
          <p:cNvSpPr/>
          <p:nvPr/>
        </p:nvSpPr>
        <p:spPr>
          <a:xfrm>
            <a:off x="5491490" y="2469068"/>
            <a:ext cx="3262561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3E231B5E-B387-B939-7611-6D4E556D9C8A}"/>
              </a:ext>
            </a:extLst>
          </p:cNvPr>
          <p:cNvSpPr/>
          <p:nvPr/>
        </p:nvSpPr>
        <p:spPr>
          <a:xfrm>
            <a:off x="8754051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A705F9CC-E435-D1FA-18BD-20232DF44076}"/>
              </a:ext>
            </a:extLst>
          </p:cNvPr>
          <p:cNvSpPr/>
          <p:nvPr/>
        </p:nvSpPr>
        <p:spPr>
          <a:xfrm>
            <a:off x="8532861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AE5C56CF-3F86-FC1D-B211-9F84A235CFDD}"/>
              </a:ext>
            </a:extLst>
          </p:cNvPr>
          <p:cNvSpPr/>
          <p:nvPr/>
        </p:nvSpPr>
        <p:spPr>
          <a:xfrm>
            <a:off x="8754051" y="3544300"/>
            <a:ext cx="0" cy="41166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F419334-E0A8-75F1-9096-372FE1C66DD0}"/>
              </a:ext>
            </a:extLst>
          </p:cNvPr>
          <p:cNvSpPr/>
          <p:nvPr/>
        </p:nvSpPr>
        <p:spPr>
          <a:xfrm>
            <a:off x="4019487" y="4369263"/>
            <a:ext cx="1744948" cy="61441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8FEB88B8-B890-A87D-A101-6A69D5019CA4}"/>
              </a:ext>
            </a:extLst>
          </p:cNvPr>
          <p:cNvSpPr/>
          <p:nvPr/>
        </p:nvSpPr>
        <p:spPr>
          <a:xfrm>
            <a:off x="4019487" y="4393839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服務領域</a:t>
            </a:r>
            <a:endParaRPr lang="zh-TW" sz="2000" noProof="1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4752DDCB-420B-7D69-327B-21CD13B32C5B}"/>
              </a:ext>
            </a:extLst>
          </p:cNvPr>
          <p:cNvSpPr/>
          <p:nvPr/>
        </p:nvSpPr>
        <p:spPr>
          <a:xfrm>
            <a:off x="4075256" y="4722481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C8E0C8"/>
                </a:solidFill>
              </a:rPr>
              <a:t>Solution_Domains</a:t>
            </a:r>
            <a:endParaRPr lang="zh-TW" sz="1100" noProof="1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1A85A96-2979-B065-D42A-C3BA0FB3534E}"/>
              </a:ext>
            </a:extLst>
          </p:cNvPr>
          <p:cNvSpPr/>
          <p:nvPr/>
        </p:nvSpPr>
        <p:spPr>
          <a:xfrm>
            <a:off x="5184363" y="3955960"/>
            <a:ext cx="3569688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533EF84-E4C0-B0DD-115A-8B66B4DD5068}"/>
              </a:ext>
            </a:extLst>
          </p:cNvPr>
          <p:cNvSpPr/>
          <p:nvPr/>
        </p:nvSpPr>
        <p:spPr>
          <a:xfrm>
            <a:off x="5184363" y="3952224"/>
            <a:ext cx="0" cy="41166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39C39F92-B428-4E2E-6FF0-BF1772AC1AEE}"/>
              </a:ext>
            </a:extLst>
          </p:cNvPr>
          <p:cNvSpPr/>
          <p:nvPr/>
        </p:nvSpPr>
        <p:spPr>
          <a:xfrm>
            <a:off x="4684807" y="412344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05B4794-572C-EA6B-A8AC-4E665FB1A5D6}"/>
              </a:ext>
            </a:extLst>
          </p:cNvPr>
          <p:cNvSpPr/>
          <p:nvPr/>
        </p:nvSpPr>
        <p:spPr>
          <a:xfrm>
            <a:off x="1386037" y="5675864"/>
            <a:ext cx="9431774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noProof="1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766460A-8DFB-2FDF-A758-A056B1628868}"/>
              </a:ext>
            </a:extLst>
          </p:cNvPr>
          <p:cNvSpPr/>
          <p:nvPr/>
        </p:nvSpPr>
        <p:spPr>
          <a:xfrm>
            <a:off x="1568917" y="5721584"/>
            <a:ext cx="200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主要外鍵關係</a:t>
            </a:r>
            <a:endParaRPr lang="zh-TW" sz="1000" noProof="1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1E69641-132C-AC57-B3CD-063B5881B39C}"/>
              </a:ext>
            </a:extLst>
          </p:cNvPr>
          <p:cNvSpPr/>
          <p:nvPr/>
        </p:nvSpPr>
        <p:spPr>
          <a:xfrm>
            <a:off x="1568916" y="591360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Solutions.company_id</a:t>
            </a:r>
            <a:endParaRPr lang="zh-TW" sz="1000" noProof="1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61D7327-493B-0DB3-0EC1-4889EFF4C996}"/>
              </a:ext>
            </a:extLst>
          </p:cNvPr>
          <p:cNvSpPr/>
          <p:nvPr/>
        </p:nvSpPr>
        <p:spPr>
          <a:xfrm>
            <a:off x="4449276" y="591360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Companies.company_id</a:t>
            </a:r>
            <a:endParaRPr lang="zh-TW" sz="1000" noProof="1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81003A8-8362-0B6C-0193-981D314AB003}"/>
              </a:ext>
            </a:extLst>
          </p:cNvPr>
          <p:cNvSpPr/>
          <p:nvPr/>
        </p:nvSpPr>
        <p:spPr>
          <a:xfrm>
            <a:off x="6780996" y="591360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84</a:t>
            </a:r>
            <a:r>
              <a:rPr lang="en-US" altLang="zh-TW" sz="1000" noProof="1">
                <a:solidFill>
                  <a:srgbClr val="6B7A99"/>
                </a:solidFill>
              </a:rPr>
              <a:t>2</a:t>
            </a:r>
            <a:r>
              <a:rPr lang="zh-TW" sz="1000" noProof="1">
                <a:solidFill>
                  <a:srgbClr val="6B7A99"/>
                </a:solidFill>
              </a:rPr>
              <a:t> 業者 ／ 2,</a:t>
            </a:r>
            <a:r>
              <a:rPr lang="en-US" altLang="zh-TW" sz="1000" noProof="1">
                <a:solidFill>
                  <a:srgbClr val="6B7A99"/>
                </a:solidFill>
              </a:rPr>
              <a:t>322</a:t>
            </a:r>
            <a:r>
              <a:rPr lang="zh-TW" sz="1000" noProof="1">
                <a:solidFill>
                  <a:srgbClr val="6B7A99"/>
                </a:solidFill>
              </a:rPr>
              <a:t> 方案</a:t>
            </a:r>
            <a:endParaRPr lang="zh-TW" sz="1000" noProof="1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27BC6CD-7580-E2C8-C3EE-92F0156B65AA}"/>
              </a:ext>
            </a:extLst>
          </p:cNvPr>
          <p:cNvSpPr/>
          <p:nvPr/>
        </p:nvSpPr>
        <p:spPr>
          <a:xfrm>
            <a:off x="1568916" y="609648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Contacts / Awards / Digital_needs.company_id</a:t>
            </a:r>
            <a:endParaRPr lang="zh-TW" sz="1000" noProof="1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84F1CA6-5B50-2757-F1A7-C4DF79EF837A}"/>
              </a:ext>
            </a:extLst>
          </p:cNvPr>
          <p:cNvSpPr/>
          <p:nvPr/>
        </p:nvSpPr>
        <p:spPr>
          <a:xfrm>
            <a:off x="4449276" y="609648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Companies.company_id</a:t>
            </a:r>
            <a:endParaRPr lang="zh-TW" sz="1000" noProof="1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836BB19-FF95-BA9B-74A2-8E89DB8B879B}"/>
              </a:ext>
            </a:extLst>
          </p:cNvPr>
          <p:cNvSpPr/>
          <p:nvPr/>
        </p:nvSpPr>
        <p:spPr>
          <a:xfrm>
            <a:off x="6780996" y="609648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業者四大屬性表</a:t>
            </a:r>
            <a:endParaRPr lang="zh-TW" sz="1000" noProof="1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FC43A0D-57D4-215F-9C8D-A0AFECE9CAD1}"/>
              </a:ext>
            </a:extLst>
          </p:cNvPr>
          <p:cNvSpPr/>
          <p:nvPr/>
        </p:nvSpPr>
        <p:spPr>
          <a:xfrm>
            <a:off x="1568916" y="627936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Solution_Domains / Logs.solution_id</a:t>
            </a:r>
            <a:endParaRPr lang="zh-TW" sz="1000" noProof="1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929DA1A-BCDF-D28E-712D-3752FEF9C2EC}"/>
              </a:ext>
            </a:extLst>
          </p:cNvPr>
          <p:cNvSpPr/>
          <p:nvPr/>
        </p:nvSpPr>
        <p:spPr>
          <a:xfrm>
            <a:off x="4449276" y="627936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Solutions.solution_id</a:t>
            </a:r>
            <a:endParaRPr lang="zh-TW" sz="1000" noProof="1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9164E70-C951-7D72-8137-74685EC34183}"/>
              </a:ext>
            </a:extLst>
          </p:cNvPr>
          <p:cNvSpPr/>
          <p:nvPr/>
        </p:nvSpPr>
        <p:spPr>
          <a:xfrm>
            <a:off x="6780996" y="627936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方案延伸資料</a:t>
            </a:r>
            <a:endParaRPr lang="zh-TW" sz="1000" noProof="1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9D3E113-6C26-1C3D-01B2-DC74BA34327F}"/>
              </a:ext>
            </a:extLst>
          </p:cNvPr>
          <p:cNvSpPr txBox="1"/>
          <p:nvPr/>
        </p:nvSpPr>
        <p:spPr>
          <a:xfrm>
            <a:off x="1254102" y="3560203"/>
            <a:ext cx="1951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用途：建立連結</a:t>
            </a:r>
          </a:p>
          <a:p>
            <a:pPr marL="0" indent="0">
              <a:buNone/>
            </a:pPr>
            <a:r>
              <a:rPr lang="zh-TW" sz="1200" b="1" noProof="1"/>
              <a:t>ＫＷ：人名、電話、電郵</a:t>
            </a:r>
            <a:endParaRPr lang="zh-TW" sz="1200" noProof="1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8D154B3-9CC6-4F79-D13B-CBC9A5ADAB19}"/>
              </a:ext>
            </a:extLst>
          </p:cNvPr>
          <p:cNvSpPr txBox="1"/>
          <p:nvPr/>
        </p:nvSpPr>
        <p:spPr>
          <a:xfrm>
            <a:off x="6357819" y="1578289"/>
            <a:ext cx="390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用途：主體，所有業者的基本資料</a:t>
            </a:r>
          </a:p>
          <a:p>
            <a:pPr marL="0" indent="0">
              <a:buNone/>
            </a:pPr>
            <a:r>
              <a:rPr lang="zh-TW" sz="1200" b="1" noProof="1"/>
              <a:t>ＫＷ：公司名、是否新創、地區、得獎、認證、官網</a:t>
            </a:r>
            <a:endParaRPr lang="zh-TW" sz="1200" noProof="1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AA2B861-9BCE-EB12-E87B-5145B4B0463B}"/>
              </a:ext>
            </a:extLst>
          </p:cNvPr>
          <p:cNvSpPr txBox="1"/>
          <p:nvPr/>
        </p:nvSpPr>
        <p:spPr>
          <a:xfrm>
            <a:off x="3400622" y="3557175"/>
            <a:ext cx="2006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用途：含金量識別</a:t>
            </a:r>
          </a:p>
          <a:p>
            <a:pPr marL="0" indent="0">
              <a:buNone/>
            </a:pPr>
            <a:r>
              <a:rPr lang="zh-TW" sz="1200" b="1" noProof="1"/>
              <a:t>ＫＷ：人名、電話、電郵</a:t>
            </a:r>
            <a:endParaRPr lang="zh-TW" sz="1200" noProof="1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9414FFB-C4C6-9EF6-DF39-5C70E5EA846D}"/>
              </a:ext>
            </a:extLst>
          </p:cNvPr>
          <p:cNvSpPr txBox="1"/>
          <p:nvPr/>
        </p:nvSpPr>
        <p:spPr>
          <a:xfrm>
            <a:off x="5648078" y="3570923"/>
            <a:ext cx="1877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用途：挖掘資服潛在需求</a:t>
            </a:r>
          </a:p>
          <a:p>
            <a:pPr marL="0" indent="0">
              <a:buNone/>
            </a:pPr>
            <a:r>
              <a:rPr lang="zh-TW" sz="1200" b="1" noProof="1"/>
              <a:t>ＫＷ：需求類型標籤</a:t>
            </a:r>
            <a:endParaRPr lang="zh-TW" sz="1200" noProof="1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D4009A9-ADDA-2C60-081A-0C1E4DCC77BC}"/>
              </a:ext>
            </a:extLst>
          </p:cNvPr>
          <p:cNvSpPr txBox="1"/>
          <p:nvPr/>
        </p:nvSpPr>
        <p:spPr>
          <a:xfrm>
            <a:off x="8828393" y="3590289"/>
            <a:ext cx="2808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用途：業者提供具體服務項目</a:t>
            </a:r>
          </a:p>
          <a:p>
            <a:pPr marL="0" indent="0">
              <a:buNone/>
            </a:pPr>
            <a:r>
              <a:rPr lang="zh-TW" sz="1200" b="1" noProof="1"/>
              <a:t>ＫＷ：方案內容價格、模式、適合產業</a:t>
            </a:r>
            <a:endParaRPr lang="zh-TW" sz="1200" noProof="1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B78CE74-E83E-7C8F-BDAA-8591F3080ECF}"/>
              </a:ext>
            </a:extLst>
          </p:cNvPr>
          <p:cNvGrpSpPr/>
          <p:nvPr/>
        </p:nvGrpSpPr>
        <p:grpSpPr>
          <a:xfrm>
            <a:off x="6750851" y="4367621"/>
            <a:ext cx="3256889" cy="1075230"/>
            <a:chOff x="8539671" y="4367621"/>
            <a:chExt cx="3256889" cy="1075230"/>
          </a:xfrm>
        </p:grpSpPr>
        <p:sp>
          <p:nvSpPr>
            <p:cNvPr id="40" name="Shape 39">
              <a:extLst>
                <a:ext uri="{FF2B5EF4-FFF2-40B4-BE49-F238E27FC236}">
                  <a16:creationId xmlns:a16="http://schemas.microsoft.com/office/drawing/2014/main" id="{D63D693A-F8EC-8280-3E73-9FB1E974A10C}"/>
                </a:ext>
              </a:extLst>
            </p:cNvPr>
            <p:cNvSpPr/>
            <p:nvPr/>
          </p:nvSpPr>
          <p:spPr>
            <a:xfrm>
              <a:off x="9051430" y="4367621"/>
              <a:ext cx="1744948" cy="614418"/>
            </a:xfrm>
            <a:prstGeom prst="rect">
              <a:avLst/>
            </a:prstGeom>
            <a:solidFill>
              <a:srgbClr val="4B7A3A"/>
            </a:solidFill>
            <a:ln w="12700">
              <a:solidFill>
                <a:srgbClr val="4B7A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3200" noProof="1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9016B132-573D-8993-01AD-D427C96027E9}"/>
                </a:ext>
              </a:extLst>
            </p:cNvPr>
            <p:cNvSpPr/>
            <p:nvPr/>
          </p:nvSpPr>
          <p:spPr>
            <a:xfrm>
              <a:off x="9051430" y="4392197"/>
              <a:ext cx="1744948" cy="319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FFFFFF"/>
                  </a:solidFill>
                </a:rPr>
                <a:t>問答記錄</a:t>
              </a:r>
              <a:endParaRPr lang="zh-TW" sz="2000" noProof="1"/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E33D6C0B-45DF-9CEA-0749-07FC2612EDBD}"/>
                </a:ext>
              </a:extLst>
            </p:cNvPr>
            <p:cNvSpPr/>
            <p:nvPr/>
          </p:nvSpPr>
          <p:spPr>
            <a:xfrm>
              <a:off x="9051430" y="4711695"/>
              <a:ext cx="1744948" cy="221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100" noProof="1">
                  <a:solidFill>
                    <a:srgbClr val="C8E0C8"/>
                  </a:solidFill>
                </a:rPr>
                <a:t>Logs</a:t>
              </a:r>
              <a:endParaRPr lang="zh-TW" sz="1100" noProof="1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127CE661-9C23-D7EF-4E41-70FD594319A6}"/>
                </a:ext>
              </a:extLst>
            </p:cNvPr>
            <p:cNvSpPr txBox="1"/>
            <p:nvPr/>
          </p:nvSpPr>
          <p:spPr>
            <a:xfrm>
              <a:off x="8539671" y="4981186"/>
              <a:ext cx="32568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zh-TW" sz="1200" b="1" noProof="1"/>
                <a:t>用途：使用者的行為紀錄，優化 prompt </a:t>
              </a:r>
            </a:p>
            <a:p>
              <a:pPr marL="0" indent="0">
                <a:buNone/>
              </a:pPr>
              <a:r>
                <a:rPr lang="zh-TW" sz="1200" b="1" noProof="1"/>
                <a:t>ＫＷ：搜尋詞、問題、時間戳</a:t>
              </a:r>
              <a:endParaRPr lang="zh-TW" sz="1200" noProof="1"/>
            </a:p>
          </p:txBody>
        </p:sp>
      </p:grp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A178792-4E21-F1F6-71C3-EA624F40B0E6}"/>
              </a:ext>
            </a:extLst>
          </p:cNvPr>
          <p:cNvSpPr txBox="1"/>
          <p:nvPr/>
        </p:nvSpPr>
        <p:spPr>
          <a:xfrm>
            <a:off x="3575677" y="5005276"/>
            <a:ext cx="3256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用途：方案的分類，篩選語意搜尋</a:t>
            </a:r>
          </a:p>
          <a:p>
            <a:pPr marL="0" indent="0">
              <a:buNone/>
            </a:pPr>
            <a:r>
              <a:rPr lang="zh-TW" sz="1200" b="1" noProof="1"/>
              <a:t>ＫＷ：領域名稱（如 ERP、SEO、POS）</a:t>
            </a:r>
            <a:endParaRPr lang="zh-TW" sz="1200" noProof="1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1F2F641-36F4-96F6-9890-DC9487F7DC2B}"/>
              </a:ext>
            </a:extLst>
          </p:cNvPr>
          <p:cNvSpPr txBox="1"/>
          <p:nvPr/>
        </p:nvSpPr>
        <p:spPr>
          <a:xfrm>
            <a:off x="6771910" y="1018220"/>
            <a:ext cx="32147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sz="1000" b="1" i="0" spc="300" noProof="1">
                <a:solidFill>
                  <a:schemeClr val="bg1">
                    <a:lumMod val="65000"/>
                  </a:schemeClr>
                </a:solidFill>
                <a:effectLst/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 (Entity Relationship Model) </a:t>
            </a:r>
            <a:endParaRPr lang="zh-TW" sz="1000" b="1" spc="300" noProof="1">
              <a:solidFill>
                <a:schemeClr val="bg1">
                  <a:lumMod val="6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3734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7A48-C77D-CE2A-B0B7-8D9EDEF9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FEFBC-2DE6-5B21-2BD8-FFFEF4EC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/>
              <a:t>資料完整度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EFD7A3-2A43-7C02-6815-CF574FF8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20</a:t>
            </a:fld>
            <a:endParaRPr lang="zh-TW" noProof="1"/>
          </a:p>
        </p:txBody>
      </p:sp>
      <p:sp>
        <p:nvSpPr>
          <p:cNvPr id="217" name="Shape 5">
            <a:extLst>
              <a:ext uri="{FF2B5EF4-FFF2-40B4-BE49-F238E27FC236}">
                <a16:creationId xmlns:a16="http://schemas.microsoft.com/office/drawing/2014/main" id="{28205A04-9669-157F-D29D-FCBC72449A88}"/>
              </a:ext>
            </a:extLst>
          </p:cNvPr>
          <p:cNvSpPr/>
          <p:nvPr/>
        </p:nvSpPr>
        <p:spPr>
          <a:xfrm>
            <a:off x="705829" y="2253605"/>
            <a:ext cx="3355047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18" name="Text 6">
            <a:extLst>
              <a:ext uri="{FF2B5EF4-FFF2-40B4-BE49-F238E27FC236}">
                <a16:creationId xmlns:a16="http://schemas.microsoft.com/office/drawing/2014/main" id="{FFFBF93E-1C25-D4C7-380A-6D38034C8121}"/>
              </a:ext>
            </a:extLst>
          </p:cNvPr>
          <p:cNvSpPr/>
          <p:nvPr/>
        </p:nvSpPr>
        <p:spPr>
          <a:xfrm>
            <a:off x="794120" y="2253605"/>
            <a:ext cx="3178465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欄位</a:t>
            </a:r>
            <a:endParaRPr lang="zh-TW" sz="2000" noProof="1"/>
          </a:p>
        </p:txBody>
      </p:sp>
      <p:sp>
        <p:nvSpPr>
          <p:cNvPr id="219" name="Shape 7">
            <a:extLst>
              <a:ext uri="{FF2B5EF4-FFF2-40B4-BE49-F238E27FC236}">
                <a16:creationId xmlns:a16="http://schemas.microsoft.com/office/drawing/2014/main" id="{26A11546-EE4B-7AD4-DE29-3B4B20A9BFCF}"/>
              </a:ext>
            </a:extLst>
          </p:cNvPr>
          <p:cNvSpPr/>
          <p:nvPr/>
        </p:nvSpPr>
        <p:spPr>
          <a:xfrm>
            <a:off x="4105021" y="2253605"/>
            <a:ext cx="1942395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220" name="Text 8">
            <a:extLst>
              <a:ext uri="{FF2B5EF4-FFF2-40B4-BE49-F238E27FC236}">
                <a16:creationId xmlns:a16="http://schemas.microsoft.com/office/drawing/2014/main" id="{D2CF0E8D-3FA5-6A93-1C11-781E6F25CBCA}"/>
              </a:ext>
            </a:extLst>
          </p:cNvPr>
          <p:cNvSpPr/>
          <p:nvPr/>
        </p:nvSpPr>
        <p:spPr>
          <a:xfrm>
            <a:off x="4193312" y="2253605"/>
            <a:ext cx="1765814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說明</a:t>
            </a:r>
            <a:endParaRPr lang="zh-TW" sz="2000" noProof="1"/>
          </a:p>
        </p:txBody>
      </p:sp>
      <p:sp>
        <p:nvSpPr>
          <p:cNvPr id="221" name="Shape 9">
            <a:extLst>
              <a:ext uri="{FF2B5EF4-FFF2-40B4-BE49-F238E27FC236}">
                <a16:creationId xmlns:a16="http://schemas.microsoft.com/office/drawing/2014/main" id="{5041C020-26D6-2E94-8DB0-E90039F9A755}"/>
              </a:ext>
            </a:extLst>
          </p:cNvPr>
          <p:cNvSpPr/>
          <p:nvPr/>
        </p:nvSpPr>
        <p:spPr>
          <a:xfrm>
            <a:off x="6091562" y="2250590"/>
            <a:ext cx="3437766" cy="44517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22" name="Text 10">
            <a:extLst>
              <a:ext uri="{FF2B5EF4-FFF2-40B4-BE49-F238E27FC236}">
                <a16:creationId xmlns:a16="http://schemas.microsoft.com/office/drawing/2014/main" id="{1829256F-5A6E-4484-74E2-1256C6C5AA3E}"/>
              </a:ext>
            </a:extLst>
          </p:cNvPr>
          <p:cNvSpPr/>
          <p:nvPr/>
        </p:nvSpPr>
        <p:spPr>
          <a:xfrm>
            <a:off x="6179853" y="2253605"/>
            <a:ext cx="3121517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資訊完整度</a:t>
            </a:r>
            <a:endParaRPr lang="zh-TW" sz="2000" noProof="1"/>
          </a:p>
        </p:txBody>
      </p:sp>
      <p:sp>
        <p:nvSpPr>
          <p:cNvPr id="224" name="Text 12">
            <a:extLst>
              <a:ext uri="{FF2B5EF4-FFF2-40B4-BE49-F238E27FC236}">
                <a16:creationId xmlns:a16="http://schemas.microsoft.com/office/drawing/2014/main" id="{50ECB3A6-4BA5-1426-9392-BE1BC922A203}"/>
              </a:ext>
            </a:extLst>
          </p:cNvPr>
          <p:cNvSpPr/>
          <p:nvPr/>
        </p:nvSpPr>
        <p:spPr>
          <a:xfrm>
            <a:off x="7813231" y="2253605"/>
            <a:ext cx="1633378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2800" noProof="1"/>
          </a:p>
        </p:txBody>
      </p:sp>
      <p:sp>
        <p:nvSpPr>
          <p:cNvPr id="225" name="Shape 13">
            <a:extLst>
              <a:ext uri="{FF2B5EF4-FFF2-40B4-BE49-F238E27FC236}">
                <a16:creationId xmlns:a16="http://schemas.microsoft.com/office/drawing/2014/main" id="{CFF6396C-2B92-72C5-7AFB-EB961F7E261A}"/>
              </a:ext>
            </a:extLst>
          </p:cNvPr>
          <p:cNvSpPr/>
          <p:nvPr/>
        </p:nvSpPr>
        <p:spPr>
          <a:xfrm>
            <a:off x="9579045" y="2253605"/>
            <a:ext cx="1942395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26" name="Text 14">
            <a:extLst>
              <a:ext uri="{FF2B5EF4-FFF2-40B4-BE49-F238E27FC236}">
                <a16:creationId xmlns:a16="http://schemas.microsoft.com/office/drawing/2014/main" id="{4B61FFBD-95BE-4572-D155-A1F0A0113579}"/>
              </a:ext>
            </a:extLst>
          </p:cNvPr>
          <p:cNvSpPr/>
          <p:nvPr/>
        </p:nvSpPr>
        <p:spPr>
          <a:xfrm>
            <a:off x="9667335" y="2253605"/>
            <a:ext cx="1765814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備註</a:t>
            </a:r>
            <a:endParaRPr lang="zh-TW" sz="2000" noProof="1"/>
          </a:p>
        </p:txBody>
      </p:sp>
      <p:sp>
        <p:nvSpPr>
          <p:cNvPr id="227" name="Shape 15">
            <a:extLst>
              <a:ext uri="{FF2B5EF4-FFF2-40B4-BE49-F238E27FC236}">
                <a16:creationId xmlns:a16="http://schemas.microsoft.com/office/drawing/2014/main" id="{100488D6-1D5C-BE10-75FE-B25E108F979C}"/>
              </a:ext>
            </a:extLst>
          </p:cNvPr>
          <p:cNvSpPr/>
          <p:nvPr/>
        </p:nvSpPr>
        <p:spPr>
          <a:xfrm>
            <a:off x="705829" y="2695768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28" name="Text 16">
            <a:extLst>
              <a:ext uri="{FF2B5EF4-FFF2-40B4-BE49-F238E27FC236}">
                <a16:creationId xmlns:a16="http://schemas.microsoft.com/office/drawing/2014/main" id="{881A64BD-ED34-A117-79D9-EB28F39CCF41}"/>
              </a:ext>
            </a:extLst>
          </p:cNvPr>
          <p:cNvSpPr/>
          <p:nvPr/>
        </p:nvSpPr>
        <p:spPr>
          <a:xfrm>
            <a:off x="794120" y="2695768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solution_name</a:t>
            </a:r>
            <a:endParaRPr lang="zh-TW" sz="1600" noProof="1"/>
          </a:p>
        </p:txBody>
      </p:sp>
      <p:sp>
        <p:nvSpPr>
          <p:cNvPr id="229" name="Text 17">
            <a:extLst>
              <a:ext uri="{FF2B5EF4-FFF2-40B4-BE49-F238E27FC236}">
                <a16:creationId xmlns:a16="http://schemas.microsoft.com/office/drawing/2014/main" id="{A9BC8EA5-7ADF-D578-B8D1-8AE7F42F512D}"/>
              </a:ext>
            </a:extLst>
          </p:cNvPr>
          <p:cNvSpPr/>
          <p:nvPr/>
        </p:nvSpPr>
        <p:spPr>
          <a:xfrm>
            <a:off x="4193312" y="2695768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方案名稱</a:t>
            </a:r>
            <a:endParaRPr lang="zh-TW" sz="1600" noProof="1"/>
          </a:p>
        </p:txBody>
      </p:sp>
      <p:sp>
        <p:nvSpPr>
          <p:cNvPr id="230" name="Text 18">
            <a:extLst>
              <a:ext uri="{FF2B5EF4-FFF2-40B4-BE49-F238E27FC236}">
                <a16:creationId xmlns:a16="http://schemas.microsoft.com/office/drawing/2014/main" id="{B3AF3CAD-E46A-0456-CDDD-0E1848A90F63}"/>
              </a:ext>
            </a:extLst>
          </p:cNvPr>
          <p:cNvSpPr/>
          <p:nvPr/>
        </p:nvSpPr>
        <p:spPr>
          <a:xfrm>
            <a:off x="6179853" y="2695768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100%</a:t>
            </a:r>
            <a:endParaRPr lang="zh-TW" sz="1600" noProof="1"/>
          </a:p>
        </p:txBody>
      </p:sp>
      <p:sp>
        <p:nvSpPr>
          <p:cNvPr id="231" name="Shape 19">
            <a:extLst>
              <a:ext uri="{FF2B5EF4-FFF2-40B4-BE49-F238E27FC236}">
                <a16:creationId xmlns:a16="http://schemas.microsoft.com/office/drawing/2014/main" id="{60C3D459-5851-D3D7-B0FE-626F9ADF4D17}"/>
              </a:ext>
            </a:extLst>
          </p:cNvPr>
          <p:cNvSpPr/>
          <p:nvPr/>
        </p:nvSpPr>
        <p:spPr>
          <a:xfrm>
            <a:off x="7195196" y="279962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2" name="Text 20">
            <a:extLst>
              <a:ext uri="{FF2B5EF4-FFF2-40B4-BE49-F238E27FC236}">
                <a16:creationId xmlns:a16="http://schemas.microsoft.com/office/drawing/2014/main" id="{506C1A7F-DCEA-FC49-36AB-9A02A404ECAE}"/>
              </a:ext>
            </a:extLst>
          </p:cNvPr>
          <p:cNvSpPr/>
          <p:nvPr/>
        </p:nvSpPr>
        <p:spPr>
          <a:xfrm>
            <a:off x="7195196" y="2810256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33" name="Shape 21">
            <a:extLst>
              <a:ext uri="{FF2B5EF4-FFF2-40B4-BE49-F238E27FC236}">
                <a16:creationId xmlns:a16="http://schemas.microsoft.com/office/drawing/2014/main" id="{EEC082F7-26B8-99BB-9EC4-ED6C203C1521}"/>
              </a:ext>
            </a:extLst>
          </p:cNvPr>
          <p:cNvSpPr/>
          <p:nvPr/>
        </p:nvSpPr>
        <p:spPr>
          <a:xfrm>
            <a:off x="7769085" y="287342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4" name="Shape 22">
            <a:extLst>
              <a:ext uri="{FF2B5EF4-FFF2-40B4-BE49-F238E27FC236}">
                <a16:creationId xmlns:a16="http://schemas.microsoft.com/office/drawing/2014/main" id="{FBCCB812-2B12-BB23-939D-556F65469BAB}"/>
              </a:ext>
            </a:extLst>
          </p:cNvPr>
          <p:cNvSpPr/>
          <p:nvPr/>
        </p:nvSpPr>
        <p:spPr>
          <a:xfrm>
            <a:off x="7769085" y="287342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5" name="Text 23">
            <a:extLst>
              <a:ext uri="{FF2B5EF4-FFF2-40B4-BE49-F238E27FC236}">
                <a16:creationId xmlns:a16="http://schemas.microsoft.com/office/drawing/2014/main" id="{D02D6CA3-4355-2D33-1138-0054C83B1CF9}"/>
              </a:ext>
            </a:extLst>
          </p:cNvPr>
          <p:cNvSpPr/>
          <p:nvPr/>
        </p:nvSpPr>
        <p:spPr>
          <a:xfrm>
            <a:off x="9623190" y="2695768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少數空值</a:t>
            </a:r>
            <a:endParaRPr lang="zh-TW" sz="1600" noProof="1"/>
          </a:p>
        </p:txBody>
      </p:sp>
      <p:sp>
        <p:nvSpPr>
          <p:cNvPr id="236" name="Shape 24">
            <a:extLst>
              <a:ext uri="{FF2B5EF4-FFF2-40B4-BE49-F238E27FC236}">
                <a16:creationId xmlns:a16="http://schemas.microsoft.com/office/drawing/2014/main" id="{7D4C87DA-554D-0B87-73D6-8730002E730C}"/>
              </a:ext>
            </a:extLst>
          </p:cNvPr>
          <p:cNvSpPr/>
          <p:nvPr/>
        </p:nvSpPr>
        <p:spPr>
          <a:xfrm>
            <a:off x="705829" y="3161617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7" name="Text 25">
            <a:extLst>
              <a:ext uri="{FF2B5EF4-FFF2-40B4-BE49-F238E27FC236}">
                <a16:creationId xmlns:a16="http://schemas.microsoft.com/office/drawing/2014/main" id="{8CCF63AF-2B43-3FA1-2C3F-E776A3157B9B}"/>
              </a:ext>
            </a:extLst>
          </p:cNvPr>
          <p:cNvSpPr/>
          <p:nvPr/>
        </p:nvSpPr>
        <p:spPr>
          <a:xfrm>
            <a:off x="794120" y="316161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has_ai</a:t>
            </a:r>
            <a:endParaRPr lang="zh-TW" sz="1600" noProof="1"/>
          </a:p>
        </p:txBody>
      </p:sp>
      <p:sp>
        <p:nvSpPr>
          <p:cNvPr id="238" name="Text 26">
            <a:extLst>
              <a:ext uri="{FF2B5EF4-FFF2-40B4-BE49-F238E27FC236}">
                <a16:creationId xmlns:a16="http://schemas.microsoft.com/office/drawing/2014/main" id="{D640420A-5302-B8D3-6847-7C576BAC113F}"/>
              </a:ext>
            </a:extLst>
          </p:cNvPr>
          <p:cNvSpPr/>
          <p:nvPr/>
        </p:nvSpPr>
        <p:spPr>
          <a:xfrm>
            <a:off x="4193312" y="31616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是否 AI</a:t>
            </a:r>
            <a:endParaRPr lang="zh-TW" sz="1600" noProof="1"/>
          </a:p>
        </p:txBody>
      </p:sp>
      <p:sp>
        <p:nvSpPr>
          <p:cNvPr id="239" name="Text 27">
            <a:extLst>
              <a:ext uri="{FF2B5EF4-FFF2-40B4-BE49-F238E27FC236}">
                <a16:creationId xmlns:a16="http://schemas.microsoft.com/office/drawing/2014/main" id="{24F8BCD0-1D49-4083-11C8-1BAD4C5262A8}"/>
              </a:ext>
            </a:extLst>
          </p:cNvPr>
          <p:cNvSpPr/>
          <p:nvPr/>
        </p:nvSpPr>
        <p:spPr>
          <a:xfrm>
            <a:off x="6179853" y="316161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99%</a:t>
            </a:r>
            <a:endParaRPr lang="zh-TW" sz="1600" noProof="1"/>
          </a:p>
        </p:txBody>
      </p:sp>
      <p:sp>
        <p:nvSpPr>
          <p:cNvPr id="240" name="Shape 28">
            <a:extLst>
              <a:ext uri="{FF2B5EF4-FFF2-40B4-BE49-F238E27FC236}">
                <a16:creationId xmlns:a16="http://schemas.microsoft.com/office/drawing/2014/main" id="{452F1E7F-152C-12DB-98FB-C3071E861392}"/>
              </a:ext>
            </a:extLst>
          </p:cNvPr>
          <p:cNvSpPr/>
          <p:nvPr/>
        </p:nvSpPr>
        <p:spPr>
          <a:xfrm>
            <a:off x="7195196" y="3265476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1" name="Text 29">
            <a:extLst>
              <a:ext uri="{FF2B5EF4-FFF2-40B4-BE49-F238E27FC236}">
                <a16:creationId xmlns:a16="http://schemas.microsoft.com/office/drawing/2014/main" id="{17C073D1-17F1-A089-8DEA-844320D0A80A}"/>
              </a:ext>
            </a:extLst>
          </p:cNvPr>
          <p:cNvSpPr/>
          <p:nvPr/>
        </p:nvSpPr>
        <p:spPr>
          <a:xfrm>
            <a:off x="7195196" y="3276106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42" name="Shape 30">
            <a:extLst>
              <a:ext uri="{FF2B5EF4-FFF2-40B4-BE49-F238E27FC236}">
                <a16:creationId xmlns:a16="http://schemas.microsoft.com/office/drawing/2014/main" id="{67F2EB6C-036C-7C9C-11CF-615531D2A581}"/>
              </a:ext>
            </a:extLst>
          </p:cNvPr>
          <p:cNvSpPr/>
          <p:nvPr/>
        </p:nvSpPr>
        <p:spPr>
          <a:xfrm>
            <a:off x="7769085" y="333927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3" name="Shape 31">
            <a:extLst>
              <a:ext uri="{FF2B5EF4-FFF2-40B4-BE49-F238E27FC236}">
                <a16:creationId xmlns:a16="http://schemas.microsoft.com/office/drawing/2014/main" id="{2670F754-1AB9-DC68-B707-81934187D2A2}"/>
              </a:ext>
            </a:extLst>
          </p:cNvPr>
          <p:cNvSpPr/>
          <p:nvPr/>
        </p:nvSpPr>
        <p:spPr>
          <a:xfrm>
            <a:off x="7769085" y="3339272"/>
            <a:ext cx="1704453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4" name="Text 32">
            <a:extLst>
              <a:ext uri="{FF2B5EF4-FFF2-40B4-BE49-F238E27FC236}">
                <a16:creationId xmlns:a16="http://schemas.microsoft.com/office/drawing/2014/main" id="{E0ECBA01-AB27-0F72-A0B1-7CF688710486}"/>
              </a:ext>
            </a:extLst>
          </p:cNvPr>
          <p:cNvSpPr/>
          <p:nvPr/>
        </p:nvSpPr>
        <p:spPr>
          <a:xfrm>
            <a:off x="9623190" y="31616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布林值</a:t>
            </a:r>
            <a:endParaRPr lang="zh-TW" sz="1600" noProof="1"/>
          </a:p>
        </p:txBody>
      </p:sp>
      <p:sp>
        <p:nvSpPr>
          <p:cNvPr id="245" name="Shape 33">
            <a:extLst>
              <a:ext uri="{FF2B5EF4-FFF2-40B4-BE49-F238E27FC236}">
                <a16:creationId xmlns:a16="http://schemas.microsoft.com/office/drawing/2014/main" id="{EB942626-1F32-CDA5-93CE-F2D3C8C5DCC7}"/>
              </a:ext>
            </a:extLst>
          </p:cNvPr>
          <p:cNvSpPr/>
          <p:nvPr/>
        </p:nvSpPr>
        <p:spPr>
          <a:xfrm>
            <a:off x="705829" y="3627467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6" name="Text 34">
            <a:extLst>
              <a:ext uri="{FF2B5EF4-FFF2-40B4-BE49-F238E27FC236}">
                <a16:creationId xmlns:a16="http://schemas.microsoft.com/office/drawing/2014/main" id="{EECB06D5-1BAC-2DF8-88B6-CFC1D48D930D}"/>
              </a:ext>
            </a:extLst>
          </p:cNvPr>
          <p:cNvSpPr/>
          <p:nvPr/>
        </p:nvSpPr>
        <p:spPr>
          <a:xfrm>
            <a:off x="794120" y="362746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industry_category</a:t>
            </a:r>
            <a:endParaRPr lang="zh-TW" sz="1600" noProof="1"/>
          </a:p>
        </p:txBody>
      </p:sp>
      <p:sp>
        <p:nvSpPr>
          <p:cNvPr id="247" name="Text 35">
            <a:extLst>
              <a:ext uri="{FF2B5EF4-FFF2-40B4-BE49-F238E27FC236}">
                <a16:creationId xmlns:a16="http://schemas.microsoft.com/office/drawing/2014/main" id="{F3AE721F-A520-52F3-2E04-E2D5795FEE58}"/>
              </a:ext>
            </a:extLst>
          </p:cNvPr>
          <p:cNvSpPr/>
          <p:nvPr/>
        </p:nvSpPr>
        <p:spPr>
          <a:xfrm>
            <a:off x="4193312" y="362746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方案類別</a:t>
            </a:r>
            <a:endParaRPr lang="zh-TW" sz="1600" noProof="1"/>
          </a:p>
        </p:txBody>
      </p:sp>
      <p:sp>
        <p:nvSpPr>
          <p:cNvPr id="248" name="Text 36">
            <a:extLst>
              <a:ext uri="{FF2B5EF4-FFF2-40B4-BE49-F238E27FC236}">
                <a16:creationId xmlns:a16="http://schemas.microsoft.com/office/drawing/2014/main" id="{E06A844F-B906-EA3C-C395-B8EB1CDB1C2D}"/>
              </a:ext>
            </a:extLst>
          </p:cNvPr>
          <p:cNvSpPr/>
          <p:nvPr/>
        </p:nvSpPr>
        <p:spPr>
          <a:xfrm>
            <a:off x="6179853" y="362746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93%</a:t>
            </a:r>
            <a:endParaRPr lang="zh-TW" sz="1600" noProof="1"/>
          </a:p>
        </p:txBody>
      </p:sp>
      <p:sp>
        <p:nvSpPr>
          <p:cNvPr id="249" name="Shape 37">
            <a:extLst>
              <a:ext uri="{FF2B5EF4-FFF2-40B4-BE49-F238E27FC236}">
                <a16:creationId xmlns:a16="http://schemas.microsoft.com/office/drawing/2014/main" id="{28F144DC-FA4F-B6D3-6506-C0AFF5483169}"/>
              </a:ext>
            </a:extLst>
          </p:cNvPr>
          <p:cNvSpPr/>
          <p:nvPr/>
        </p:nvSpPr>
        <p:spPr>
          <a:xfrm>
            <a:off x="7195196" y="3731324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0" name="Text 38">
            <a:extLst>
              <a:ext uri="{FF2B5EF4-FFF2-40B4-BE49-F238E27FC236}">
                <a16:creationId xmlns:a16="http://schemas.microsoft.com/office/drawing/2014/main" id="{3C797AC1-6B80-157E-7E87-A576A3B43199}"/>
              </a:ext>
            </a:extLst>
          </p:cNvPr>
          <p:cNvSpPr/>
          <p:nvPr/>
        </p:nvSpPr>
        <p:spPr>
          <a:xfrm>
            <a:off x="7195196" y="374195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7F0D2411-A384-4507-3199-A431EF73DF8A}"/>
              </a:ext>
            </a:extLst>
          </p:cNvPr>
          <p:cNvSpPr/>
          <p:nvPr/>
        </p:nvSpPr>
        <p:spPr>
          <a:xfrm>
            <a:off x="7769085" y="380512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2" name="Shape 40">
            <a:extLst>
              <a:ext uri="{FF2B5EF4-FFF2-40B4-BE49-F238E27FC236}">
                <a16:creationId xmlns:a16="http://schemas.microsoft.com/office/drawing/2014/main" id="{07E5E92D-96DD-6360-5A78-DF5A4C3FE7D5}"/>
              </a:ext>
            </a:extLst>
          </p:cNvPr>
          <p:cNvSpPr/>
          <p:nvPr/>
        </p:nvSpPr>
        <p:spPr>
          <a:xfrm>
            <a:off x="7769085" y="3805121"/>
            <a:ext cx="1601152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3" name="Text 41">
            <a:extLst>
              <a:ext uri="{FF2B5EF4-FFF2-40B4-BE49-F238E27FC236}">
                <a16:creationId xmlns:a16="http://schemas.microsoft.com/office/drawing/2014/main" id="{7D25E64F-3A99-8C41-3F57-BC10C2926E87}"/>
              </a:ext>
            </a:extLst>
          </p:cNvPr>
          <p:cNvSpPr/>
          <p:nvPr/>
        </p:nvSpPr>
        <p:spPr>
          <a:xfrm>
            <a:off x="9623190" y="362746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多值分類</a:t>
            </a:r>
            <a:endParaRPr lang="zh-TW" sz="1600" noProof="1"/>
          </a:p>
        </p:txBody>
      </p:sp>
      <p:sp>
        <p:nvSpPr>
          <p:cNvPr id="254" name="Shape 42">
            <a:extLst>
              <a:ext uri="{FF2B5EF4-FFF2-40B4-BE49-F238E27FC236}">
                <a16:creationId xmlns:a16="http://schemas.microsoft.com/office/drawing/2014/main" id="{F5FF2A1B-D120-8FC8-6590-6304CF26219E}"/>
              </a:ext>
            </a:extLst>
          </p:cNvPr>
          <p:cNvSpPr/>
          <p:nvPr/>
        </p:nvSpPr>
        <p:spPr>
          <a:xfrm>
            <a:off x="705829" y="4093317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5" name="Text 43">
            <a:extLst>
              <a:ext uri="{FF2B5EF4-FFF2-40B4-BE49-F238E27FC236}">
                <a16:creationId xmlns:a16="http://schemas.microsoft.com/office/drawing/2014/main" id="{5138CD2E-3112-F16D-CC0D-42C70CF41AA3}"/>
              </a:ext>
            </a:extLst>
          </p:cNvPr>
          <p:cNvSpPr/>
          <p:nvPr/>
        </p:nvSpPr>
        <p:spPr>
          <a:xfrm>
            <a:off x="794120" y="409331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price</a:t>
            </a:r>
            <a:endParaRPr lang="zh-TW" sz="1600" noProof="1"/>
          </a:p>
        </p:txBody>
      </p:sp>
      <p:sp>
        <p:nvSpPr>
          <p:cNvPr id="256" name="Text 44">
            <a:extLst>
              <a:ext uri="{FF2B5EF4-FFF2-40B4-BE49-F238E27FC236}">
                <a16:creationId xmlns:a16="http://schemas.microsoft.com/office/drawing/2014/main" id="{2DC4A2F6-F748-2D57-FE06-89DD2B2A82E0}"/>
              </a:ext>
            </a:extLst>
          </p:cNvPr>
          <p:cNvSpPr/>
          <p:nvPr/>
        </p:nvSpPr>
        <p:spPr>
          <a:xfrm>
            <a:off x="4193312" y="40933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費用</a:t>
            </a:r>
            <a:endParaRPr lang="zh-TW" sz="1600" noProof="1"/>
          </a:p>
        </p:txBody>
      </p:sp>
      <p:sp>
        <p:nvSpPr>
          <p:cNvPr id="257" name="Text 45">
            <a:extLst>
              <a:ext uri="{FF2B5EF4-FFF2-40B4-BE49-F238E27FC236}">
                <a16:creationId xmlns:a16="http://schemas.microsoft.com/office/drawing/2014/main" id="{9AC291DA-3F98-933E-1E61-1EE1800E68AF}"/>
              </a:ext>
            </a:extLst>
          </p:cNvPr>
          <p:cNvSpPr/>
          <p:nvPr/>
        </p:nvSpPr>
        <p:spPr>
          <a:xfrm>
            <a:off x="6179853" y="409331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91%</a:t>
            </a:r>
            <a:endParaRPr lang="zh-TW" sz="1600" noProof="1"/>
          </a:p>
        </p:txBody>
      </p:sp>
      <p:sp>
        <p:nvSpPr>
          <p:cNvPr id="258" name="Shape 46">
            <a:extLst>
              <a:ext uri="{FF2B5EF4-FFF2-40B4-BE49-F238E27FC236}">
                <a16:creationId xmlns:a16="http://schemas.microsoft.com/office/drawing/2014/main" id="{C58C5FA2-8282-FDD2-1CC0-27B899A48B32}"/>
              </a:ext>
            </a:extLst>
          </p:cNvPr>
          <p:cNvSpPr/>
          <p:nvPr/>
        </p:nvSpPr>
        <p:spPr>
          <a:xfrm>
            <a:off x="7195196" y="419717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9" name="Text 47">
            <a:extLst>
              <a:ext uri="{FF2B5EF4-FFF2-40B4-BE49-F238E27FC236}">
                <a16:creationId xmlns:a16="http://schemas.microsoft.com/office/drawing/2014/main" id="{2A007D66-CC5A-ADC0-6FEF-C2E6D5AA2BAF}"/>
              </a:ext>
            </a:extLst>
          </p:cNvPr>
          <p:cNvSpPr/>
          <p:nvPr/>
        </p:nvSpPr>
        <p:spPr>
          <a:xfrm>
            <a:off x="7195196" y="420780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60" name="Shape 48">
            <a:extLst>
              <a:ext uri="{FF2B5EF4-FFF2-40B4-BE49-F238E27FC236}">
                <a16:creationId xmlns:a16="http://schemas.microsoft.com/office/drawing/2014/main" id="{D9517491-8594-C321-0ED6-90FCBA153292}"/>
              </a:ext>
            </a:extLst>
          </p:cNvPr>
          <p:cNvSpPr/>
          <p:nvPr/>
        </p:nvSpPr>
        <p:spPr>
          <a:xfrm>
            <a:off x="7769085" y="427097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1" name="Shape 49">
            <a:extLst>
              <a:ext uri="{FF2B5EF4-FFF2-40B4-BE49-F238E27FC236}">
                <a16:creationId xmlns:a16="http://schemas.microsoft.com/office/drawing/2014/main" id="{B211D1DF-099A-92F6-8EE0-2779D2B24898}"/>
              </a:ext>
            </a:extLst>
          </p:cNvPr>
          <p:cNvSpPr/>
          <p:nvPr/>
        </p:nvSpPr>
        <p:spPr>
          <a:xfrm>
            <a:off x="7769085" y="4270971"/>
            <a:ext cx="1566718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2" name="Text 50">
            <a:extLst>
              <a:ext uri="{FF2B5EF4-FFF2-40B4-BE49-F238E27FC236}">
                <a16:creationId xmlns:a16="http://schemas.microsoft.com/office/drawing/2014/main" id="{0F2BE77A-92FF-3350-4C83-4BC57827D1AC}"/>
              </a:ext>
            </a:extLst>
          </p:cNvPr>
          <p:cNvSpPr/>
          <p:nvPr/>
        </p:nvSpPr>
        <p:spPr>
          <a:xfrm>
            <a:off x="9623190" y="40933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195 筆空值</a:t>
            </a:r>
            <a:endParaRPr lang="zh-TW" sz="1600" noProof="1"/>
          </a:p>
        </p:txBody>
      </p:sp>
      <p:sp>
        <p:nvSpPr>
          <p:cNvPr id="263" name="Shape 51">
            <a:extLst>
              <a:ext uri="{FF2B5EF4-FFF2-40B4-BE49-F238E27FC236}">
                <a16:creationId xmlns:a16="http://schemas.microsoft.com/office/drawing/2014/main" id="{BFF3B38F-81E6-4B78-7321-5A8548298E12}"/>
              </a:ext>
            </a:extLst>
          </p:cNvPr>
          <p:cNvSpPr/>
          <p:nvPr/>
        </p:nvSpPr>
        <p:spPr>
          <a:xfrm>
            <a:off x="705829" y="4559166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4" name="Text 52">
            <a:extLst>
              <a:ext uri="{FF2B5EF4-FFF2-40B4-BE49-F238E27FC236}">
                <a16:creationId xmlns:a16="http://schemas.microsoft.com/office/drawing/2014/main" id="{C2FADD57-BBE7-D773-93D8-E763008CA5F3}"/>
              </a:ext>
            </a:extLst>
          </p:cNvPr>
          <p:cNvSpPr/>
          <p:nvPr/>
        </p:nvSpPr>
        <p:spPr>
          <a:xfrm>
            <a:off x="794120" y="4559166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company_id</a:t>
            </a:r>
            <a:endParaRPr lang="zh-TW" sz="1600" noProof="1"/>
          </a:p>
        </p:txBody>
      </p:sp>
      <p:sp>
        <p:nvSpPr>
          <p:cNvPr id="265" name="Text 53">
            <a:extLst>
              <a:ext uri="{FF2B5EF4-FFF2-40B4-BE49-F238E27FC236}">
                <a16:creationId xmlns:a16="http://schemas.microsoft.com/office/drawing/2014/main" id="{F0588DAC-EB14-E16E-59AF-F7EE74B61928}"/>
              </a:ext>
            </a:extLst>
          </p:cNvPr>
          <p:cNvSpPr/>
          <p:nvPr/>
        </p:nvSpPr>
        <p:spPr>
          <a:xfrm>
            <a:off x="4193312" y="455916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業者連結</a:t>
            </a:r>
            <a:endParaRPr lang="zh-TW" sz="1600" noProof="1"/>
          </a:p>
        </p:txBody>
      </p:sp>
      <p:sp>
        <p:nvSpPr>
          <p:cNvPr id="266" name="Text 54">
            <a:extLst>
              <a:ext uri="{FF2B5EF4-FFF2-40B4-BE49-F238E27FC236}">
                <a16:creationId xmlns:a16="http://schemas.microsoft.com/office/drawing/2014/main" id="{29951D0E-1425-5B54-BEB7-6F6605BC9ACE}"/>
              </a:ext>
            </a:extLst>
          </p:cNvPr>
          <p:cNvSpPr/>
          <p:nvPr/>
        </p:nvSpPr>
        <p:spPr>
          <a:xfrm>
            <a:off x="6179853" y="4559166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854F0B"/>
                </a:solidFill>
              </a:rPr>
              <a:t>89%</a:t>
            </a:r>
            <a:endParaRPr lang="zh-TW" sz="1600" noProof="1"/>
          </a:p>
        </p:txBody>
      </p:sp>
      <p:sp>
        <p:nvSpPr>
          <p:cNvPr id="267" name="Shape 55">
            <a:extLst>
              <a:ext uri="{FF2B5EF4-FFF2-40B4-BE49-F238E27FC236}">
                <a16:creationId xmlns:a16="http://schemas.microsoft.com/office/drawing/2014/main" id="{0779B55E-6382-F0ED-3DF6-ADDEBAA87C73}"/>
              </a:ext>
            </a:extLst>
          </p:cNvPr>
          <p:cNvSpPr/>
          <p:nvPr/>
        </p:nvSpPr>
        <p:spPr>
          <a:xfrm>
            <a:off x="7195196" y="466302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8" name="Text 56">
            <a:extLst>
              <a:ext uri="{FF2B5EF4-FFF2-40B4-BE49-F238E27FC236}">
                <a16:creationId xmlns:a16="http://schemas.microsoft.com/office/drawing/2014/main" id="{FB943BBF-7983-91BD-F0B8-42155E6577D3}"/>
              </a:ext>
            </a:extLst>
          </p:cNvPr>
          <p:cNvSpPr/>
          <p:nvPr/>
        </p:nvSpPr>
        <p:spPr>
          <a:xfrm>
            <a:off x="7195196" y="467365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854F0B"/>
                </a:solidFill>
              </a:rPr>
              <a:t>待補</a:t>
            </a:r>
            <a:endParaRPr lang="zh-TW" sz="1600" noProof="1"/>
          </a:p>
        </p:txBody>
      </p:sp>
      <p:sp>
        <p:nvSpPr>
          <p:cNvPr id="269" name="Shape 57">
            <a:extLst>
              <a:ext uri="{FF2B5EF4-FFF2-40B4-BE49-F238E27FC236}">
                <a16:creationId xmlns:a16="http://schemas.microsoft.com/office/drawing/2014/main" id="{7FA3972B-3E03-1A07-FB98-47D6A3FAD5AE}"/>
              </a:ext>
            </a:extLst>
          </p:cNvPr>
          <p:cNvSpPr/>
          <p:nvPr/>
        </p:nvSpPr>
        <p:spPr>
          <a:xfrm>
            <a:off x="7769085" y="473682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0" name="Shape 58">
            <a:extLst>
              <a:ext uri="{FF2B5EF4-FFF2-40B4-BE49-F238E27FC236}">
                <a16:creationId xmlns:a16="http://schemas.microsoft.com/office/drawing/2014/main" id="{5437C0BF-2836-48FC-AE7F-3EC3612B58EC}"/>
              </a:ext>
            </a:extLst>
          </p:cNvPr>
          <p:cNvSpPr/>
          <p:nvPr/>
        </p:nvSpPr>
        <p:spPr>
          <a:xfrm>
            <a:off x="7769085" y="4736821"/>
            <a:ext cx="1532284" cy="110541"/>
          </a:xfrm>
          <a:prstGeom prst="roundRect">
            <a:avLst>
              <a:gd name="adj" fmla="val 4285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1" name="Text 59">
            <a:extLst>
              <a:ext uri="{FF2B5EF4-FFF2-40B4-BE49-F238E27FC236}">
                <a16:creationId xmlns:a16="http://schemas.microsoft.com/office/drawing/2014/main" id="{177040BD-DBF3-B006-4BA4-87353A2DDC28}"/>
              </a:ext>
            </a:extLst>
          </p:cNvPr>
          <p:cNvSpPr/>
          <p:nvPr/>
        </p:nvSpPr>
        <p:spPr>
          <a:xfrm>
            <a:off x="9623190" y="455916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部分未對應</a:t>
            </a:r>
            <a:endParaRPr lang="zh-TW" sz="1600" noProof="1"/>
          </a:p>
        </p:txBody>
      </p:sp>
      <p:sp>
        <p:nvSpPr>
          <p:cNvPr id="272" name="Shape 60">
            <a:extLst>
              <a:ext uri="{FF2B5EF4-FFF2-40B4-BE49-F238E27FC236}">
                <a16:creationId xmlns:a16="http://schemas.microsoft.com/office/drawing/2014/main" id="{5ACDB6E7-6352-6188-8EF4-8EEBF0D16384}"/>
              </a:ext>
            </a:extLst>
          </p:cNvPr>
          <p:cNvSpPr/>
          <p:nvPr/>
        </p:nvSpPr>
        <p:spPr>
          <a:xfrm>
            <a:off x="705829" y="5025016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3" name="Text 61">
            <a:extLst>
              <a:ext uri="{FF2B5EF4-FFF2-40B4-BE49-F238E27FC236}">
                <a16:creationId xmlns:a16="http://schemas.microsoft.com/office/drawing/2014/main" id="{A4EFCB1B-453D-DC5F-C55C-F1C088319DF3}"/>
              </a:ext>
            </a:extLst>
          </p:cNvPr>
          <p:cNvSpPr/>
          <p:nvPr/>
        </p:nvSpPr>
        <p:spPr>
          <a:xfrm>
            <a:off x="794120" y="5025016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price_tier</a:t>
            </a:r>
            <a:endParaRPr lang="zh-TW" sz="1600" noProof="1"/>
          </a:p>
        </p:txBody>
      </p:sp>
      <p:sp>
        <p:nvSpPr>
          <p:cNvPr id="274" name="Text 62">
            <a:extLst>
              <a:ext uri="{FF2B5EF4-FFF2-40B4-BE49-F238E27FC236}">
                <a16:creationId xmlns:a16="http://schemas.microsoft.com/office/drawing/2014/main" id="{CF663E05-5D68-E1B9-0573-53078A7BE669}"/>
              </a:ext>
            </a:extLst>
          </p:cNvPr>
          <p:cNvSpPr/>
          <p:nvPr/>
        </p:nvSpPr>
        <p:spPr>
          <a:xfrm>
            <a:off x="4193312" y="502501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費用級距</a:t>
            </a:r>
            <a:endParaRPr lang="zh-TW" sz="1600" noProof="1"/>
          </a:p>
        </p:txBody>
      </p:sp>
      <p:sp>
        <p:nvSpPr>
          <p:cNvPr id="275" name="Text 63">
            <a:extLst>
              <a:ext uri="{FF2B5EF4-FFF2-40B4-BE49-F238E27FC236}">
                <a16:creationId xmlns:a16="http://schemas.microsoft.com/office/drawing/2014/main" id="{BB28DF3E-2E79-17A8-DABE-25E5CC1D7D63}"/>
              </a:ext>
            </a:extLst>
          </p:cNvPr>
          <p:cNvSpPr/>
          <p:nvPr/>
        </p:nvSpPr>
        <p:spPr>
          <a:xfrm>
            <a:off x="6179853" y="5025016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A32D2D"/>
                </a:solidFill>
              </a:rPr>
              <a:t>42%</a:t>
            </a:r>
            <a:endParaRPr lang="zh-TW" sz="1600" noProof="1"/>
          </a:p>
        </p:txBody>
      </p:sp>
      <p:sp>
        <p:nvSpPr>
          <p:cNvPr id="276" name="Shape 64">
            <a:extLst>
              <a:ext uri="{FF2B5EF4-FFF2-40B4-BE49-F238E27FC236}">
                <a16:creationId xmlns:a16="http://schemas.microsoft.com/office/drawing/2014/main" id="{6707CE6B-DB08-E651-658A-3FA47CF0667A}"/>
              </a:ext>
            </a:extLst>
          </p:cNvPr>
          <p:cNvSpPr/>
          <p:nvPr/>
        </p:nvSpPr>
        <p:spPr>
          <a:xfrm>
            <a:off x="7195196" y="5128873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7" name="Text 65">
            <a:extLst>
              <a:ext uri="{FF2B5EF4-FFF2-40B4-BE49-F238E27FC236}">
                <a16:creationId xmlns:a16="http://schemas.microsoft.com/office/drawing/2014/main" id="{6A4969B3-F6F1-4961-72F2-502B4A0D5E8C}"/>
              </a:ext>
            </a:extLst>
          </p:cNvPr>
          <p:cNvSpPr/>
          <p:nvPr/>
        </p:nvSpPr>
        <p:spPr>
          <a:xfrm>
            <a:off x="7195196" y="5139504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A32D2D"/>
                </a:solidFill>
              </a:rPr>
              <a:t>缺漏</a:t>
            </a:r>
            <a:endParaRPr lang="zh-TW" sz="1600" noProof="1"/>
          </a:p>
        </p:txBody>
      </p:sp>
      <p:sp>
        <p:nvSpPr>
          <p:cNvPr id="278" name="Shape 66">
            <a:extLst>
              <a:ext uri="{FF2B5EF4-FFF2-40B4-BE49-F238E27FC236}">
                <a16:creationId xmlns:a16="http://schemas.microsoft.com/office/drawing/2014/main" id="{C7ACC8C5-C12D-9469-9BBE-94FDAEE58C21}"/>
              </a:ext>
            </a:extLst>
          </p:cNvPr>
          <p:cNvSpPr/>
          <p:nvPr/>
        </p:nvSpPr>
        <p:spPr>
          <a:xfrm>
            <a:off x="7769085" y="5202670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9" name="Shape 67">
            <a:extLst>
              <a:ext uri="{FF2B5EF4-FFF2-40B4-BE49-F238E27FC236}">
                <a16:creationId xmlns:a16="http://schemas.microsoft.com/office/drawing/2014/main" id="{7EC282CC-5C71-AADA-A44B-162ED6318041}"/>
              </a:ext>
            </a:extLst>
          </p:cNvPr>
          <p:cNvSpPr/>
          <p:nvPr/>
        </p:nvSpPr>
        <p:spPr>
          <a:xfrm>
            <a:off x="7769085" y="5202670"/>
            <a:ext cx="998569" cy="110541"/>
          </a:xfrm>
          <a:prstGeom prst="roundRect">
            <a:avLst>
              <a:gd name="adj" fmla="val 4285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0" name="Text 68">
            <a:extLst>
              <a:ext uri="{FF2B5EF4-FFF2-40B4-BE49-F238E27FC236}">
                <a16:creationId xmlns:a16="http://schemas.microsoft.com/office/drawing/2014/main" id="{FFD6B60C-B443-133C-471D-4A6A8BF49BFD}"/>
              </a:ext>
            </a:extLst>
          </p:cNvPr>
          <p:cNvSpPr/>
          <p:nvPr/>
        </p:nvSpPr>
        <p:spPr>
          <a:xfrm>
            <a:off x="9623190" y="502501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859 筆空值</a:t>
            </a:r>
            <a:endParaRPr lang="zh-TW" sz="1600" noProof="1"/>
          </a:p>
        </p:txBody>
      </p:sp>
      <p:sp>
        <p:nvSpPr>
          <p:cNvPr id="281" name="Shape 69">
            <a:extLst>
              <a:ext uri="{FF2B5EF4-FFF2-40B4-BE49-F238E27FC236}">
                <a16:creationId xmlns:a16="http://schemas.microsoft.com/office/drawing/2014/main" id="{6EF3085F-3C8F-7DC0-D0DB-B5A65097AD34}"/>
              </a:ext>
            </a:extLst>
          </p:cNvPr>
          <p:cNvSpPr/>
          <p:nvPr/>
        </p:nvSpPr>
        <p:spPr>
          <a:xfrm>
            <a:off x="705829" y="5490865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2" name="Text 70">
            <a:extLst>
              <a:ext uri="{FF2B5EF4-FFF2-40B4-BE49-F238E27FC236}">
                <a16:creationId xmlns:a16="http://schemas.microsoft.com/office/drawing/2014/main" id="{15AF6DCA-D775-4A9C-81A0-56F622E28480}"/>
              </a:ext>
            </a:extLst>
          </p:cNvPr>
          <p:cNvSpPr/>
          <p:nvPr/>
        </p:nvSpPr>
        <p:spPr>
          <a:xfrm>
            <a:off x="794120" y="5490865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service_region</a:t>
            </a:r>
            <a:endParaRPr lang="zh-TW" sz="1600" noProof="1"/>
          </a:p>
        </p:txBody>
      </p:sp>
      <p:sp>
        <p:nvSpPr>
          <p:cNvPr id="283" name="Text 71">
            <a:extLst>
              <a:ext uri="{FF2B5EF4-FFF2-40B4-BE49-F238E27FC236}">
                <a16:creationId xmlns:a16="http://schemas.microsoft.com/office/drawing/2014/main" id="{489A28C9-A26C-4C71-DBAA-3F7930D75946}"/>
              </a:ext>
            </a:extLst>
          </p:cNvPr>
          <p:cNvSpPr/>
          <p:nvPr/>
        </p:nvSpPr>
        <p:spPr>
          <a:xfrm>
            <a:off x="4193312" y="5490865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服務區域</a:t>
            </a:r>
            <a:endParaRPr lang="zh-TW" sz="1600" noProof="1"/>
          </a:p>
        </p:txBody>
      </p:sp>
      <p:sp>
        <p:nvSpPr>
          <p:cNvPr id="284" name="Text 72">
            <a:extLst>
              <a:ext uri="{FF2B5EF4-FFF2-40B4-BE49-F238E27FC236}">
                <a16:creationId xmlns:a16="http://schemas.microsoft.com/office/drawing/2014/main" id="{F1A14C3F-8EC6-B9A2-C50C-7D258B5881B6}"/>
              </a:ext>
            </a:extLst>
          </p:cNvPr>
          <p:cNvSpPr/>
          <p:nvPr/>
        </p:nvSpPr>
        <p:spPr>
          <a:xfrm>
            <a:off x="6179853" y="5490865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A32D2D"/>
                </a:solidFill>
              </a:rPr>
              <a:t>48%</a:t>
            </a:r>
            <a:endParaRPr lang="zh-TW" sz="1600" noProof="1"/>
          </a:p>
        </p:txBody>
      </p:sp>
      <p:sp>
        <p:nvSpPr>
          <p:cNvPr id="285" name="Shape 73">
            <a:extLst>
              <a:ext uri="{FF2B5EF4-FFF2-40B4-BE49-F238E27FC236}">
                <a16:creationId xmlns:a16="http://schemas.microsoft.com/office/drawing/2014/main" id="{FC111F59-6171-449D-FB3A-BA43CF03114D}"/>
              </a:ext>
            </a:extLst>
          </p:cNvPr>
          <p:cNvSpPr/>
          <p:nvPr/>
        </p:nvSpPr>
        <p:spPr>
          <a:xfrm>
            <a:off x="7195196" y="5594724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6" name="Text 74">
            <a:extLst>
              <a:ext uri="{FF2B5EF4-FFF2-40B4-BE49-F238E27FC236}">
                <a16:creationId xmlns:a16="http://schemas.microsoft.com/office/drawing/2014/main" id="{7FF36CE3-DD8F-94EE-F67C-A66C5838021C}"/>
              </a:ext>
            </a:extLst>
          </p:cNvPr>
          <p:cNvSpPr/>
          <p:nvPr/>
        </p:nvSpPr>
        <p:spPr>
          <a:xfrm>
            <a:off x="7195196" y="5605354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A32D2D"/>
                </a:solidFill>
              </a:rPr>
              <a:t>缺漏</a:t>
            </a:r>
            <a:endParaRPr lang="zh-TW" sz="1600" noProof="1"/>
          </a:p>
        </p:txBody>
      </p:sp>
      <p:sp>
        <p:nvSpPr>
          <p:cNvPr id="287" name="Shape 75">
            <a:extLst>
              <a:ext uri="{FF2B5EF4-FFF2-40B4-BE49-F238E27FC236}">
                <a16:creationId xmlns:a16="http://schemas.microsoft.com/office/drawing/2014/main" id="{7E2A5E4E-0B2F-316D-83E4-FBE8C4CB7CB1}"/>
              </a:ext>
            </a:extLst>
          </p:cNvPr>
          <p:cNvSpPr/>
          <p:nvPr/>
        </p:nvSpPr>
        <p:spPr>
          <a:xfrm>
            <a:off x="7769085" y="5668520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8" name="Shape 76">
            <a:extLst>
              <a:ext uri="{FF2B5EF4-FFF2-40B4-BE49-F238E27FC236}">
                <a16:creationId xmlns:a16="http://schemas.microsoft.com/office/drawing/2014/main" id="{32F14B43-B6FC-F127-ACA9-484E1DA40EA6}"/>
              </a:ext>
            </a:extLst>
          </p:cNvPr>
          <p:cNvSpPr/>
          <p:nvPr/>
        </p:nvSpPr>
        <p:spPr>
          <a:xfrm>
            <a:off x="7769085" y="5668520"/>
            <a:ext cx="895269" cy="110541"/>
          </a:xfrm>
          <a:prstGeom prst="roundRect">
            <a:avLst>
              <a:gd name="adj" fmla="val 4285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9" name="Text 77">
            <a:extLst>
              <a:ext uri="{FF2B5EF4-FFF2-40B4-BE49-F238E27FC236}">
                <a16:creationId xmlns:a16="http://schemas.microsoft.com/office/drawing/2014/main" id="{B4396892-42EB-A0BD-3AAB-BCBA31EDD2DB}"/>
              </a:ext>
            </a:extLst>
          </p:cNvPr>
          <p:cNvSpPr/>
          <p:nvPr/>
        </p:nvSpPr>
        <p:spPr>
          <a:xfrm>
            <a:off x="9623190" y="5490865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複合字串</a:t>
            </a:r>
            <a:endParaRPr lang="zh-TW" sz="1600" noProof="1"/>
          </a:p>
        </p:txBody>
      </p:sp>
      <p:sp>
        <p:nvSpPr>
          <p:cNvPr id="300" name="Text 4">
            <a:extLst>
              <a:ext uri="{FF2B5EF4-FFF2-40B4-BE49-F238E27FC236}">
                <a16:creationId xmlns:a16="http://schemas.microsoft.com/office/drawing/2014/main" id="{EE2A2501-929F-AFD4-8DED-6401BAF7085E}"/>
              </a:ext>
            </a:extLst>
          </p:cNvPr>
          <p:cNvSpPr/>
          <p:nvPr/>
        </p:nvSpPr>
        <p:spPr>
          <a:xfrm>
            <a:off x="677672" y="1688593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1E2761"/>
                </a:solidFill>
              </a:rPr>
              <a:t>▍ 核心資料</a:t>
            </a:r>
            <a:endParaRPr lang="zh-TW" sz="2400" noProof="1"/>
          </a:p>
        </p:txBody>
      </p:sp>
    </p:spTree>
    <p:extLst>
      <p:ext uri="{BB962C8B-B14F-4D97-AF65-F5344CB8AC3E}">
        <p14:creationId xmlns:p14="http://schemas.microsoft.com/office/powerpoint/2010/main" val="3450010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直線單箭頭接點 219">
            <a:extLst>
              <a:ext uri="{FF2B5EF4-FFF2-40B4-BE49-F238E27FC236}">
                <a16:creationId xmlns:a16="http://schemas.microsoft.com/office/drawing/2014/main" id="{C9A38B05-40CB-18C2-09B4-A77CEB68E995}"/>
              </a:ext>
            </a:extLst>
          </p:cNvPr>
          <p:cNvCxnSpPr>
            <a:cxnSpLocks/>
          </p:cNvCxnSpPr>
          <p:nvPr/>
        </p:nvCxnSpPr>
        <p:spPr>
          <a:xfrm>
            <a:off x="5684519" y="2053167"/>
            <a:ext cx="32689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E93AA0-45E6-A2E7-979C-32BFDFDD1BEC}"/>
              </a:ext>
            </a:extLst>
          </p:cNvPr>
          <p:cNvSpPr txBox="1"/>
          <p:nvPr/>
        </p:nvSpPr>
        <p:spPr>
          <a:xfrm>
            <a:off x="480283" y="5340687"/>
            <a:ext cx="3905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string</a:t>
            </a:r>
            <a:r>
              <a:rPr lang="zh-TW" sz="1200" noProof="1"/>
              <a:t> — 文字（如「台北市」、「雲市集」）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int</a:t>
            </a:r>
            <a:r>
              <a:rPr lang="zh-TW" sz="1200" noProof="1"/>
              <a:t> — 整數（如筆數、年份）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float</a:t>
            </a:r>
            <a:r>
              <a:rPr lang="zh-TW" sz="1200" noProof="1"/>
              <a:t> — 小數（如費用金額）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bool</a:t>
            </a:r>
            <a:r>
              <a:rPr lang="zh-TW" sz="1200" noProof="1"/>
              <a:t> — 是／否（true / false）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datetime</a:t>
            </a:r>
            <a:r>
              <a:rPr lang="zh-TW" sz="1200" noProof="1"/>
              <a:t> — 日期時間（如 2026-05-21 14:32）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263B604-03CE-6162-B15A-4EE80FA7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資料庫架構・7張表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31CF4D-D206-F3DE-3302-8165817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21</a:t>
            </a:fld>
            <a:endParaRPr lang="zh-TW" noProof="1"/>
          </a:p>
        </p:txBody>
      </p:sp>
      <p:grpSp>
        <p:nvGrpSpPr>
          <p:cNvPr id="199" name="群組 198">
            <a:extLst>
              <a:ext uri="{FF2B5EF4-FFF2-40B4-BE49-F238E27FC236}">
                <a16:creationId xmlns:a16="http://schemas.microsoft.com/office/drawing/2014/main" id="{03583461-72C7-AD82-B37F-F6F3BE4CAA36}"/>
              </a:ext>
            </a:extLst>
          </p:cNvPr>
          <p:cNvGrpSpPr/>
          <p:nvPr/>
        </p:nvGrpSpPr>
        <p:grpSpPr>
          <a:xfrm>
            <a:off x="563879" y="1364761"/>
            <a:ext cx="10789920" cy="4992624"/>
            <a:chOff x="274320" y="457200"/>
            <a:chExt cx="10789920" cy="4992624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1F99E856-85FA-F791-D891-5123BE157486}"/>
                </a:ext>
              </a:extLst>
            </p:cNvPr>
            <p:cNvSpPr/>
            <p:nvPr/>
          </p:nvSpPr>
          <p:spPr>
            <a:xfrm>
              <a:off x="274320" y="457200"/>
              <a:ext cx="2286000" cy="25694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695A3343-E336-4785-A373-6B534DAF008E}"/>
                </a:ext>
              </a:extLst>
            </p:cNvPr>
            <p:cNvSpPr/>
            <p:nvPr/>
          </p:nvSpPr>
          <p:spPr>
            <a:xfrm>
              <a:off x="274320" y="457200"/>
              <a:ext cx="2286000" cy="34747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9FC62092-BC82-4075-A664-29106709CC9B}"/>
                </a:ext>
              </a:extLst>
            </p:cNvPr>
            <p:cNvSpPr/>
            <p:nvPr/>
          </p:nvSpPr>
          <p:spPr>
            <a:xfrm>
              <a:off x="27432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業者 Companies</a:t>
              </a:r>
              <a:endParaRPr lang="zh-TW" sz="1400" noProof="1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64529DAA-B2AE-BBFC-5FDF-7D024D361FEC}"/>
                </a:ext>
              </a:extLst>
            </p:cNvPr>
            <p:cNvSpPr/>
            <p:nvPr/>
          </p:nvSpPr>
          <p:spPr>
            <a:xfrm>
              <a:off x="27432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2EA069E5-332C-45A7-C5FA-1525366D1898}"/>
                </a:ext>
              </a:extLst>
            </p:cNvPr>
            <p:cNvSpPr/>
            <p:nvPr/>
          </p:nvSpPr>
          <p:spPr>
            <a:xfrm>
              <a:off x="34747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F38755A3-003C-DFB2-5AD5-A265207434E2}"/>
                </a:ext>
              </a:extLst>
            </p:cNvPr>
            <p:cNvSpPr/>
            <p:nvPr/>
          </p:nvSpPr>
          <p:spPr>
            <a:xfrm>
              <a:off x="34747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95F53518-0615-DDF6-176C-66D409E9C9CB}"/>
                </a:ext>
              </a:extLst>
            </p:cNvPr>
            <p:cNvSpPr/>
            <p:nvPr/>
          </p:nvSpPr>
          <p:spPr>
            <a:xfrm>
              <a:off x="65836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B1687A0D-91C4-42B6-AF56-1FAE17438D10}"/>
                </a:ext>
              </a:extLst>
            </p:cNvPr>
            <p:cNvSpPr/>
            <p:nvPr/>
          </p:nvSpPr>
          <p:spPr>
            <a:xfrm>
              <a:off x="164592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A0C7CDC3-127D-CD68-87C7-F03FB4E63AEF}"/>
                </a:ext>
              </a:extLst>
            </p:cNvPr>
            <p:cNvSpPr/>
            <p:nvPr/>
          </p:nvSpPr>
          <p:spPr>
            <a:xfrm>
              <a:off x="27432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F5015745-4240-A1CC-DC30-6EF1FA516B1A}"/>
                </a:ext>
              </a:extLst>
            </p:cNvPr>
            <p:cNvSpPr/>
            <p:nvPr/>
          </p:nvSpPr>
          <p:spPr>
            <a:xfrm>
              <a:off x="65836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company_name</a:t>
              </a:r>
              <a:endParaRPr lang="zh-TW" sz="1100" noProof="1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70EA51B4-B79A-C978-3056-05AB92B7EBDD}"/>
                </a:ext>
              </a:extLst>
            </p:cNvPr>
            <p:cNvSpPr/>
            <p:nvPr/>
          </p:nvSpPr>
          <p:spPr>
            <a:xfrm>
              <a:off x="164592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14F607CD-453D-B631-2C56-65271F32AB9F}"/>
                </a:ext>
              </a:extLst>
            </p:cNvPr>
            <p:cNvSpPr/>
            <p:nvPr/>
          </p:nvSpPr>
          <p:spPr>
            <a:xfrm>
              <a:off x="27432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329CA523-9041-0CE4-0C6F-ADD313516945}"/>
                </a:ext>
              </a:extLst>
            </p:cNvPr>
            <p:cNvSpPr/>
            <p:nvPr/>
          </p:nvSpPr>
          <p:spPr>
            <a:xfrm>
              <a:off x="65836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region</a:t>
              </a:r>
              <a:endParaRPr lang="zh-TW" sz="1100" noProof="1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98B2B21-1554-B37C-2E52-BA3A1313CE93}"/>
                </a:ext>
              </a:extLst>
            </p:cNvPr>
            <p:cNvSpPr/>
            <p:nvPr/>
          </p:nvSpPr>
          <p:spPr>
            <a:xfrm>
              <a:off x="164592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C0856734-0436-6725-0FB4-CA433383CCCD}"/>
                </a:ext>
              </a:extLst>
            </p:cNvPr>
            <p:cNvSpPr/>
            <p:nvPr/>
          </p:nvSpPr>
          <p:spPr>
            <a:xfrm>
              <a:off x="27432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A7D12EDC-6560-26BC-6686-1CD49C55EA46}"/>
                </a:ext>
              </a:extLst>
            </p:cNvPr>
            <p:cNvSpPr/>
            <p:nvPr/>
          </p:nvSpPr>
          <p:spPr>
            <a:xfrm>
              <a:off x="65836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city</a:t>
              </a:r>
              <a:endParaRPr lang="zh-TW" sz="1100" noProof="1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2417AA58-1691-87EA-B424-7061E27C84FC}"/>
                </a:ext>
              </a:extLst>
            </p:cNvPr>
            <p:cNvSpPr/>
            <p:nvPr/>
          </p:nvSpPr>
          <p:spPr>
            <a:xfrm>
              <a:off x="164592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934A5669-4E30-7A99-43C0-E87785169035}"/>
                </a:ext>
              </a:extLst>
            </p:cNvPr>
            <p:cNvSpPr/>
            <p:nvPr/>
          </p:nvSpPr>
          <p:spPr>
            <a:xfrm>
              <a:off x="27432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BE07F79A-ACAB-FDEF-B943-5BC359044CAA}"/>
                </a:ext>
              </a:extLst>
            </p:cNvPr>
            <p:cNvSpPr/>
            <p:nvPr/>
          </p:nvSpPr>
          <p:spPr>
            <a:xfrm>
              <a:off x="65836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is_startup</a:t>
              </a:r>
              <a:endParaRPr lang="zh-TW" sz="1100" noProof="1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A51DC45E-C049-1AFF-B9A6-76C01766BE79}"/>
                </a:ext>
              </a:extLst>
            </p:cNvPr>
            <p:cNvSpPr/>
            <p:nvPr/>
          </p:nvSpPr>
          <p:spPr>
            <a:xfrm>
              <a:off x="164592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bool</a:t>
              </a:r>
              <a:endParaRPr lang="zh-TW" sz="1100" noProof="1"/>
            </a:p>
          </p:txBody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1AD39419-93A9-A8B2-981A-7F8B011259D2}"/>
                </a:ext>
              </a:extLst>
            </p:cNvPr>
            <p:cNvSpPr/>
            <p:nvPr/>
          </p:nvSpPr>
          <p:spPr>
            <a:xfrm>
              <a:off x="274320" y="20391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EB31B53C-E33F-53BC-68E1-B0D6BE3C6CF3}"/>
                </a:ext>
              </a:extLst>
            </p:cNvPr>
            <p:cNvSpPr/>
            <p:nvPr/>
          </p:nvSpPr>
          <p:spPr>
            <a:xfrm>
              <a:off x="658368" y="20391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employee_range</a:t>
              </a:r>
              <a:endParaRPr lang="zh-TW" sz="1100" noProof="1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C3A72C85-0663-A33C-34FF-388193617085}"/>
                </a:ext>
              </a:extLst>
            </p:cNvPr>
            <p:cNvSpPr/>
            <p:nvPr/>
          </p:nvSpPr>
          <p:spPr>
            <a:xfrm>
              <a:off x="1645920" y="20391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17F711F-05CC-C566-B396-49A38732F47E}"/>
                </a:ext>
              </a:extLst>
            </p:cNvPr>
            <p:cNvSpPr/>
            <p:nvPr/>
          </p:nvSpPr>
          <p:spPr>
            <a:xfrm>
              <a:off x="274320" y="2286000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3AA1F24A-9923-7053-4715-5DFFA49639EA}"/>
                </a:ext>
              </a:extLst>
            </p:cNvPr>
            <p:cNvSpPr/>
            <p:nvPr/>
          </p:nvSpPr>
          <p:spPr>
            <a:xfrm>
              <a:off x="658368" y="228600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industry_vertical</a:t>
              </a:r>
              <a:endParaRPr lang="zh-TW" sz="1100" noProof="1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9987EAB4-BCB5-B747-0D3E-EBB20B928990}"/>
                </a:ext>
              </a:extLst>
            </p:cNvPr>
            <p:cNvSpPr/>
            <p:nvPr/>
          </p:nvSpPr>
          <p:spPr>
            <a:xfrm>
              <a:off x="1645920" y="228600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2FD5B261-3C82-B368-D611-6DEB788E7D90}"/>
                </a:ext>
              </a:extLst>
            </p:cNvPr>
            <p:cNvSpPr/>
            <p:nvPr/>
          </p:nvSpPr>
          <p:spPr>
            <a:xfrm>
              <a:off x="274320" y="2532888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6C169A30-AE15-6F6C-5E26-6A4F98A27AD4}"/>
                </a:ext>
              </a:extLst>
            </p:cNvPr>
            <p:cNvSpPr/>
            <p:nvPr/>
          </p:nvSpPr>
          <p:spPr>
            <a:xfrm>
              <a:off x="658368" y="253288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website</a:t>
              </a:r>
              <a:endParaRPr lang="zh-TW" sz="1100" noProof="1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89073472-7406-92A6-7364-A0ECED5721F9}"/>
                </a:ext>
              </a:extLst>
            </p:cNvPr>
            <p:cNvSpPr/>
            <p:nvPr/>
          </p:nvSpPr>
          <p:spPr>
            <a:xfrm>
              <a:off x="1645920" y="253288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5" name="Shape 29">
              <a:extLst>
                <a:ext uri="{FF2B5EF4-FFF2-40B4-BE49-F238E27FC236}">
                  <a16:creationId xmlns:a16="http://schemas.microsoft.com/office/drawing/2014/main" id="{BE3D022D-B9C9-CFA8-8AE5-9ECD4B32F948}"/>
                </a:ext>
              </a:extLst>
            </p:cNvPr>
            <p:cNvSpPr/>
            <p:nvPr/>
          </p:nvSpPr>
          <p:spPr>
            <a:xfrm>
              <a:off x="274320" y="2779776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59441D84-6A1D-10DB-5ECC-546E51993E8A}"/>
                </a:ext>
              </a:extLst>
            </p:cNvPr>
            <p:cNvSpPr/>
            <p:nvPr/>
          </p:nvSpPr>
          <p:spPr>
            <a:xfrm>
              <a:off x="658368" y="277977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data_source</a:t>
              </a:r>
              <a:endParaRPr lang="zh-TW" sz="1100" noProof="1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242B2682-2729-444A-F374-9B9469DEDC37}"/>
                </a:ext>
              </a:extLst>
            </p:cNvPr>
            <p:cNvSpPr/>
            <p:nvPr/>
          </p:nvSpPr>
          <p:spPr>
            <a:xfrm>
              <a:off x="1645920" y="277977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0E424133-B465-44FF-D65E-27B4649F9CBE}"/>
                </a:ext>
              </a:extLst>
            </p:cNvPr>
            <p:cNvSpPr/>
            <p:nvPr/>
          </p:nvSpPr>
          <p:spPr>
            <a:xfrm>
              <a:off x="3108960" y="457200"/>
              <a:ext cx="228600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9" name="Shape 33">
              <a:extLst>
                <a:ext uri="{FF2B5EF4-FFF2-40B4-BE49-F238E27FC236}">
                  <a16:creationId xmlns:a16="http://schemas.microsoft.com/office/drawing/2014/main" id="{946ADFDD-E761-EB85-9BE6-8E534B16FA69}"/>
                </a:ext>
              </a:extLst>
            </p:cNvPr>
            <p:cNvSpPr/>
            <p:nvPr/>
          </p:nvSpPr>
          <p:spPr>
            <a:xfrm>
              <a:off x="3108960" y="457200"/>
              <a:ext cx="2286000" cy="347472"/>
            </a:xfrm>
            <a:prstGeom prst="rect">
              <a:avLst/>
            </a:prstGeom>
            <a:solidFill>
              <a:srgbClr val="4C1D95"/>
            </a:solidFill>
            <a:ln w="127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63E15472-3C53-2957-ED66-F1FE19CED0C4}"/>
                </a:ext>
              </a:extLst>
            </p:cNvPr>
            <p:cNvSpPr/>
            <p:nvPr/>
          </p:nvSpPr>
          <p:spPr>
            <a:xfrm>
              <a:off x="310896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方案 Solutions</a:t>
              </a:r>
              <a:endParaRPr lang="zh-TW" sz="1400" noProof="1"/>
            </a:p>
          </p:txBody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8A30A465-2303-D050-CE68-49F3A6B31CB4}"/>
                </a:ext>
              </a:extLst>
            </p:cNvPr>
            <p:cNvSpPr/>
            <p:nvPr/>
          </p:nvSpPr>
          <p:spPr>
            <a:xfrm>
              <a:off x="310896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2" name="Shape 36">
              <a:extLst>
                <a:ext uri="{FF2B5EF4-FFF2-40B4-BE49-F238E27FC236}">
                  <a16:creationId xmlns:a16="http://schemas.microsoft.com/office/drawing/2014/main" id="{441B8A43-65E4-558A-CFD4-F47944245192}"/>
                </a:ext>
              </a:extLst>
            </p:cNvPr>
            <p:cNvSpPr/>
            <p:nvPr/>
          </p:nvSpPr>
          <p:spPr>
            <a:xfrm>
              <a:off x="318211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130ABD7C-562F-58AA-BDBD-AE535E8D4C90}"/>
                </a:ext>
              </a:extLst>
            </p:cNvPr>
            <p:cNvSpPr/>
            <p:nvPr/>
          </p:nvSpPr>
          <p:spPr>
            <a:xfrm>
              <a:off x="318211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5412BD8B-C39F-E4F7-4BD0-205DEBD361F0}"/>
                </a:ext>
              </a:extLst>
            </p:cNvPr>
            <p:cNvSpPr/>
            <p:nvPr/>
          </p:nvSpPr>
          <p:spPr>
            <a:xfrm>
              <a:off x="349300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CA5317D9-34F0-BCBC-DCC3-D2EF34BCAD69}"/>
                </a:ext>
              </a:extLst>
            </p:cNvPr>
            <p:cNvSpPr/>
            <p:nvPr/>
          </p:nvSpPr>
          <p:spPr>
            <a:xfrm>
              <a:off x="448056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46" name="Shape 40">
              <a:extLst>
                <a:ext uri="{FF2B5EF4-FFF2-40B4-BE49-F238E27FC236}">
                  <a16:creationId xmlns:a16="http://schemas.microsoft.com/office/drawing/2014/main" id="{EFC6E52B-6266-E63F-1153-8C79FD286261}"/>
                </a:ext>
              </a:extLst>
            </p:cNvPr>
            <p:cNvSpPr/>
            <p:nvPr/>
          </p:nvSpPr>
          <p:spPr>
            <a:xfrm>
              <a:off x="310896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7" name="Shape 41">
              <a:extLst>
                <a:ext uri="{FF2B5EF4-FFF2-40B4-BE49-F238E27FC236}">
                  <a16:creationId xmlns:a16="http://schemas.microsoft.com/office/drawing/2014/main" id="{3A97C088-D05F-B522-ED7E-551388F246BE}"/>
                </a:ext>
              </a:extLst>
            </p:cNvPr>
            <p:cNvSpPr/>
            <p:nvPr/>
          </p:nvSpPr>
          <p:spPr>
            <a:xfrm>
              <a:off x="318211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8" name="Text 42">
              <a:extLst>
                <a:ext uri="{FF2B5EF4-FFF2-40B4-BE49-F238E27FC236}">
                  <a16:creationId xmlns:a16="http://schemas.microsoft.com/office/drawing/2014/main" id="{DAD42B4E-6336-8219-DFF3-8085288516EF}"/>
                </a:ext>
              </a:extLst>
            </p:cNvPr>
            <p:cNvSpPr/>
            <p:nvPr/>
          </p:nvSpPr>
          <p:spPr>
            <a:xfrm>
              <a:off x="318211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49" name="Text 43">
              <a:extLst>
                <a:ext uri="{FF2B5EF4-FFF2-40B4-BE49-F238E27FC236}">
                  <a16:creationId xmlns:a16="http://schemas.microsoft.com/office/drawing/2014/main" id="{474E7294-E763-7337-4D53-5D09F98F3911}"/>
                </a:ext>
              </a:extLst>
            </p:cNvPr>
            <p:cNvSpPr/>
            <p:nvPr/>
          </p:nvSpPr>
          <p:spPr>
            <a:xfrm>
              <a:off x="349300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50" name="Text 44">
              <a:extLst>
                <a:ext uri="{FF2B5EF4-FFF2-40B4-BE49-F238E27FC236}">
                  <a16:creationId xmlns:a16="http://schemas.microsoft.com/office/drawing/2014/main" id="{28EED717-E6F2-9F0E-B6B3-338EA997F7EB}"/>
                </a:ext>
              </a:extLst>
            </p:cNvPr>
            <p:cNvSpPr/>
            <p:nvPr/>
          </p:nvSpPr>
          <p:spPr>
            <a:xfrm>
              <a:off x="448056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1" name="Shape 45">
              <a:extLst>
                <a:ext uri="{FF2B5EF4-FFF2-40B4-BE49-F238E27FC236}">
                  <a16:creationId xmlns:a16="http://schemas.microsoft.com/office/drawing/2014/main" id="{8A114AA3-4430-78ED-5FBF-5B23E560F700}"/>
                </a:ext>
              </a:extLst>
            </p:cNvPr>
            <p:cNvSpPr/>
            <p:nvPr/>
          </p:nvSpPr>
          <p:spPr>
            <a:xfrm>
              <a:off x="310896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2" name="Text 46">
              <a:extLst>
                <a:ext uri="{FF2B5EF4-FFF2-40B4-BE49-F238E27FC236}">
                  <a16:creationId xmlns:a16="http://schemas.microsoft.com/office/drawing/2014/main" id="{42CF8A6C-1E9E-F6C9-3202-5F9E0D196465}"/>
                </a:ext>
              </a:extLst>
            </p:cNvPr>
            <p:cNvSpPr/>
            <p:nvPr/>
          </p:nvSpPr>
          <p:spPr>
            <a:xfrm>
              <a:off x="349300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solution_name</a:t>
              </a:r>
              <a:endParaRPr lang="zh-TW" sz="1100" noProof="1"/>
            </a:p>
          </p:txBody>
        </p:sp>
        <p:sp>
          <p:nvSpPr>
            <p:cNvPr id="53" name="Text 47">
              <a:extLst>
                <a:ext uri="{FF2B5EF4-FFF2-40B4-BE49-F238E27FC236}">
                  <a16:creationId xmlns:a16="http://schemas.microsoft.com/office/drawing/2014/main" id="{A08FFB90-5ED2-A872-15EB-AB6F1D44F1B7}"/>
                </a:ext>
              </a:extLst>
            </p:cNvPr>
            <p:cNvSpPr/>
            <p:nvPr/>
          </p:nvSpPr>
          <p:spPr>
            <a:xfrm>
              <a:off x="448056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4" name="Shape 48">
              <a:extLst>
                <a:ext uri="{FF2B5EF4-FFF2-40B4-BE49-F238E27FC236}">
                  <a16:creationId xmlns:a16="http://schemas.microsoft.com/office/drawing/2014/main" id="{DDB676C4-D20B-DD83-FBBE-879741716802}"/>
                </a:ext>
              </a:extLst>
            </p:cNvPr>
            <p:cNvSpPr/>
            <p:nvPr/>
          </p:nvSpPr>
          <p:spPr>
            <a:xfrm>
              <a:off x="310896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5" name="Text 49">
              <a:extLst>
                <a:ext uri="{FF2B5EF4-FFF2-40B4-BE49-F238E27FC236}">
                  <a16:creationId xmlns:a16="http://schemas.microsoft.com/office/drawing/2014/main" id="{F0F9F1A3-770A-9FA8-0C38-4ABAD5D2C812}"/>
                </a:ext>
              </a:extLst>
            </p:cNvPr>
            <p:cNvSpPr/>
            <p:nvPr/>
          </p:nvSpPr>
          <p:spPr>
            <a:xfrm>
              <a:off x="349300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program_type</a:t>
              </a:r>
              <a:endParaRPr lang="zh-TW" sz="1100" noProof="1"/>
            </a:p>
          </p:txBody>
        </p:sp>
        <p:sp>
          <p:nvSpPr>
            <p:cNvPr id="56" name="Text 50">
              <a:extLst>
                <a:ext uri="{FF2B5EF4-FFF2-40B4-BE49-F238E27FC236}">
                  <a16:creationId xmlns:a16="http://schemas.microsoft.com/office/drawing/2014/main" id="{F36DEBAF-038A-D0B4-6807-C6729A484FDB}"/>
                </a:ext>
              </a:extLst>
            </p:cNvPr>
            <p:cNvSpPr/>
            <p:nvPr/>
          </p:nvSpPr>
          <p:spPr>
            <a:xfrm>
              <a:off x="448056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7" name="Shape 51">
              <a:extLst>
                <a:ext uri="{FF2B5EF4-FFF2-40B4-BE49-F238E27FC236}">
                  <a16:creationId xmlns:a16="http://schemas.microsoft.com/office/drawing/2014/main" id="{253D3B9F-26C0-853B-E26E-2C04388EBB29}"/>
                </a:ext>
              </a:extLst>
            </p:cNvPr>
            <p:cNvSpPr/>
            <p:nvPr/>
          </p:nvSpPr>
          <p:spPr>
            <a:xfrm>
              <a:off x="310896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8" name="Text 52">
              <a:extLst>
                <a:ext uri="{FF2B5EF4-FFF2-40B4-BE49-F238E27FC236}">
                  <a16:creationId xmlns:a16="http://schemas.microsoft.com/office/drawing/2014/main" id="{58A84669-ADF0-60DE-8119-2CB74331565F}"/>
                </a:ext>
              </a:extLst>
            </p:cNvPr>
            <p:cNvSpPr/>
            <p:nvPr/>
          </p:nvSpPr>
          <p:spPr>
            <a:xfrm>
              <a:off x="349300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price</a:t>
              </a:r>
              <a:endParaRPr lang="zh-TW" sz="1100" noProof="1"/>
            </a:p>
          </p:txBody>
        </p:sp>
        <p:sp>
          <p:nvSpPr>
            <p:cNvPr id="59" name="Text 53">
              <a:extLst>
                <a:ext uri="{FF2B5EF4-FFF2-40B4-BE49-F238E27FC236}">
                  <a16:creationId xmlns:a16="http://schemas.microsoft.com/office/drawing/2014/main" id="{01B1FF92-A562-6DA5-533B-3275C4391C84}"/>
                </a:ext>
              </a:extLst>
            </p:cNvPr>
            <p:cNvSpPr/>
            <p:nvPr/>
          </p:nvSpPr>
          <p:spPr>
            <a:xfrm>
              <a:off x="448056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float</a:t>
              </a:r>
              <a:endParaRPr lang="zh-TW" sz="1100" noProof="1"/>
            </a:p>
          </p:txBody>
        </p:sp>
        <p:sp>
          <p:nvSpPr>
            <p:cNvPr id="60" name="Shape 54">
              <a:extLst>
                <a:ext uri="{FF2B5EF4-FFF2-40B4-BE49-F238E27FC236}">
                  <a16:creationId xmlns:a16="http://schemas.microsoft.com/office/drawing/2014/main" id="{BE6C55E8-2252-FA1D-4630-C754629EB5C1}"/>
                </a:ext>
              </a:extLst>
            </p:cNvPr>
            <p:cNvSpPr/>
            <p:nvPr/>
          </p:nvSpPr>
          <p:spPr>
            <a:xfrm>
              <a:off x="3108960" y="20391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1" name="Text 55">
              <a:extLst>
                <a:ext uri="{FF2B5EF4-FFF2-40B4-BE49-F238E27FC236}">
                  <a16:creationId xmlns:a16="http://schemas.microsoft.com/office/drawing/2014/main" id="{AC294319-E664-1271-F35E-1C6B87F9F7C6}"/>
                </a:ext>
              </a:extLst>
            </p:cNvPr>
            <p:cNvSpPr/>
            <p:nvPr/>
          </p:nvSpPr>
          <p:spPr>
            <a:xfrm>
              <a:off x="3493008" y="20391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price_tier</a:t>
              </a:r>
              <a:endParaRPr lang="zh-TW" sz="1100" noProof="1"/>
            </a:p>
          </p:txBody>
        </p:sp>
        <p:sp>
          <p:nvSpPr>
            <p:cNvPr id="62" name="Text 56">
              <a:extLst>
                <a:ext uri="{FF2B5EF4-FFF2-40B4-BE49-F238E27FC236}">
                  <a16:creationId xmlns:a16="http://schemas.microsoft.com/office/drawing/2014/main" id="{30B499CE-9A26-0A81-3733-F2B815CFB831}"/>
                </a:ext>
              </a:extLst>
            </p:cNvPr>
            <p:cNvSpPr/>
            <p:nvPr/>
          </p:nvSpPr>
          <p:spPr>
            <a:xfrm>
              <a:off x="4480560" y="20391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63" name="Shape 57">
              <a:extLst>
                <a:ext uri="{FF2B5EF4-FFF2-40B4-BE49-F238E27FC236}">
                  <a16:creationId xmlns:a16="http://schemas.microsoft.com/office/drawing/2014/main" id="{0B035ABD-79CD-2C26-23B5-462EB64FD303}"/>
                </a:ext>
              </a:extLst>
            </p:cNvPr>
            <p:cNvSpPr/>
            <p:nvPr/>
          </p:nvSpPr>
          <p:spPr>
            <a:xfrm>
              <a:off x="3108960" y="2286000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4" name="Text 58">
              <a:extLst>
                <a:ext uri="{FF2B5EF4-FFF2-40B4-BE49-F238E27FC236}">
                  <a16:creationId xmlns:a16="http://schemas.microsoft.com/office/drawing/2014/main" id="{A3DE459E-2C5A-9ADD-6F65-CCF668601307}"/>
                </a:ext>
              </a:extLst>
            </p:cNvPr>
            <p:cNvSpPr/>
            <p:nvPr/>
          </p:nvSpPr>
          <p:spPr>
            <a:xfrm>
              <a:off x="3493008" y="228600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has_ai</a:t>
              </a:r>
              <a:endParaRPr lang="zh-TW" sz="1100" noProof="1"/>
            </a:p>
          </p:txBody>
        </p:sp>
        <p:sp>
          <p:nvSpPr>
            <p:cNvPr id="65" name="Text 59">
              <a:extLst>
                <a:ext uri="{FF2B5EF4-FFF2-40B4-BE49-F238E27FC236}">
                  <a16:creationId xmlns:a16="http://schemas.microsoft.com/office/drawing/2014/main" id="{86E25088-A140-E32B-CA5D-533E2611AD65}"/>
                </a:ext>
              </a:extLst>
            </p:cNvPr>
            <p:cNvSpPr/>
            <p:nvPr/>
          </p:nvSpPr>
          <p:spPr>
            <a:xfrm>
              <a:off x="4480560" y="228600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bool</a:t>
              </a:r>
              <a:endParaRPr lang="zh-TW" sz="1100" noProof="1"/>
            </a:p>
          </p:txBody>
        </p:sp>
        <p:sp>
          <p:nvSpPr>
            <p:cNvPr id="66" name="Shape 60">
              <a:extLst>
                <a:ext uri="{FF2B5EF4-FFF2-40B4-BE49-F238E27FC236}">
                  <a16:creationId xmlns:a16="http://schemas.microsoft.com/office/drawing/2014/main" id="{AD87DA59-E5D5-6926-0BA6-599D172BDF73}"/>
                </a:ext>
              </a:extLst>
            </p:cNvPr>
            <p:cNvSpPr/>
            <p:nvPr/>
          </p:nvSpPr>
          <p:spPr>
            <a:xfrm>
              <a:off x="3108960" y="2532888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7" name="Text 61">
              <a:extLst>
                <a:ext uri="{FF2B5EF4-FFF2-40B4-BE49-F238E27FC236}">
                  <a16:creationId xmlns:a16="http://schemas.microsoft.com/office/drawing/2014/main" id="{85787B3C-907B-6834-735F-4AC24A69A39E}"/>
                </a:ext>
              </a:extLst>
            </p:cNvPr>
            <p:cNvSpPr/>
            <p:nvPr/>
          </p:nvSpPr>
          <p:spPr>
            <a:xfrm>
              <a:off x="3493008" y="253288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industry_category</a:t>
              </a:r>
              <a:endParaRPr lang="zh-TW" sz="1100" noProof="1"/>
            </a:p>
          </p:txBody>
        </p:sp>
        <p:sp>
          <p:nvSpPr>
            <p:cNvPr id="68" name="Text 62">
              <a:extLst>
                <a:ext uri="{FF2B5EF4-FFF2-40B4-BE49-F238E27FC236}">
                  <a16:creationId xmlns:a16="http://schemas.microsoft.com/office/drawing/2014/main" id="{393A77DB-ABEA-F806-B9E0-73CCF9C03824}"/>
                </a:ext>
              </a:extLst>
            </p:cNvPr>
            <p:cNvSpPr/>
            <p:nvPr/>
          </p:nvSpPr>
          <p:spPr>
            <a:xfrm>
              <a:off x="4480560" y="253288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69" name="Shape 63">
              <a:extLst>
                <a:ext uri="{FF2B5EF4-FFF2-40B4-BE49-F238E27FC236}">
                  <a16:creationId xmlns:a16="http://schemas.microsoft.com/office/drawing/2014/main" id="{4EA1EDF6-E21D-0183-37A1-0950E30DEBDF}"/>
                </a:ext>
              </a:extLst>
            </p:cNvPr>
            <p:cNvSpPr/>
            <p:nvPr/>
          </p:nvSpPr>
          <p:spPr>
            <a:xfrm>
              <a:off x="3108960" y="2779776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0" name="Text 64">
              <a:extLst>
                <a:ext uri="{FF2B5EF4-FFF2-40B4-BE49-F238E27FC236}">
                  <a16:creationId xmlns:a16="http://schemas.microsoft.com/office/drawing/2014/main" id="{4D2850FF-5D9C-EA3D-2594-4171F4A3C5FE}"/>
                </a:ext>
              </a:extLst>
            </p:cNvPr>
            <p:cNvSpPr/>
            <p:nvPr/>
          </p:nvSpPr>
          <p:spPr>
            <a:xfrm>
              <a:off x="3493008" y="277977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service_region</a:t>
              </a:r>
              <a:endParaRPr lang="zh-TW" sz="1100" noProof="1"/>
            </a:p>
          </p:txBody>
        </p:sp>
        <p:sp>
          <p:nvSpPr>
            <p:cNvPr id="71" name="Text 65">
              <a:extLst>
                <a:ext uri="{FF2B5EF4-FFF2-40B4-BE49-F238E27FC236}">
                  <a16:creationId xmlns:a16="http://schemas.microsoft.com/office/drawing/2014/main" id="{540BF2ED-4922-D486-E394-089F863FBD61}"/>
                </a:ext>
              </a:extLst>
            </p:cNvPr>
            <p:cNvSpPr/>
            <p:nvPr/>
          </p:nvSpPr>
          <p:spPr>
            <a:xfrm>
              <a:off x="4480560" y="277977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2" name="Shape 66">
              <a:extLst>
                <a:ext uri="{FF2B5EF4-FFF2-40B4-BE49-F238E27FC236}">
                  <a16:creationId xmlns:a16="http://schemas.microsoft.com/office/drawing/2014/main" id="{16C7F1AA-3D53-A74B-B4C1-BD119605662B}"/>
                </a:ext>
              </a:extLst>
            </p:cNvPr>
            <p:cNvSpPr/>
            <p:nvPr/>
          </p:nvSpPr>
          <p:spPr>
            <a:xfrm>
              <a:off x="3108960" y="3026664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3" name="Text 67">
              <a:extLst>
                <a:ext uri="{FF2B5EF4-FFF2-40B4-BE49-F238E27FC236}">
                  <a16:creationId xmlns:a16="http://schemas.microsoft.com/office/drawing/2014/main" id="{541A6D60-05B9-0224-5FFD-42D6D38DEC15}"/>
                </a:ext>
              </a:extLst>
            </p:cNvPr>
            <p:cNvSpPr/>
            <p:nvPr/>
          </p:nvSpPr>
          <p:spPr>
            <a:xfrm>
              <a:off x="3493008" y="302666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target_scale</a:t>
              </a:r>
              <a:endParaRPr lang="zh-TW" sz="1100" noProof="1"/>
            </a:p>
          </p:txBody>
        </p:sp>
        <p:sp>
          <p:nvSpPr>
            <p:cNvPr id="74" name="Text 68">
              <a:extLst>
                <a:ext uri="{FF2B5EF4-FFF2-40B4-BE49-F238E27FC236}">
                  <a16:creationId xmlns:a16="http://schemas.microsoft.com/office/drawing/2014/main" id="{FAA09A19-4A38-470A-EF2B-305A762C4C55}"/>
                </a:ext>
              </a:extLst>
            </p:cNvPr>
            <p:cNvSpPr/>
            <p:nvPr/>
          </p:nvSpPr>
          <p:spPr>
            <a:xfrm>
              <a:off x="4480560" y="302666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5" name="Shape 69">
              <a:extLst>
                <a:ext uri="{FF2B5EF4-FFF2-40B4-BE49-F238E27FC236}">
                  <a16:creationId xmlns:a16="http://schemas.microsoft.com/office/drawing/2014/main" id="{22BBFBAB-DF9D-6821-D458-2F1E4228F41A}"/>
                </a:ext>
              </a:extLst>
            </p:cNvPr>
            <p:cNvSpPr/>
            <p:nvPr/>
          </p:nvSpPr>
          <p:spPr>
            <a:xfrm>
              <a:off x="3108960" y="327355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6" name="Text 70">
              <a:extLst>
                <a:ext uri="{FF2B5EF4-FFF2-40B4-BE49-F238E27FC236}">
                  <a16:creationId xmlns:a16="http://schemas.microsoft.com/office/drawing/2014/main" id="{87D05C48-D83E-AA60-7CBD-704306028B6A}"/>
                </a:ext>
              </a:extLst>
            </p:cNvPr>
            <p:cNvSpPr/>
            <p:nvPr/>
          </p:nvSpPr>
          <p:spPr>
            <a:xfrm>
              <a:off x="3493008" y="327355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pricing_model</a:t>
              </a:r>
              <a:endParaRPr lang="zh-TW" sz="1100" noProof="1"/>
            </a:p>
          </p:txBody>
        </p:sp>
        <p:sp>
          <p:nvSpPr>
            <p:cNvPr id="77" name="Text 71">
              <a:extLst>
                <a:ext uri="{FF2B5EF4-FFF2-40B4-BE49-F238E27FC236}">
                  <a16:creationId xmlns:a16="http://schemas.microsoft.com/office/drawing/2014/main" id="{B5E44DC1-A67B-99B7-A683-2CBE70E328D0}"/>
                </a:ext>
              </a:extLst>
            </p:cNvPr>
            <p:cNvSpPr/>
            <p:nvPr/>
          </p:nvSpPr>
          <p:spPr>
            <a:xfrm>
              <a:off x="4480560" y="327355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8" name="Shape 72">
              <a:extLst>
                <a:ext uri="{FF2B5EF4-FFF2-40B4-BE49-F238E27FC236}">
                  <a16:creationId xmlns:a16="http://schemas.microsoft.com/office/drawing/2014/main" id="{EF2AE97A-9112-0556-08D4-744E0279A82D}"/>
                </a:ext>
              </a:extLst>
            </p:cNvPr>
            <p:cNvSpPr/>
            <p:nvPr/>
          </p:nvSpPr>
          <p:spPr>
            <a:xfrm>
              <a:off x="5943600" y="457200"/>
              <a:ext cx="2286000" cy="1581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9" name="Shape 73">
              <a:extLst>
                <a:ext uri="{FF2B5EF4-FFF2-40B4-BE49-F238E27FC236}">
                  <a16:creationId xmlns:a16="http://schemas.microsoft.com/office/drawing/2014/main" id="{678896C0-F6B9-E35D-56DC-8232F6FD3445}"/>
                </a:ext>
              </a:extLst>
            </p:cNvPr>
            <p:cNvSpPr/>
            <p:nvPr/>
          </p:nvSpPr>
          <p:spPr>
            <a:xfrm>
              <a:off x="5943600" y="457200"/>
              <a:ext cx="2286000" cy="347472"/>
            </a:xfrm>
            <a:prstGeom prst="rect">
              <a:avLst/>
            </a:prstGeom>
            <a:solidFill>
              <a:srgbClr val="065F46"/>
            </a:solidFill>
            <a:ln w="12700">
              <a:solidFill>
                <a:srgbClr val="065F46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0" name="Text 74">
              <a:extLst>
                <a:ext uri="{FF2B5EF4-FFF2-40B4-BE49-F238E27FC236}">
                  <a16:creationId xmlns:a16="http://schemas.microsoft.com/office/drawing/2014/main" id="{6A61E8DF-8547-EF84-363F-6F1884EBFCF3}"/>
                </a:ext>
              </a:extLst>
            </p:cNvPr>
            <p:cNvSpPr/>
            <p:nvPr/>
          </p:nvSpPr>
          <p:spPr>
            <a:xfrm>
              <a:off x="594360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聯絡人 Contacts</a:t>
              </a:r>
              <a:endParaRPr lang="zh-TW" sz="1400" noProof="1"/>
            </a:p>
          </p:txBody>
        </p:sp>
        <p:sp>
          <p:nvSpPr>
            <p:cNvPr id="81" name="Shape 75">
              <a:extLst>
                <a:ext uri="{FF2B5EF4-FFF2-40B4-BE49-F238E27FC236}">
                  <a16:creationId xmlns:a16="http://schemas.microsoft.com/office/drawing/2014/main" id="{CFBAD202-306A-5A1B-5D72-5CFCD2E92D63}"/>
                </a:ext>
              </a:extLst>
            </p:cNvPr>
            <p:cNvSpPr/>
            <p:nvPr/>
          </p:nvSpPr>
          <p:spPr>
            <a:xfrm>
              <a:off x="594360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2" name="Shape 76">
              <a:extLst>
                <a:ext uri="{FF2B5EF4-FFF2-40B4-BE49-F238E27FC236}">
                  <a16:creationId xmlns:a16="http://schemas.microsoft.com/office/drawing/2014/main" id="{9013C68B-FEA1-8726-A7AD-B5A21293F29C}"/>
                </a:ext>
              </a:extLst>
            </p:cNvPr>
            <p:cNvSpPr/>
            <p:nvPr/>
          </p:nvSpPr>
          <p:spPr>
            <a:xfrm>
              <a:off x="601675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3" name="Text 77">
              <a:extLst>
                <a:ext uri="{FF2B5EF4-FFF2-40B4-BE49-F238E27FC236}">
                  <a16:creationId xmlns:a16="http://schemas.microsoft.com/office/drawing/2014/main" id="{57A40584-917E-9EA3-9E7D-204F37540D02}"/>
                </a:ext>
              </a:extLst>
            </p:cNvPr>
            <p:cNvSpPr/>
            <p:nvPr/>
          </p:nvSpPr>
          <p:spPr>
            <a:xfrm>
              <a:off x="601675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84" name="Text 78">
              <a:extLst>
                <a:ext uri="{FF2B5EF4-FFF2-40B4-BE49-F238E27FC236}">
                  <a16:creationId xmlns:a16="http://schemas.microsoft.com/office/drawing/2014/main" id="{8EC4AA81-9D45-F5FB-E08D-BF0ABCCA0BB5}"/>
                </a:ext>
              </a:extLst>
            </p:cNvPr>
            <p:cNvSpPr/>
            <p:nvPr/>
          </p:nvSpPr>
          <p:spPr>
            <a:xfrm>
              <a:off x="632764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contact_id</a:t>
              </a:r>
              <a:endParaRPr lang="zh-TW" sz="1100" noProof="1"/>
            </a:p>
          </p:txBody>
        </p:sp>
        <p:sp>
          <p:nvSpPr>
            <p:cNvPr id="85" name="Text 79">
              <a:extLst>
                <a:ext uri="{FF2B5EF4-FFF2-40B4-BE49-F238E27FC236}">
                  <a16:creationId xmlns:a16="http://schemas.microsoft.com/office/drawing/2014/main" id="{34D5763F-5BA3-30AD-B530-824F38532E83}"/>
                </a:ext>
              </a:extLst>
            </p:cNvPr>
            <p:cNvSpPr/>
            <p:nvPr/>
          </p:nvSpPr>
          <p:spPr>
            <a:xfrm>
              <a:off x="731520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86" name="Shape 80">
              <a:extLst>
                <a:ext uri="{FF2B5EF4-FFF2-40B4-BE49-F238E27FC236}">
                  <a16:creationId xmlns:a16="http://schemas.microsoft.com/office/drawing/2014/main" id="{D8807192-D442-0AA9-1175-EC4937CB35F9}"/>
                </a:ext>
              </a:extLst>
            </p:cNvPr>
            <p:cNvSpPr/>
            <p:nvPr/>
          </p:nvSpPr>
          <p:spPr>
            <a:xfrm>
              <a:off x="594360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7" name="Shape 81">
              <a:extLst>
                <a:ext uri="{FF2B5EF4-FFF2-40B4-BE49-F238E27FC236}">
                  <a16:creationId xmlns:a16="http://schemas.microsoft.com/office/drawing/2014/main" id="{175F22F9-1EB1-D823-3572-384253CFB6CA}"/>
                </a:ext>
              </a:extLst>
            </p:cNvPr>
            <p:cNvSpPr/>
            <p:nvPr/>
          </p:nvSpPr>
          <p:spPr>
            <a:xfrm>
              <a:off x="601675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8" name="Text 82">
              <a:extLst>
                <a:ext uri="{FF2B5EF4-FFF2-40B4-BE49-F238E27FC236}">
                  <a16:creationId xmlns:a16="http://schemas.microsoft.com/office/drawing/2014/main" id="{30C74F45-FB4C-3B86-4B07-FCF6EB4BE478}"/>
                </a:ext>
              </a:extLst>
            </p:cNvPr>
            <p:cNvSpPr/>
            <p:nvPr/>
          </p:nvSpPr>
          <p:spPr>
            <a:xfrm>
              <a:off x="601675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89" name="Text 83">
              <a:extLst>
                <a:ext uri="{FF2B5EF4-FFF2-40B4-BE49-F238E27FC236}">
                  <a16:creationId xmlns:a16="http://schemas.microsoft.com/office/drawing/2014/main" id="{EA18C67E-D689-46B6-22C4-EBD1D2D60903}"/>
                </a:ext>
              </a:extLst>
            </p:cNvPr>
            <p:cNvSpPr/>
            <p:nvPr/>
          </p:nvSpPr>
          <p:spPr>
            <a:xfrm>
              <a:off x="632764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90" name="Text 84">
              <a:extLst>
                <a:ext uri="{FF2B5EF4-FFF2-40B4-BE49-F238E27FC236}">
                  <a16:creationId xmlns:a16="http://schemas.microsoft.com/office/drawing/2014/main" id="{85C9D5EE-DF04-1CF1-225F-17A14D3C786D}"/>
                </a:ext>
              </a:extLst>
            </p:cNvPr>
            <p:cNvSpPr/>
            <p:nvPr/>
          </p:nvSpPr>
          <p:spPr>
            <a:xfrm>
              <a:off x="731520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1" name="Shape 85">
              <a:extLst>
                <a:ext uri="{FF2B5EF4-FFF2-40B4-BE49-F238E27FC236}">
                  <a16:creationId xmlns:a16="http://schemas.microsoft.com/office/drawing/2014/main" id="{0A8935AF-3DFD-BD9B-C0C1-6B03BD245B5B}"/>
                </a:ext>
              </a:extLst>
            </p:cNvPr>
            <p:cNvSpPr/>
            <p:nvPr/>
          </p:nvSpPr>
          <p:spPr>
            <a:xfrm>
              <a:off x="594360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2" name="Text 86">
              <a:extLst>
                <a:ext uri="{FF2B5EF4-FFF2-40B4-BE49-F238E27FC236}">
                  <a16:creationId xmlns:a16="http://schemas.microsoft.com/office/drawing/2014/main" id="{40D4DE9A-261D-A1B3-FFB9-C76C0B57D6F1}"/>
                </a:ext>
              </a:extLst>
            </p:cNvPr>
            <p:cNvSpPr/>
            <p:nvPr/>
          </p:nvSpPr>
          <p:spPr>
            <a:xfrm>
              <a:off x="632764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contact_name</a:t>
              </a:r>
              <a:endParaRPr lang="zh-TW" sz="1100" noProof="1"/>
            </a:p>
          </p:txBody>
        </p:sp>
        <p:sp>
          <p:nvSpPr>
            <p:cNvPr id="93" name="Text 87">
              <a:extLst>
                <a:ext uri="{FF2B5EF4-FFF2-40B4-BE49-F238E27FC236}">
                  <a16:creationId xmlns:a16="http://schemas.microsoft.com/office/drawing/2014/main" id="{B097FF48-0A09-4B38-0F8F-B5FF2E7BF22E}"/>
                </a:ext>
              </a:extLst>
            </p:cNvPr>
            <p:cNvSpPr/>
            <p:nvPr/>
          </p:nvSpPr>
          <p:spPr>
            <a:xfrm>
              <a:off x="731520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4" name="Shape 88">
              <a:extLst>
                <a:ext uri="{FF2B5EF4-FFF2-40B4-BE49-F238E27FC236}">
                  <a16:creationId xmlns:a16="http://schemas.microsoft.com/office/drawing/2014/main" id="{84203EAE-EAA8-A8DA-F987-6371B40F0FF0}"/>
                </a:ext>
              </a:extLst>
            </p:cNvPr>
            <p:cNvSpPr/>
            <p:nvPr/>
          </p:nvSpPr>
          <p:spPr>
            <a:xfrm>
              <a:off x="594360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5" name="Text 89">
              <a:extLst>
                <a:ext uri="{FF2B5EF4-FFF2-40B4-BE49-F238E27FC236}">
                  <a16:creationId xmlns:a16="http://schemas.microsoft.com/office/drawing/2014/main" id="{9CB3D4BE-BB11-500A-6675-833FF9115612}"/>
                </a:ext>
              </a:extLst>
            </p:cNvPr>
            <p:cNvSpPr/>
            <p:nvPr/>
          </p:nvSpPr>
          <p:spPr>
            <a:xfrm>
              <a:off x="632764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email</a:t>
              </a:r>
              <a:endParaRPr lang="zh-TW" sz="1100" noProof="1"/>
            </a:p>
          </p:txBody>
        </p:sp>
        <p:sp>
          <p:nvSpPr>
            <p:cNvPr id="96" name="Text 90">
              <a:extLst>
                <a:ext uri="{FF2B5EF4-FFF2-40B4-BE49-F238E27FC236}">
                  <a16:creationId xmlns:a16="http://schemas.microsoft.com/office/drawing/2014/main" id="{3E199A5B-708D-1E6D-F3D7-6DE51E6CBA37}"/>
                </a:ext>
              </a:extLst>
            </p:cNvPr>
            <p:cNvSpPr/>
            <p:nvPr/>
          </p:nvSpPr>
          <p:spPr>
            <a:xfrm>
              <a:off x="731520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7" name="Shape 91">
              <a:extLst>
                <a:ext uri="{FF2B5EF4-FFF2-40B4-BE49-F238E27FC236}">
                  <a16:creationId xmlns:a16="http://schemas.microsoft.com/office/drawing/2014/main" id="{D2805A99-F195-CF74-529D-014D2F5237FD}"/>
                </a:ext>
              </a:extLst>
            </p:cNvPr>
            <p:cNvSpPr/>
            <p:nvPr/>
          </p:nvSpPr>
          <p:spPr>
            <a:xfrm>
              <a:off x="594360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8" name="Text 92">
              <a:extLst>
                <a:ext uri="{FF2B5EF4-FFF2-40B4-BE49-F238E27FC236}">
                  <a16:creationId xmlns:a16="http://schemas.microsoft.com/office/drawing/2014/main" id="{84CADEA5-3F5C-7CBE-97CB-9896927B35E4}"/>
                </a:ext>
              </a:extLst>
            </p:cNvPr>
            <p:cNvSpPr/>
            <p:nvPr/>
          </p:nvSpPr>
          <p:spPr>
            <a:xfrm>
              <a:off x="632764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title</a:t>
              </a:r>
              <a:endParaRPr lang="zh-TW" sz="1100" noProof="1"/>
            </a:p>
          </p:txBody>
        </p:sp>
        <p:sp>
          <p:nvSpPr>
            <p:cNvPr id="99" name="Text 93">
              <a:extLst>
                <a:ext uri="{FF2B5EF4-FFF2-40B4-BE49-F238E27FC236}">
                  <a16:creationId xmlns:a16="http://schemas.microsoft.com/office/drawing/2014/main" id="{4B202E59-4CB1-6FA2-1134-35929A4D1020}"/>
                </a:ext>
              </a:extLst>
            </p:cNvPr>
            <p:cNvSpPr/>
            <p:nvPr/>
          </p:nvSpPr>
          <p:spPr>
            <a:xfrm>
              <a:off x="731520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00" name="Shape 94">
              <a:extLst>
                <a:ext uri="{FF2B5EF4-FFF2-40B4-BE49-F238E27FC236}">
                  <a16:creationId xmlns:a16="http://schemas.microsoft.com/office/drawing/2014/main" id="{B05B2C9C-4E39-07E7-04F4-E214EA3FE6F0}"/>
                </a:ext>
              </a:extLst>
            </p:cNvPr>
            <p:cNvSpPr/>
            <p:nvPr/>
          </p:nvSpPr>
          <p:spPr>
            <a:xfrm>
              <a:off x="5943600" y="2286000"/>
              <a:ext cx="2286000" cy="1581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1" name="Shape 95">
              <a:extLst>
                <a:ext uri="{FF2B5EF4-FFF2-40B4-BE49-F238E27FC236}">
                  <a16:creationId xmlns:a16="http://schemas.microsoft.com/office/drawing/2014/main" id="{81255F61-4FFD-9FC5-0BE8-0072F29DF45E}"/>
                </a:ext>
              </a:extLst>
            </p:cNvPr>
            <p:cNvSpPr/>
            <p:nvPr/>
          </p:nvSpPr>
          <p:spPr>
            <a:xfrm>
              <a:off x="5943600" y="2286000"/>
              <a:ext cx="2286000" cy="347472"/>
            </a:xfrm>
            <a:prstGeom prst="rect">
              <a:avLst/>
            </a:prstGeom>
            <a:solidFill>
              <a:srgbClr val="78350F"/>
            </a:solidFill>
            <a:ln w="12700">
              <a:solidFill>
                <a:srgbClr val="78350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2" name="Text 96">
              <a:extLst>
                <a:ext uri="{FF2B5EF4-FFF2-40B4-BE49-F238E27FC236}">
                  <a16:creationId xmlns:a16="http://schemas.microsoft.com/office/drawing/2014/main" id="{EB41D935-9034-AFF2-031E-B03B0EAA84B2}"/>
                </a:ext>
              </a:extLst>
            </p:cNvPr>
            <p:cNvSpPr/>
            <p:nvPr/>
          </p:nvSpPr>
          <p:spPr>
            <a:xfrm>
              <a:off x="5943600" y="22860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得獎 Awards</a:t>
              </a:r>
              <a:endParaRPr lang="zh-TW" sz="1400" noProof="1"/>
            </a:p>
          </p:txBody>
        </p:sp>
        <p:sp>
          <p:nvSpPr>
            <p:cNvPr id="103" name="Shape 97">
              <a:extLst>
                <a:ext uri="{FF2B5EF4-FFF2-40B4-BE49-F238E27FC236}">
                  <a16:creationId xmlns:a16="http://schemas.microsoft.com/office/drawing/2014/main" id="{7DF32436-2F6B-23F6-034D-F9FD91F7445C}"/>
                </a:ext>
              </a:extLst>
            </p:cNvPr>
            <p:cNvSpPr/>
            <p:nvPr/>
          </p:nvSpPr>
          <p:spPr>
            <a:xfrm>
              <a:off x="5943600" y="26334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4" name="Shape 98">
              <a:extLst>
                <a:ext uri="{FF2B5EF4-FFF2-40B4-BE49-F238E27FC236}">
                  <a16:creationId xmlns:a16="http://schemas.microsoft.com/office/drawing/2014/main" id="{B11A30C2-85F9-4A42-4CEF-D3AF602B46CB}"/>
                </a:ext>
              </a:extLst>
            </p:cNvPr>
            <p:cNvSpPr/>
            <p:nvPr/>
          </p:nvSpPr>
          <p:spPr>
            <a:xfrm>
              <a:off x="6016752" y="26746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5" name="Text 99">
              <a:extLst>
                <a:ext uri="{FF2B5EF4-FFF2-40B4-BE49-F238E27FC236}">
                  <a16:creationId xmlns:a16="http://schemas.microsoft.com/office/drawing/2014/main" id="{2F4B5106-67B5-8B2F-328F-E4785908BA10}"/>
                </a:ext>
              </a:extLst>
            </p:cNvPr>
            <p:cNvSpPr/>
            <p:nvPr/>
          </p:nvSpPr>
          <p:spPr>
            <a:xfrm>
              <a:off x="6016752" y="26746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06" name="Text 100">
              <a:extLst>
                <a:ext uri="{FF2B5EF4-FFF2-40B4-BE49-F238E27FC236}">
                  <a16:creationId xmlns:a16="http://schemas.microsoft.com/office/drawing/2014/main" id="{492B46CF-C49C-28EF-2B19-BD7C17CBEE95}"/>
                </a:ext>
              </a:extLst>
            </p:cNvPr>
            <p:cNvSpPr/>
            <p:nvPr/>
          </p:nvSpPr>
          <p:spPr>
            <a:xfrm>
              <a:off x="6327648" y="26334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07" name="Text 101">
              <a:extLst>
                <a:ext uri="{FF2B5EF4-FFF2-40B4-BE49-F238E27FC236}">
                  <a16:creationId xmlns:a16="http://schemas.microsoft.com/office/drawing/2014/main" id="{EC0EDCB6-9430-DBBD-D675-F4EA3FF58D80}"/>
                </a:ext>
              </a:extLst>
            </p:cNvPr>
            <p:cNvSpPr/>
            <p:nvPr/>
          </p:nvSpPr>
          <p:spPr>
            <a:xfrm>
              <a:off x="7315200" y="26334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08" name="Shape 102">
              <a:extLst>
                <a:ext uri="{FF2B5EF4-FFF2-40B4-BE49-F238E27FC236}">
                  <a16:creationId xmlns:a16="http://schemas.microsoft.com/office/drawing/2014/main" id="{A433A43E-244E-E92C-81CD-AD484E072FB2}"/>
                </a:ext>
              </a:extLst>
            </p:cNvPr>
            <p:cNvSpPr/>
            <p:nvPr/>
          </p:nvSpPr>
          <p:spPr>
            <a:xfrm>
              <a:off x="5943600" y="28803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9" name="Shape 103">
              <a:extLst>
                <a:ext uri="{FF2B5EF4-FFF2-40B4-BE49-F238E27FC236}">
                  <a16:creationId xmlns:a16="http://schemas.microsoft.com/office/drawing/2014/main" id="{AA3461B1-563E-A2CD-EF08-9104D8261245}"/>
                </a:ext>
              </a:extLst>
            </p:cNvPr>
            <p:cNvSpPr/>
            <p:nvPr/>
          </p:nvSpPr>
          <p:spPr>
            <a:xfrm>
              <a:off x="6016752" y="29215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0" name="Text 104">
              <a:extLst>
                <a:ext uri="{FF2B5EF4-FFF2-40B4-BE49-F238E27FC236}">
                  <a16:creationId xmlns:a16="http://schemas.microsoft.com/office/drawing/2014/main" id="{9230A333-23B9-E9BB-EAB7-6A5682AD548F}"/>
                </a:ext>
              </a:extLst>
            </p:cNvPr>
            <p:cNvSpPr/>
            <p:nvPr/>
          </p:nvSpPr>
          <p:spPr>
            <a:xfrm>
              <a:off x="6016752" y="29215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11" name="Text 105">
              <a:extLst>
                <a:ext uri="{FF2B5EF4-FFF2-40B4-BE49-F238E27FC236}">
                  <a16:creationId xmlns:a16="http://schemas.microsoft.com/office/drawing/2014/main" id="{3A34EF30-FA3B-9794-0F3D-CFCF1ECF8945}"/>
                </a:ext>
              </a:extLst>
            </p:cNvPr>
            <p:cNvSpPr/>
            <p:nvPr/>
          </p:nvSpPr>
          <p:spPr>
            <a:xfrm>
              <a:off x="6327648" y="28803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12" name="Text 106">
              <a:extLst>
                <a:ext uri="{FF2B5EF4-FFF2-40B4-BE49-F238E27FC236}">
                  <a16:creationId xmlns:a16="http://schemas.microsoft.com/office/drawing/2014/main" id="{A399EE83-73DD-E470-3039-7EFD675CEA33}"/>
                </a:ext>
              </a:extLst>
            </p:cNvPr>
            <p:cNvSpPr/>
            <p:nvPr/>
          </p:nvSpPr>
          <p:spPr>
            <a:xfrm>
              <a:off x="7315200" y="28803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3" name="Shape 107">
              <a:extLst>
                <a:ext uri="{FF2B5EF4-FFF2-40B4-BE49-F238E27FC236}">
                  <a16:creationId xmlns:a16="http://schemas.microsoft.com/office/drawing/2014/main" id="{8C1A192F-987F-21C3-D1AF-77AB2063038F}"/>
                </a:ext>
              </a:extLst>
            </p:cNvPr>
            <p:cNvSpPr/>
            <p:nvPr/>
          </p:nvSpPr>
          <p:spPr>
            <a:xfrm>
              <a:off x="5943600" y="31272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4" name="Text 108">
              <a:extLst>
                <a:ext uri="{FF2B5EF4-FFF2-40B4-BE49-F238E27FC236}">
                  <a16:creationId xmlns:a16="http://schemas.microsoft.com/office/drawing/2014/main" id="{F6F67742-8D29-83B9-8392-FF5624E54FD2}"/>
                </a:ext>
              </a:extLst>
            </p:cNvPr>
            <p:cNvSpPr/>
            <p:nvPr/>
          </p:nvSpPr>
          <p:spPr>
            <a:xfrm>
              <a:off x="6327648" y="31272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award_name</a:t>
              </a:r>
              <a:endParaRPr lang="zh-TW" sz="1100" noProof="1"/>
            </a:p>
          </p:txBody>
        </p:sp>
        <p:sp>
          <p:nvSpPr>
            <p:cNvPr id="115" name="Text 109">
              <a:extLst>
                <a:ext uri="{FF2B5EF4-FFF2-40B4-BE49-F238E27FC236}">
                  <a16:creationId xmlns:a16="http://schemas.microsoft.com/office/drawing/2014/main" id="{49CAD97C-7621-8A4D-3030-01C2B1D9AD3E}"/>
                </a:ext>
              </a:extLst>
            </p:cNvPr>
            <p:cNvSpPr/>
            <p:nvPr/>
          </p:nvSpPr>
          <p:spPr>
            <a:xfrm>
              <a:off x="7315200" y="31272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6" name="Shape 110">
              <a:extLst>
                <a:ext uri="{FF2B5EF4-FFF2-40B4-BE49-F238E27FC236}">
                  <a16:creationId xmlns:a16="http://schemas.microsoft.com/office/drawing/2014/main" id="{30FF9B92-BC2F-BBE6-1DD5-49447A3DD2E9}"/>
                </a:ext>
              </a:extLst>
            </p:cNvPr>
            <p:cNvSpPr/>
            <p:nvPr/>
          </p:nvSpPr>
          <p:spPr>
            <a:xfrm>
              <a:off x="5943600" y="33741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7" name="Text 111">
              <a:extLst>
                <a:ext uri="{FF2B5EF4-FFF2-40B4-BE49-F238E27FC236}">
                  <a16:creationId xmlns:a16="http://schemas.microsoft.com/office/drawing/2014/main" id="{A5EF82F8-B564-3016-68AD-F2878FC05F91}"/>
                </a:ext>
              </a:extLst>
            </p:cNvPr>
            <p:cNvSpPr/>
            <p:nvPr/>
          </p:nvSpPr>
          <p:spPr>
            <a:xfrm>
              <a:off x="6327648" y="33741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year</a:t>
              </a:r>
              <a:endParaRPr lang="zh-TW" sz="1100" noProof="1"/>
            </a:p>
          </p:txBody>
        </p:sp>
        <p:sp>
          <p:nvSpPr>
            <p:cNvPr id="118" name="Text 112">
              <a:extLst>
                <a:ext uri="{FF2B5EF4-FFF2-40B4-BE49-F238E27FC236}">
                  <a16:creationId xmlns:a16="http://schemas.microsoft.com/office/drawing/2014/main" id="{0990D916-8AD1-779B-A129-FDF70461C6B6}"/>
                </a:ext>
              </a:extLst>
            </p:cNvPr>
            <p:cNvSpPr/>
            <p:nvPr/>
          </p:nvSpPr>
          <p:spPr>
            <a:xfrm>
              <a:off x="7315200" y="33741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9" name="Shape 113">
              <a:extLst>
                <a:ext uri="{FF2B5EF4-FFF2-40B4-BE49-F238E27FC236}">
                  <a16:creationId xmlns:a16="http://schemas.microsoft.com/office/drawing/2014/main" id="{C9F8530E-8D5C-7D1D-A69F-B67037142C34}"/>
                </a:ext>
              </a:extLst>
            </p:cNvPr>
            <p:cNvSpPr/>
            <p:nvPr/>
          </p:nvSpPr>
          <p:spPr>
            <a:xfrm>
              <a:off x="5943600" y="36210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0" name="Text 114">
              <a:extLst>
                <a:ext uri="{FF2B5EF4-FFF2-40B4-BE49-F238E27FC236}">
                  <a16:creationId xmlns:a16="http://schemas.microsoft.com/office/drawing/2014/main" id="{A92A7262-0DEF-7622-E652-6B91B0E308CA}"/>
                </a:ext>
              </a:extLst>
            </p:cNvPr>
            <p:cNvSpPr/>
            <p:nvPr/>
          </p:nvSpPr>
          <p:spPr>
            <a:xfrm>
              <a:off x="6327648" y="36210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organizer</a:t>
              </a:r>
              <a:endParaRPr lang="zh-TW" sz="1100" noProof="1"/>
            </a:p>
          </p:txBody>
        </p:sp>
        <p:sp>
          <p:nvSpPr>
            <p:cNvPr id="121" name="Text 115">
              <a:extLst>
                <a:ext uri="{FF2B5EF4-FFF2-40B4-BE49-F238E27FC236}">
                  <a16:creationId xmlns:a16="http://schemas.microsoft.com/office/drawing/2014/main" id="{EBF4A0BE-1DA9-FC1B-A134-2151F8731962}"/>
                </a:ext>
              </a:extLst>
            </p:cNvPr>
            <p:cNvSpPr/>
            <p:nvPr/>
          </p:nvSpPr>
          <p:spPr>
            <a:xfrm>
              <a:off x="7315200" y="36210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22" name="Shape 116">
              <a:extLst>
                <a:ext uri="{FF2B5EF4-FFF2-40B4-BE49-F238E27FC236}">
                  <a16:creationId xmlns:a16="http://schemas.microsoft.com/office/drawing/2014/main" id="{3FBDD71E-C210-567E-A0D0-0778D1792AFD}"/>
                </a:ext>
              </a:extLst>
            </p:cNvPr>
            <p:cNvSpPr/>
            <p:nvPr/>
          </p:nvSpPr>
          <p:spPr>
            <a:xfrm>
              <a:off x="5943600" y="4114800"/>
              <a:ext cx="2286000" cy="1335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3" name="Shape 117">
              <a:extLst>
                <a:ext uri="{FF2B5EF4-FFF2-40B4-BE49-F238E27FC236}">
                  <a16:creationId xmlns:a16="http://schemas.microsoft.com/office/drawing/2014/main" id="{0C9DB0E5-DFE8-43DC-ABEB-06BADBCFED0A}"/>
                </a:ext>
              </a:extLst>
            </p:cNvPr>
            <p:cNvSpPr/>
            <p:nvPr/>
          </p:nvSpPr>
          <p:spPr>
            <a:xfrm>
              <a:off x="5943600" y="4114800"/>
              <a:ext cx="2286000" cy="347472"/>
            </a:xfrm>
            <a:prstGeom prst="rect">
              <a:avLst/>
            </a:prstGeom>
            <a:solidFill>
              <a:srgbClr val="9D174D"/>
            </a:solidFill>
            <a:ln w="12700">
              <a:solidFill>
                <a:srgbClr val="9D174D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4" name="Text 118">
              <a:extLst>
                <a:ext uri="{FF2B5EF4-FFF2-40B4-BE49-F238E27FC236}">
                  <a16:creationId xmlns:a16="http://schemas.microsoft.com/office/drawing/2014/main" id="{CD934E79-4AD7-F414-39A0-B913E0123678}"/>
                </a:ext>
              </a:extLst>
            </p:cNvPr>
            <p:cNvSpPr/>
            <p:nvPr/>
          </p:nvSpPr>
          <p:spPr>
            <a:xfrm>
              <a:off x="5943600" y="41148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資服潛在需求 Digital_needs</a:t>
              </a:r>
              <a:endParaRPr lang="zh-TW" sz="1400" noProof="1"/>
            </a:p>
          </p:txBody>
        </p:sp>
        <p:sp>
          <p:nvSpPr>
            <p:cNvPr id="125" name="Shape 119">
              <a:extLst>
                <a:ext uri="{FF2B5EF4-FFF2-40B4-BE49-F238E27FC236}">
                  <a16:creationId xmlns:a16="http://schemas.microsoft.com/office/drawing/2014/main" id="{06EB9F1F-2ACD-E34C-BF20-F234B93DCF64}"/>
                </a:ext>
              </a:extLst>
            </p:cNvPr>
            <p:cNvSpPr/>
            <p:nvPr/>
          </p:nvSpPr>
          <p:spPr>
            <a:xfrm>
              <a:off x="5943600" y="44622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6" name="Shape 120">
              <a:extLst>
                <a:ext uri="{FF2B5EF4-FFF2-40B4-BE49-F238E27FC236}">
                  <a16:creationId xmlns:a16="http://schemas.microsoft.com/office/drawing/2014/main" id="{CCAE0A90-E883-3F56-CC10-B1E9A98A8160}"/>
                </a:ext>
              </a:extLst>
            </p:cNvPr>
            <p:cNvSpPr/>
            <p:nvPr/>
          </p:nvSpPr>
          <p:spPr>
            <a:xfrm>
              <a:off x="6016752" y="45034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7" name="Text 121">
              <a:extLst>
                <a:ext uri="{FF2B5EF4-FFF2-40B4-BE49-F238E27FC236}">
                  <a16:creationId xmlns:a16="http://schemas.microsoft.com/office/drawing/2014/main" id="{635CE518-6010-FCA6-9CF1-96F3D17A32C1}"/>
                </a:ext>
              </a:extLst>
            </p:cNvPr>
            <p:cNvSpPr/>
            <p:nvPr/>
          </p:nvSpPr>
          <p:spPr>
            <a:xfrm>
              <a:off x="6016752" y="45034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28" name="Text 122">
              <a:extLst>
                <a:ext uri="{FF2B5EF4-FFF2-40B4-BE49-F238E27FC236}">
                  <a16:creationId xmlns:a16="http://schemas.microsoft.com/office/drawing/2014/main" id="{A5DDF54D-C466-DE04-8672-F6E76CC69357}"/>
                </a:ext>
              </a:extLst>
            </p:cNvPr>
            <p:cNvSpPr/>
            <p:nvPr/>
          </p:nvSpPr>
          <p:spPr>
            <a:xfrm>
              <a:off x="6327648" y="44622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29" name="Text 123">
              <a:extLst>
                <a:ext uri="{FF2B5EF4-FFF2-40B4-BE49-F238E27FC236}">
                  <a16:creationId xmlns:a16="http://schemas.microsoft.com/office/drawing/2014/main" id="{C54B8626-79F8-1CE2-C57B-CBD9C87CFADB}"/>
                </a:ext>
              </a:extLst>
            </p:cNvPr>
            <p:cNvSpPr/>
            <p:nvPr/>
          </p:nvSpPr>
          <p:spPr>
            <a:xfrm>
              <a:off x="7315200" y="44622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0" name="Shape 124">
              <a:extLst>
                <a:ext uri="{FF2B5EF4-FFF2-40B4-BE49-F238E27FC236}">
                  <a16:creationId xmlns:a16="http://schemas.microsoft.com/office/drawing/2014/main" id="{7C1EAB27-0C4F-3AD8-51CC-6DCA0D1233FB}"/>
                </a:ext>
              </a:extLst>
            </p:cNvPr>
            <p:cNvSpPr/>
            <p:nvPr/>
          </p:nvSpPr>
          <p:spPr>
            <a:xfrm>
              <a:off x="5943600" y="47091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1" name="Shape 125">
              <a:extLst>
                <a:ext uri="{FF2B5EF4-FFF2-40B4-BE49-F238E27FC236}">
                  <a16:creationId xmlns:a16="http://schemas.microsoft.com/office/drawing/2014/main" id="{EC662449-6C0F-D77D-53E4-498AFC0AE8C8}"/>
                </a:ext>
              </a:extLst>
            </p:cNvPr>
            <p:cNvSpPr/>
            <p:nvPr/>
          </p:nvSpPr>
          <p:spPr>
            <a:xfrm>
              <a:off x="6016752" y="47503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2" name="Text 126">
              <a:extLst>
                <a:ext uri="{FF2B5EF4-FFF2-40B4-BE49-F238E27FC236}">
                  <a16:creationId xmlns:a16="http://schemas.microsoft.com/office/drawing/2014/main" id="{BDF812D8-9046-114A-8414-A6F14CDA38BF}"/>
                </a:ext>
              </a:extLst>
            </p:cNvPr>
            <p:cNvSpPr/>
            <p:nvPr/>
          </p:nvSpPr>
          <p:spPr>
            <a:xfrm>
              <a:off x="6016752" y="47503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33" name="Text 127">
              <a:extLst>
                <a:ext uri="{FF2B5EF4-FFF2-40B4-BE49-F238E27FC236}">
                  <a16:creationId xmlns:a16="http://schemas.microsoft.com/office/drawing/2014/main" id="{F8C26CA0-D4B7-1603-22FE-9547126330C4}"/>
                </a:ext>
              </a:extLst>
            </p:cNvPr>
            <p:cNvSpPr/>
            <p:nvPr/>
          </p:nvSpPr>
          <p:spPr>
            <a:xfrm>
              <a:off x="6327648" y="47091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34" name="Text 128">
              <a:extLst>
                <a:ext uri="{FF2B5EF4-FFF2-40B4-BE49-F238E27FC236}">
                  <a16:creationId xmlns:a16="http://schemas.microsoft.com/office/drawing/2014/main" id="{27DFED49-F0F4-7BF5-8D2A-D49300967176}"/>
                </a:ext>
              </a:extLst>
            </p:cNvPr>
            <p:cNvSpPr/>
            <p:nvPr/>
          </p:nvSpPr>
          <p:spPr>
            <a:xfrm>
              <a:off x="7315200" y="47091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5" name="Shape 129">
              <a:extLst>
                <a:ext uri="{FF2B5EF4-FFF2-40B4-BE49-F238E27FC236}">
                  <a16:creationId xmlns:a16="http://schemas.microsoft.com/office/drawing/2014/main" id="{752F062B-1345-EECD-EF0B-53DF3AB8288E}"/>
                </a:ext>
              </a:extLst>
            </p:cNvPr>
            <p:cNvSpPr/>
            <p:nvPr/>
          </p:nvSpPr>
          <p:spPr>
            <a:xfrm>
              <a:off x="5943600" y="49560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6" name="Text 130">
              <a:extLst>
                <a:ext uri="{FF2B5EF4-FFF2-40B4-BE49-F238E27FC236}">
                  <a16:creationId xmlns:a16="http://schemas.microsoft.com/office/drawing/2014/main" id="{22754055-2DF7-9B15-1BF1-141AEC4960CA}"/>
                </a:ext>
              </a:extLst>
            </p:cNvPr>
            <p:cNvSpPr/>
            <p:nvPr/>
          </p:nvSpPr>
          <p:spPr>
            <a:xfrm>
              <a:off x="6327648" y="49560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need_category</a:t>
              </a:r>
              <a:endParaRPr lang="zh-TW" sz="1100" noProof="1"/>
            </a:p>
          </p:txBody>
        </p:sp>
        <p:sp>
          <p:nvSpPr>
            <p:cNvPr id="137" name="Text 131">
              <a:extLst>
                <a:ext uri="{FF2B5EF4-FFF2-40B4-BE49-F238E27FC236}">
                  <a16:creationId xmlns:a16="http://schemas.microsoft.com/office/drawing/2014/main" id="{06D80B48-B671-225F-E499-50F3A5FABCC2}"/>
                </a:ext>
              </a:extLst>
            </p:cNvPr>
            <p:cNvSpPr/>
            <p:nvPr/>
          </p:nvSpPr>
          <p:spPr>
            <a:xfrm>
              <a:off x="7315200" y="49560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8" name="Shape 132">
              <a:extLst>
                <a:ext uri="{FF2B5EF4-FFF2-40B4-BE49-F238E27FC236}">
                  <a16:creationId xmlns:a16="http://schemas.microsoft.com/office/drawing/2014/main" id="{8F860DBB-8B59-F33B-A880-AA5FAACC9076}"/>
                </a:ext>
              </a:extLst>
            </p:cNvPr>
            <p:cNvSpPr/>
            <p:nvPr/>
          </p:nvSpPr>
          <p:spPr>
            <a:xfrm>
              <a:off x="5943600" y="52029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9" name="Text 133">
              <a:extLst>
                <a:ext uri="{FF2B5EF4-FFF2-40B4-BE49-F238E27FC236}">
                  <a16:creationId xmlns:a16="http://schemas.microsoft.com/office/drawing/2014/main" id="{CDFA05F9-AD26-933E-9881-E94DC5217509}"/>
                </a:ext>
              </a:extLst>
            </p:cNvPr>
            <p:cNvSpPr/>
            <p:nvPr/>
          </p:nvSpPr>
          <p:spPr>
            <a:xfrm>
              <a:off x="6327648" y="52029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need_desc</a:t>
              </a:r>
              <a:endParaRPr lang="zh-TW" sz="1100" noProof="1"/>
            </a:p>
          </p:txBody>
        </p:sp>
        <p:sp>
          <p:nvSpPr>
            <p:cNvPr id="140" name="Text 134">
              <a:extLst>
                <a:ext uri="{FF2B5EF4-FFF2-40B4-BE49-F238E27FC236}">
                  <a16:creationId xmlns:a16="http://schemas.microsoft.com/office/drawing/2014/main" id="{AEFAE37D-89FD-4010-849C-9A66830C056D}"/>
                </a:ext>
              </a:extLst>
            </p:cNvPr>
            <p:cNvSpPr/>
            <p:nvPr/>
          </p:nvSpPr>
          <p:spPr>
            <a:xfrm>
              <a:off x="7315200" y="52029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1" name="Shape 135">
              <a:extLst>
                <a:ext uri="{FF2B5EF4-FFF2-40B4-BE49-F238E27FC236}">
                  <a16:creationId xmlns:a16="http://schemas.microsoft.com/office/drawing/2014/main" id="{FD6247E2-0DDF-861C-BDB0-FD35D9A43D63}"/>
                </a:ext>
              </a:extLst>
            </p:cNvPr>
            <p:cNvSpPr/>
            <p:nvPr/>
          </p:nvSpPr>
          <p:spPr>
            <a:xfrm>
              <a:off x="8778240" y="457200"/>
              <a:ext cx="2286000" cy="1335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2" name="Shape 136">
              <a:extLst>
                <a:ext uri="{FF2B5EF4-FFF2-40B4-BE49-F238E27FC236}">
                  <a16:creationId xmlns:a16="http://schemas.microsoft.com/office/drawing/2014/main" id="{1484539A-A53B-8956-6581-8664AF009BDC}"/>
                </a:ext>
              </a:extLst>
            </p:cNvPr>
            <p:cNvSpPr/>
            <p:nvPr/>
          </p:nvSpPr>
          <p:spPr>
            <a:xfrm>
              <a:off x="8778240" y="457200"/>
              <a:ext cx="2286000" cy="347472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3" name="Text 137">
              <a:extLst>
                <a:ext uri="{FF2B5EF4-FFF2-40B4-BE49-F238E27FC236}">
                  <a16:creationId xmlns:a16="http://schemas.microsoft.com/office/drawing/2014/main" id="{009458CA-C6E2-E3B5-0B3B-03BDB6F441C4}"/>
                </a:ext>
              </a:extLst>
            </p:cNvPr>
            <p:cNvSpPr/>
            <p:nvPr/>
          </p:nvSpPr>
          <p:spPr>
            <a:xfrm>
              <a:off x="877824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200" b="1" noProof="1">
                  <a:solidFill>
                    <a:srgbClr val="FFFFFF"/>
                  </a:solidFill>
                </a:rPr>
                <a:t>服務領域 Solution_Domains</a:t>
              </a:r>
              <a:endParaRPr lang="zh-TW" sz="1200" noProof="1"/>
            </a:p>
          </p:txBody>
        </p:sp>
        <p:sp>
          <p:nvSpPr>
            <p:cNvPr id="144" name="Shape 138">
              <a:extLst>
                <a:ext uri="{FF2B5EF4-FFF2-40B4-BE49-F238E27FC236}">
                  <a16:creationId xmlns:a16="http://schemas.microsoft.com/office/drawing/2014/main" id="{94878D33-63E7-BD69-6241-45913FA93280}"/>
                </a:ext>
              </a:extLst>
            </p:cNvPr>
            <p:cNvSpPr/>
            <p:nvPr/>
          </p:nvSpPr>
          <p:spPr>
            <a:xfrm>
              <a:off x="877824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5" name="Shape 139">
              <a:extLst>
                <a:ext uri="{FF2B5EF4-FFF2-40B4-BE49-F238E27FC236}">
                  <a16:creationId xmlns:a16="http://schemas.microsoft.com/office/drawing/2014/main" id="{B81884BF-00EF-936A-00C6-1737F02355E5}"/>
                </a:ext>
              </a:extLst>
            </p:cNvPr>
            <p:cNvSpPr/>
            <p:nvPr/>
          </p:nvSpPr>
          <p:spPr>
            <a:xfrm>
              <a:off x="885139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6" name="Text 140">
              <a:extLst>
                <a:ext uri="{FF2B5EF4-FFF2-40B4-BE49-F238E27FC236}">
                  <a16:creationId xmlns:a16="http://schemas.microsoft.com/office/drawing/2014/main" id="{3EE4AD02-6E68-B368-49E4-2119F9E411E0}"/>
                </a:ext>
              </a:extLst>
            </p:cNvPr>
            <p:cNvSpPr/>
            <p:nvPr/>
          </p:nvSpPr>
          <p:spPr>
            <a:xfrm>
              <a:off x="885139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47" name="Text 141">
              <a:extLst>
                <a:ext uri="{FF2B5EF4-FFF2-40B4-BE49-F238E27FC236}">
                  <a16:creationId xmlns:a16="http://schemas.microsoft.com/office/drawing/2014/main" id="{33E0C57B-1330-A6B1-EC9C-1513F10BE122}"/>
                </a:ext>
              </a:extLst>
            </p:cNvPr>
            <p:cNvSpPr/>
            <p:nvPr/>
          </p:nvSpPr>
          <p:spPr>
            <a:xfrm>
              <a:off x="916228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48" name="Text 142">
              <a:extLst>
                <a:ext uri="{FF2B5EF4-FFF2-40B4-BE49-F238E27FC236}">
                  <a16:creationId xmlns:a16="http://schemas.microsoft.com/office/drawing/2014/main" id="{397EF817-2C79-B734-03A1-926B3BB90D3E}"/>
                </a:ext>
              </a:extLst>
            </p:cNvPr>
            <p:cNvSpPr/>
            <p:nvPr/>
          </p:nvSpPr>
          <p:spPr>
            <a:xfrm>
              <a:off x="1014984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9" name="Shape 143">
              <a:extLst>
                <a:ext uri="{FF2B5EF4-FFF2-40B4-BE49-F238E27FC236}">
                  <a16:creationId xmlns:a16="http://schemas.microsoft.com/office/drawing/2014/main" id="{4A2604BB-3BA3-ACF9-C498-9ED32FB0F6FE}"/>
                </a:ext>
              </a:extLst>
            </p:cNvPr>
            <p:cNvSpPr/>
            <p:nvPr/>
          </p:nvSpPr>
          <p:spPr>
            <a:xfrm>
              <a:off x="877824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0" name="Shape 144">
              <a:extLst>
                <a:ext uri="{FF2B5EF4-FFF2-40B4-BE49-F238E27FC236}">
                  <a16:creationId xmlns:a16="http://schemas.microsoft.com/office/drawing/2014/main" id="{99A730DB-F063-1FFF-EFD1-1335DB3ADC14}"/>
                </a:ext>
              </a:extLst>
            </p:cNvPr>
            <p:cNvSpPr/>
            <p:nvPr/>
          </p:nvSpPr>
          <p:spPr>
            <a:xfrm>
              <a:off x="885139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1" name="Text 145">
              <a:extLst>
                <a:ext uri="{FF2B5EF4-FFF2-40B4-BE49-F238E27FC236}">
                  <a16:creationId xmlns:a16="http://schemas.microsoft.com/office/drawing/2014/main" id="{895A7464-53C0-74A4-F04B-59B830A31E2A}"/>
                </a:ext>
              </a:extLst>
            </p:cNvPr>
            <p:cNvSpPr/>
            <p:nvPr/>
          </p:nvSpPr>
          <p:spPr>
            <a:xfrm>
              <a:off x="885139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52" name="Text 146">
              <a:extLst>
                <a:ext uri="{FF2B5EF4-FFF2-40B4-BE49-F238E27FC236}">
                  <a16:creationId xmlns:a16="http://schemas.microsoft.com/office/drawing/2014/main" id="{5E1D8E90-B129-35CF-F481-1D8E233A4599}"/>
                </a:ext>
              </a:extLst>
            </p:cNvPr>
            <p:cNvSpPr/>
            <p:nvPr/>
          </p:nvSpPr>
          <p:spPr>
            <a:xfrm>
              <a:off x="916228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153" name="Text 147">
              <a:extLst>
                <a:ext uri="{FF2B5EF4-FFF2-40B4-BE49-F238E27FC236}">
                  <a16:creationId xmlns:a16="http://schemas.microsoft.com/office/drawing/2014/main" id="{C5F9F3E5-B377-AFCA-416B-9F9894D93C32}"/>
                </a:ext>
              </a:extLst>
            </p:cNvPr>
            <p:cNvSpPr/>
            <p:nvPr/>
          </p:nvSpPr>
          <p:spPr>
            <a:xfrm>
              <a:off x="1014984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54" name="Shape 148">
              <a:extLst>
                <a:ext uri="{FF2B5EF4-FFF2-40B4-BE49-F238E27FC236}">
                  <a16:creationId xmlns:a16="http://schemas.microsoft.com/office/drawing/2014/main" id="{A02E134E-563E-6D3F-DAC0-08CFDA5FA501}"/>
                </a:ext>
              </a:extLst>
            </p:cNvPr>
            <p:cNvSpPr/>
            <p:nvPr/>
          </p:nvSpPr>
          <p:spPr>
            <a:xfrm>
              <a:off x="877824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5" name="Text 149">
              <a:extLst>
                <a:ext uri="{FF2B5EF4-FFF2-40B4-BE49-F238E27FC236}">
                  <a16:creationId xmlns:a16="http://schemas.microsoft.com/office/drawing/2014/main" id="{3E36025E-45C7-5BED-6104-61FD91A5B7C6}"/>
                </a:ext>
              </a:extLst>
            </p:cNvPr>
            <p:cNvSpPr/>
            <p:nvPr/>
          </p:nvSpPr>
          <p:spPr>
            <a:xfrm>
              <a:off x="916228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domain_name</a:t>
              </a:r>
              <a:endParaRPr lang="zh-TW" sz="1100" noProof="1"/>
            </a:p>
          </p:txBody>
        </p:sp>
        <p:sp>
          <p:nvSpPr>
            <p:cNvPr id="156" name="Text 150">
              <a:extLst>
                <a:ext uri="{FF2B5EF4-FFF2-40B4-BE49-F238E27FC236}">
                  <a16:creationId xmlns:a16="http://schemas.microsoft.com/office/drawing/2014/main" id="{558A7F0C-7DFA-E1E3-A9CD-0C1B8F3E15E3}"/>
                </a:ext>
              </a:extLst>
            </p:cNvPr>
            <p:cNvSpPr/>
            <p:nvPr/>
          </p:nvSpPr>
          <p:spPr>
            <a:xfrm>
              <a:off x="1014984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57" name="Shape 151">
              <a:extLst>
                <a:ext uri="{FF2B5EF4-FFF2-40B4-BE49-F238E27FC236}">
                  <a16:creationId xmlns:a16="http://schemas.microsoft.com/office/drawing/2014/main" id="{14984C14-8020-FB14-CFBD-CCB391503ABA}"/>
                </a:ext>
              </a:extLst>
            </p:cNvPr>
            <p:cNvSpPr/>
            <p:nvPr/>
          </p:nvSpPr>
          <p:spPr>
            <a:xfrm>
              <a:off x="877824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8" name="Text 152">
              <a:extLst>
                <a:ext uri="{FF2B5EF4-FFF2-40B4-BE49-F238E27FC236}">
                  <a16:creationId xmlns:a16="http://schemas.microsoft.com/office/drawing/2014/main" id="{9A73B2CD-8F12-FC38-2C5B-66687100033F}"/>
                </a:ext>
              </a:extLst>
            </p:cNvPr>
            <p:cNvSpPr/>
            <p:nvPr/>
          </p:nvSpPr>
          <p:spPr>
            <a:xfrm>
              <a:off x="916228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service_area</a:t>
              </a:r>
              <a:endParaRPr lang="zh-TW" sz="1100" noProof="1"/>
            </a:p>
          </p:txBody>
        </p:sp>
        <p:sp>
          <p:nvSpPr>
            <p:cNvPr id="159" name="Text 153">
              <a:extLst>
                <a:ext uri="{FF2B5EF4-FFF2-40B4-BE49-F238E27FC236}">
                  <a16:creationId xmlns:a16="http://schemas.microsoft.com/office/drawing/2014/main" id="{FAAB6C40-2C5C-62DF-1989-B7ABCBC0A13F}"/>
                </a:ext>
              </a:extLst>
            </p:cNvPr>
            <p:cNvSpPr/>
            <p:nvPr/>
          </p:nvSpPr>
          <p:spPr>
            <a:xfrm>
              <a:off x="1014984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60" name="Shape 154">
              <a:extLst>
                <a:ext uri="{FF2B5EF4-FFF2-40B4-BE49-F238E27FC236}">
                  <a16:creationId xmlns:a16="http://schemas.microsoft.com/office/drawing/2014/main" id="{BB510C45-4CC7-5C6A-5C98-D297EF337603}"/>
                </a:ext>
              </a:extLst>
            </p:cNvPr>
            <p:cNvSpPr/>
            <p:nvPr/>
          </p:nvSpPr>
          <p:spPr>
            <a:xfrm>
              <a:off x="8778240" y="2286000"/>
              <a:ext cx="228600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1" name="Shape 155">
              <a:extLst>
                <a:ext uri="{FF2B5EF4-FFF2-40B4-BE49-F238E27FC236}">
                  <a16:creationId xmlns:a16="http://schemas.microsoft.com/office/drawing/2014/main" id="{86E940AA-4450-114E-D6CD-AEAE61DDBA88}"/>
                </a:ext>
              </a:extLst>
            </p:cNvPr>
            <p:cNvSpPr/>
            <p:nvPr/>
          </p:nvSpPr>
          <p:spPr>
            <a:xfrm>
              <a:off x="8778240" y="2286000"/>
              <a:ext cx="2286000" cy="347472"/>
            </a:xfrm>
            <a:prstGeom prst="rect">
              <a:avLst/>
            </a:prstGeom>
            <a:solidFill>
              <a:srgbClr val="14532D"/>
            </a:solidFill>
            <a:ln w="12700">
              <a:solidFill>
                <a:srgbClr val="14532D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2" name="Text 156">
              <a:extLst>
                <a:ext uri="{FF2B5EF4-FFF2-40B4-BE49-F238E27FC236}">
                  <a16:creationId xmlns:a16="http://schemas.microsoft.com/office/drawing/2014/main" id="{AF0A271E-7BC7-594A-1A4C-50B6C890FA23}"/>
                </a:ext>
              </a:extLst>
            </p:cNvPr>
            <p:cNvSpPr/>
            <p:nvPr/>
          </p:nvSpPr>
          <p:spPr>
            <a:xfrm>
              <a:off x="8778240" y="22860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問答記錄 Logs</a:t>
              </a:r>
              <a:endParaRPr lang="zh-TW" sz="1400" noProof="1"/>
            </a:p>
          </p:txBody>
        </p:sp>
        <p:sp>
          <p:nvSpPr>
            <p:cNvPr id="163" name="Shape 157">
              <a:extLst>
                <a:ext uri="{FF2B5EF4-FFF2-40B4-BE49-F238E27FC236}">
                  <a16:creationId xmlns:a16="http://schemas.microsoft.com/office/drawing/2014/main" id="{F25BF0DD-5C0F-F26B-4A35-50E6127D30E2}"/>
                </a:ext>
              </a:extLst>
            </p:cNvPr>
            <p:cNvSpPr/>
            <p:nvPr/>
          </p:nvSpPr>
          <p:spPr>
            <a:xfrm>
              <a:off x="8778240" y="26334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4" name="Shape 158">
              <a:extLst>
                <a:ext uri="{FF2B5EF4-FFF2-40B4-BE49-F238E27FC236}">
                  <a16:creationId xmlns:a16="http://schemas.microsoft.com/office/drawing/2014/main" id="{EF5F70EC-A5B9-9735-E2DF-919C111A96E2}"/>
                </a:ext>
              </a:extLst>
            </p:cNvPr>
            <p:cNvSpPr/>
            <p:nvPr/>
          </p:nvSpPr>
          <p:spPr>
            <a:xfrm>
              <a:off x="8851392" y="26746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5" name="Text 159">
              <a:extLst>
                <a:ext uri="{FF2B5EF4-FFF2-40B4-BE49-F238E27FC236}">
                  <a16:creationId xmlns:a16="http://schemas.microsoft.com/office/drawing/2014/main" id="{D9929E4B-83A0-72CF-15A8-463405461637}"/>
                </a:ext>
              </a:extLst>
            </p:cNvPr>
            <p:cNvSpPr/>
            <p:nvPr/>
          </p:nvSpPr>
          <p:spPr>
            <a:xfrm>
              <a:off x="8851392" y="26746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66" name="Text 160">
              <a:extLst>
                <a:ext uri="{FF2B5EF4-FFF2-40B4-BE49-F238E27FC236}">
                  <a16:creationId xmlns:a16="http://schemas.microsoft.com/office/drawing/2014/main" id="{4C3EB0AB-8FFD-A631-243F-722CF9FD3830}"/>
                </a:ext>
              </a:extLst>
            </p:cNvPr>
            <p:cNvSpPr/>
            <p:nvPr/>
          </p:nvSpPr>
          <p:spPr>
            <a:xfrm>
              <a:off x="9162288" y="26334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67" name="Text 161">
              <a:extLst>
                <a:ext uri="{FF2B5EF4-FFF2-40B4-BE49-F238E27FC236}">
                  <a16:creationId xmlns:a16="http://schemas.microsoft.com/office/drawing/2014/main" id="{39109768-C0EF-08B7-8039-BB858DA30216}"/>
                </a:ext>
              </a:extLst>
            </p:cNvPr>
            <p:cNvSpPr/>
            <p:nvPr/>
          </p:nvSpPr>
          <p:spPr>
            <a:xfrm>
              <a:off x="10149840" y="26334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68" name="Shape 162">
              <a:extLst>
                <a:ext uri="{FF2B5EF4-FFF2-40B4-BE49-F238E27FC236}">
                  <a16:creationId xmlns:a16="http://schemas.microsoft.com/office/drawing/2014/main" id="{BBE3A0D2-69FF-A3EC-EDF1-3082B97CF359}"/>
                </a:ext>
              </a:extLst>
            </p:cNvPr>
            <p:cNvSpPr/>
            <p:nvPr/>
          </p:nvSpPr>
          <p:spPr>
            <a:xfrm>
              <a:off x="8778240" y="28803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9" name="Shape 163">
              <a:extLst>
                <a:ext uri="{FF2B5EF4-FFF2-40B4-BE49-F238E27FC236}">
                  <a16:creationId xmlns:a16="http://schemas.microsoft.com/office/drawing/2014/main" id="{F7592BD7-564B-5EE0-518E-1F26C1B43287}"/>
                </a:ext>
              </a:extLst>
            </p:cNvPr>
            <p:cNvSpPr/>
            <p:nvPr/>
          </p:nvSpPr>
          <p:spPr>
            <a:xfrm>
              <a:off x="8851392" y="29215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0" name="Text 164">
              <a:extLst>
                <a:ext uri="{FF2B5EF4-FFF2-40B4-BE49-F238E27FC236}">
                  <a16:creationId xmlns:a16="http://schemas.microsoft.com/office/drawing/2014/main" id="{73174CE6-328D-238B-4F63-FFAEA9B97408}"/>
                </a:ext>
              </a:extLst>
            </p:cNvPr>
            <p:cNvSpPr/>
            <p:nvPr/>
          </p:nvSpPr>
          <p:spPr>
            <a:xfrm>
              <a:off x="8851392" y="29215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71" name="Text 165">
              <a:extLst>
                <a:ext uri="{FF2B5EF4-FFF2-40B4-BE49-F238E27FC236}">
                  <a16:creationId xmlns:a16="http://schemas.microsoft.com/office/drawing/2014/main" id="{9CFEEC3E-0571-273C-40F4-D05E5C534EA5}"/>
                </a:ext>
              </a:extLst>
            </p:cNvPr>
            <p:cNvSpPr/>
            <p:nvPr/>
          </p:nvSpPr>
          <p:spPr>
            <a:xfrm>
              <a:off x="9162288" y="28803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172" name="Text 166">
              <a:extLst>
                <a:ext uri="{FF2B5EF4-FFF2-40B4-BE49-F238E27FC236}">
                  <a16:creationId xmlns:a16="http://schemas.microsoft.com/office/drawing/2014/main" id="{DB3D51CC-A60E-7314-A14D-7E83A43C4016}"/>
                </a:ext>
              </a:extLst>
            </p:cNvPr>
            <p:cNvSpPr/>
            <p:nvPr/>
          </p:nvSpPr>
          <p:spPr>
            <a:xfrm>
              <a:off x="10149840" y="28803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3" name="Shape 167">
              <a:extLst>
                <a:ext uri="{FF2B5EF4-FFF2-40B4-BE49-F238E27FC236}">
                  <a16:creationId xmlns:a16="http://schemas.microsoft.com/office/drawing/2014/main" id="{4FDFD0C1-6FF7-E6AD-F9C8-E7DE653924DE}"/>
                </a:ext>
              </a:extLst>
            </p:cNvPr>
            <p:cNvSpPr/>
            <p:nvPr/>
          </p:nvSpPr>
          <p:spPr>
            <a:xfrm>
              <a:off x="8778240" y="31272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4" name="Text 168">
              <a:extLst>
                <a:ext uri="{FF2B5EF4-FFF2-40B4-BE49-F238E27FC236}">
                  <a16:creationId xmlns:a16="http://schemas.microsoft.com/office/drawing/2014/main" id="{C1C951A6-C3B4-325C-12EF-C6B4B1B35F3D}"/>
                </a:ext>
              </a:extLst>
            </p:cNvPr>
            <p:cNvSpPr/>
            <p:nvPr/>
          </p:nvSpPr>
          <p:spPr>
            <a:xfrm>
              <a:off x="9162288" y="31272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timestamp</a:t>
              </a:r>
              <a:endParaRPr lang="zh-TW" sz="1100" noProof="1"/>
            </a:p>
          </p:txBody>
        </p:sp>
        <p:sp>
          <p:nvSpPr>
            <p:cNvPr id="175" name="Text 169">
              <a:extLst>
                <a:ext uri="{FF2B5EF4-FFF2-40B4-BE49-F238E27FC236}">
                  <a16:creationId xmlns:a16="http://schemas.microsoft.com/office/drawing/2014/main" id="{B806621E-BAD2-5FBB-47D3-00B45E6EEF43}"/>
                </a:ext>
              </a:extLst>
            </p:cNvPr>
            <p:cNvSpPr/>
            <p:nvPr/>
          </p:nvSpPr>
          <p:spPr>
            <a:xfrm>
              <a:off x="10149840" y="31272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datetime</a:t>
              </a:r>
              <a:endParaRPr lang="zh-TW" sz="1100" noProof="1"/>
            </a:p>
          </p:txBody>
        </p:sp>
        <p:sp>
          <p:nvSpPr>
            <p:cNvPr id="176" name="Shape 170">
              <a:extLst>
                <a:ext uri="{FF2B5EF4-FFF2-40B4-BE49-F238E27FC236}">
                  <a16:creationId xmlns:a16="http://schemas.microsoft.com/office/drawing/2014/main" id="{6D71542B-F2D5-2142-A234-356F59E283C4}"/>
                </a:ext>
              </a:extLst>
            </p:cNvPr>
            <p:cNvSpPr/>
            <p:nvPr/>
          </p:nvSpPr>
          <p:spPr>
            <a:xfrm>
              <a:off x="8778240" y="33741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7" name="Text 171">
              <a:extLst>
                <a:ext uri="{FF2B5EF4-FFF2-40B4-BE49-F238E27FC236}">
                  <a16:creationId xmlns:a16="http://schemas.microsoft.com/office/drawing/2014/main" id="{EE7217C5-F5D8-DAB2-78C3-557631A3E040}"/>
                </a:ext>
              </a:extLst>
            </p:cNvPr>
            <p:cNvSpPr/>
            <p:nvPr/>
          </p:nvSpPr>
          <p:spPr>
            <a:xfrm>
              <a:off x="9162288" y="33741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question</a:t>
              </a:r>
              <a:endParaRPr lang="zh-TW" sz="1100" noProof="1"/>
            </a:p>
          </p:txBody>
        </p:sp>
        <p:sp>
          <p:nvSpPr>
            <p:cNvPr id="178" name="Text 172">
              <a:extLst>
                <a:ext uri="{FF2B5EF4-FFF2-40B4-BE49-F238E27FC236}">
                  <a16:creationId xmlns:a16="http://schemas.microsoft.com/office/drawing/2014/main" id="{8B84D94B-E0EE-0FA4-9A54-E5B001C9B75C}"/>
                </a:ext>
              </a:extLst>
            </p:cNvPr>
            <p:cNvSpPr/>
            <p:nvPr/>
          </p:nvSpPr>
          <p:spPr>
            <a:xfrm>
              <a:off x="10149840" y="33741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9" name="Shape 173">
              <a:extLst>
                <a:ext uri="{FF2B5EF4-FFF2-40B4-BE49-F238E27FC236}">
                  <a16:creationId xmlns:a16="http://schemas.microsoft.com/office/drawing/2014/main" id="{90C62CEF-A577-C7BF-A199-A78F535B208B}"/>
                </a:ext>
              </a:extLst>
            </p:cNvPr>
            <p:cNvSpPr/>
            <p:nvPr/>
          </p:nvSpPr>
          <p:spPr>
            <a:xfrm>
              <a:off x="8778240" y="36210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0" name="Text 174">
              <a:extLst>
                <a:ext uri="{FF2B5EF4-FFF2-40B4-BE49-F238E27FC236}">
                  <a16:creationId xmlns:a16="http://schemas.microsoft.com/office/drawing/2014/main" id="{45339908-0BD1-9AB5-0645-E214CD1F837D}"/>
                </a:ext>
              </a:extLst>
            </p:cNvPr>
            <p:cNvSpPr/>
            <p:nvPr/>
          </p:nvSpPr>
          <p:spPr>
            <a:xfrm>
              <a:off x="9162288" y="36210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search_query</a:t>
              </a:r>
              <a:endParaRPr lang="zh-TW" sz="1100" noProof="1"/>
            </a:p>
          </p:txBody>
        </p:sp>
        <p:sp>
          <p:nvSpPr>
            <p:cNvPr id="181" name="Text 175">
              <a:extLst>
                <a:ext uri="{FF2B5EF4-FFF2-40B4-BE49-F238E27FC236}">
                  <a16:creationId xmlns:a16="http://schemas.microsoft.com/office/drawing/2014/main" id="{0C302A34-E85D-FECA-2627-9EEABAD817A0}"/>
                </a:ext>
              </a:extLst>
            </p:cNvPr>
            <p:cNvSpPr/>
            <p:nvPr/>
          </p:nvSpPr>
          <p:spPr>
            <a:xfrm>
              <a:off x="10149840" y="36210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82" name="Shape 176">
              <a:extLst>
                <a:ext uri="{FF2B5EF4-FFF2-40B4-BE49-F238E27FC236}">
                  <a16:creationId xmlns:a16="http://schemas.microsoft.com/office/drawing/2014/main" id="{2D84B2C4-0051-46B0-3520-FE4FA5148F24}"/>
                </a:ext>
              </a:extLst>
            </p:cNvPr>
            <p:cNvSpPr/>
            <p:nvPr/>
          </p:nvSpPr>
          <p:spPr>
            <a:xfrm>
              <a:off x="8778240" y="38679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3" name="Text 177">
              <a:extLst>
                <a:ext uri="{FF2B5EF4-FFF2-40B4-BE49-F238E27FC236}">
                  <a16:creationId xmlns:a16="http://schemas.microsoft.com/office/drawing/2014/main" id="{3F40B8BA-BD47-C29C-D3EE-466335A6C365}"/>
                </a:ext>
              </a:extLst>
            </p:cNvPr>
            <p:cNvSpPr/>
            <p:nvPr/>
          </p:nvSpPr>
          <p:spPr>
            <a:xfrm>
              <a:off x="9162288" y="38679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result_count</a:t>
              </a:r>
              <a:endParaRPr lang="zh-TW" sz="1100" noProof="1"/>
            </a:p>
          </p:txBody>
        </p:sp>
        <p:sp>
          <p:nvSpPr>
            <p:cNvPr id="184" name="Text 178">
              <a:extLst>
                <a:ext uri="{FF2B5EF4-FFF2-40B4-BE49-F238E27FC236}">
                  <a16:creationId xmlns:a16="http://schemas.microsoft.com/office/drawing/2014/main" id="{09AE6469-D3EC-4246-80EC-68ED33257C38}"/>
                </a:ext>
              </a:extLst>
            </p:cNvPr>
            <p:cNvSpPr/>
            <p:nvPr/>
          </p:nvSpPr>
          <p:spPr>
            <a:xfrm>
              <a:off x="10149840" y="38679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int</a:t>
              </a:r>
              <a:endParaRPr lang="zh-TW" sz="1100" noProof="1"/>
            </a:p>
          </p:txBody>
        </p:sp>
      </p:grpSp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EE707F49-D06B-9B35-04CA-7CCB468966DF}"/>
              </a:ext>
            </a:extLst>
          </p:cNvPr>
          <p:cNvCxnSpPr/>
          <p:nvPr/>
        </p:nvCxnSpPr>
        <p:spPr>
          <a:xfrm>
            <a:off x="2946400" y="2599267"/>
            <a:ext cx="38946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直線單箭頭接點 201">
            <a:extLst>
              <a:ext uri="{FF2B5EF4-FFF2-40B4-BE49-F238E27FC236}">
                <a16:creationId xmlns:a16="http://schemas.microsoft.com/office/drawing/2014/main" id="{2600A5A3-7E37-91A5-01FF-D9FAA0F03D4A}"/>
              </a:ext>
            </a:extLst>
          </p:cNvPr>
          <p:cNvCxnSpPr>
            <a:cxnSpLocks/>
          </p:cNvCxnSpPr>
          <p:nvPr/>
        </p:nvCxnSpPr>
        <p:spPr>
          <a:xfrm>
            <a:off x="5684519" y="2599267"/>
            <a:ext cx="5215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直線單箭頭接點 210">
            <a:extLst>
              <a:ext uri="{FF2B5EF4-FFF2-40B4-BE49-F238E27FC236}">
                <a16:creationId xmlns:a16="http://schemas.microsoft.com/office/drawing/2014/main" id="{5B6BC369-CF77-7825-FB82-8D96ADE1C0E2}"/>
              </a:ext>
            </a:extLst>
          </p:cNvPr>
          <p:cNvCxnSpPr>
            <a:cxnSpLocks/>
          </p:cNvCxnSpPr>
          <p:nvPr/>
        </p:nvCxnSpPr>
        <p:spPr>
          <a:xfrm>
            <a:off x="5684519" y="4533900"/>
            <a:ext cx="521548" cy="127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線單箭頭接點 213">
            <a:extLst>
              <a:ext uri="{FF2B5EF4-FFF2-40B4-BE49-F238E27FC236}">
                <a16:creationId xmlns:a16="http://schemas.microsoft.com/office/drawing/2014/main" id="{22AA7D55-4C61-FBD4-FE40-07A053899113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684519" y="3563893"/>
            <a:ext cx="521548" cy="5440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10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D35F-BF8D-D379-9D9D-5DAD4D5C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17587-F588-310C-72CC-71F99CE4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資料庫架構</a:t>
            </a:r>
            <a:r>
              <a:rPr lang="zh-TW" b="1" noProof="1"/>
              <a:t>・</a:t>
            </a:r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3層架構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7A59DD-EDA2-5158-DB40-C62BF0E8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22</a:t>
            </a:fld>
            <a:endParaRPr lang="zh-TW" noProof="1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40F41E3-6C6E-81D7-239F-F9BB64DA4A8C}"/>
              </a:ext>
            </a:extLst>
          </p:cNvPr>
          <p:cNvSpPr>
            <a:spLocks/>
          </p:cNvSpPr>
          <p:nvPr/>
        </p:nvSpPr>
        <p:spPr>
          <a:xfrm>
            <a:off x="817822" y="2382445"/>
            <a:ext cx="6150419" cy="17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6B7A99"/>
                </a:solidFill>
              </a:rPr>
              <a:t>層二・業者屬性子表　＋　方案主表</a:t>
            </a:r>
            <a:endParaRPr lang="zh-TW" sz="1000" noProof="1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C518ED4-732D-2DBC-740C-D4B1365B6C52}"/>
              </a:ext>
            </a:extLst>
          </p:cNvPr>
          <p:cNvSpPr>
            <a:spLocks/>
          </p:cNvSpPr>
          <p:nvPr/>
        </p:nvSpPr>
        <p:spPr>
          <a:xfrm>
            <a:off x="5536871" y="4215893"/>
            <a:ext cx="5591290" cy="17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800" b="1" noProof="1">
                <a:solidFill>
                  <a:srgbClr val="6B7A99"/>
                </a:solidFill>
              </a:rPr>
              <a:t>層三・方案延伸子表</a:t>
            </a:r>
            <a:endParaRPr lang="zh-TW" sz="800" noProof="1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E112B8C8-9E86-AC56-9421-A24B134AD0F7}"/>
              </a:ext>
            </a:extLst>
          </p:cNvPr>
          <p:cNvSpPr>
            <a:spLocks/>
          </p:cNvSpPr>
          <p:nvPr/>
        </p:nvSpPr>
        <p:spPr>
          <a:xfrm>
            <a:off x="817822" y="1510204"/>
            <a:ext cx="10556355" cy="782781"/>
          </a:xfrm>
          <a:prstGeom prst="roundRect">
            <a:avLst>
              <a:gd name="adj" fmla="val 1142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050F1C53-76AA-E1E4-2D93-2A68B14CE6C7}"/>
              </a:ext>
            </a:extLst>
          </p:cNvPr>
          <p:cNvSpPr>
            <a:spLocks/>
          </p:cNvSpPr>
          <p:nvPr/>
        </p:nvSpPr>
        <p:spPr>
          <a:xfrm>
            <a:off x="929648" y="1577299"/>
            <a:ext cx="10332703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0C447C"/>
                </a:solidFill>
              </a:rPr>
              <a:t>業者  Companies</a:t>
            </a:r>
            <a:endParaRPr lang="zh-TW" sz="1100" noProof="1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BB0B84A7-B2E0-89B2-C85B-AEA2A5F59060}"/>
              </a:ext>
            </a:extLst>
          </p:cNvPr>
          <p:cNvSpPr>
            <a:spLocks/>
          </p:cNvSpPr>
          <p:nvPr/>
        </p:nvSpPr>
        <p:spPr>
          <a:xfrm>
            <a:off x="929648" y="1789768"/>
            <a:ext cx="10332703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主鍵：統一編號（company_id）</a:t>
            </a:r>
            <a:endParaRPr lang="zh-TW" sz="1000" noProof="1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50738653-363E-1941-FDB8-1AAAEAD37DE8}"/>
              </a:ext>
            </a:extLst>
          </p:cNvPr>
          <p:cNvSpPr>
            <a:spLocks/>
          </p:cNvSpPr>
          <p:nvPr/>
        </p:nvSpPr>
        <p:spPr>
          <a:xfrm>
            <a:off x="929648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DE43FDC4-6812-ADA1-5521-A08D9D927849}"/>
              </a:ext>
            </a:extLst>
          </p:cNvPr>
          <p:cNvSpPr>
            <a:spLocks/>
          </p:cNvSpPr>
          <p:nvPr/>
        </p:nvSpPr>
        <p:spPr>
          <a:xfrm>
            <a:off x="929648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公司名稱</a:t>
            </a:r>
            <a:endParaRPr lang="zh-TW" sz="900" noProof="1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6431C929-6F6A-CE66-0C53-8731A0EE4940}"/>
              </a:ext>
            </a:extLst>
          </p:cNvPr>
          <p:cNvSpPr>
            <a:spLocks/>
          </p:cNvSpPr>
          <p:nvPr/>
        </p:nvSpPr>
        <p:spPr>
          <a:xfrm>
            <a:off x="1531270" y="2032717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4629D51A-F084-8930-AF0B-3D56637D6D2B}"/>
              </a:ext>
            </a:extLst>
          </p:cNvPr>
          <p:cNvSpPr>
            <a:spLocks/>
          </p:cNvSpPr>
          <p:nvPr/>
        </p:nvSpPr>
        <p:spPr>
          <a:xfrm>
            <a:off x="1531270" y="2032717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地區/縣市</a:t>
            </a:r>
            <a:endParaRPr lang="zh-TW" sz="900" noProof="1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C1BAF386-A9C0-3619-9515-66332301B98B}"/>
              </a:ext>
            </a:extLst>
          </p:cNvPr>
          <p:cNvSpPr>
            <a:spLocks/>
          </p:cNvSpPr>
          <p:nvPr/>
        </p:nvSpPr>
        <p:spPr>
          <a:xfrm>
            <a:off x="2224590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DD661A40-E9F4-BA36-E174-C5B08A57D2DC}"/>
              </a:ext>
            </a:extLst>
          </p:cNvPr>
          <p:cNvSpPr>
            <a:spLocks/>
          </p:cNvSpPr>
          <p:nvPr/>
        </p:nvSpPr>
        <p:spPr>
          <a:xfrm>
            <a:off x="2224590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是否新創</a:t>
            </a:r>
            <a:endParaRPr lang="zh-TW" sz="900" noProof="1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F3F9D84A-F10D-8AE0-6324-EADE4DA416CB}"/>
              </a:ext>
            </a:extLst>
          </p:cNvPr>
          <p:cNvSpPr>
            <a:spLocks/>
          </p:cNvSpPr>
          <p:nvPr/>
        </p:nvSpPr>
        <p:spPr>
          <a:xfrm>
            <a:off x="2826213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76127E3E-1FB4-8282-8D4B-D3A3004DAF58}"/>
              </a:ext>
            </a:extLst>
          </p:cNvPr>
          <p:cNvSpPr>
            <a:spLocks/>
          </p:cNvSpPr>
          <p:nvPr/>
        </p:nvSpPr>
        <p:spPr>
          <a:xfrm>
            <a:off x="2826213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員工規模</a:t>
            </a:r>
            <a:endParaRPr lang="zh-TW" sz="900" noProof="1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B6A4AD60-EF30-6DF5-BAA4-A77B0A24D789}"/>
              </a:ext>
            </a:extLst>
          </p:cNvPr>
          <p:cNvSpPr>
            <a:spLocks/>
          </p:cNvSpPr>
          <p:nvPr/>
        </p:nvSpPr>
        <p:spPr>
          <a:xfrm>
            <a:off x="3427837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9C25DC33-7C1F-010D-F392-4347C696E883}"/>
              </a:ext>
            </a:extLst>
          </p:cNvPr>
          <p:cNvSpPr>
            <a:spLocks/>
          </p:cNvSpPr>
          <p:nvPr/>
        </p:nvSpPr>
        <p:spPr>
          <a:xfrm>
            <a:off x="3427837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認證</a:t>
            </a:r>
            <a:endParaRPr lang="zh-TW" sz="900" noProof="1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99D8A7D2-892B-AB50-3829-441A9E46E882}"/>
              </a:ext>
            </a:extLst>
          </p:cNvPr>
          <p:cNvSpPr>
            <a:spLocks/>
          </p:cNvSpPr>
          <p:nvPr/>
        </p:nvSpPr>
        <p:spPr>
          <a:xfrm>
            <a:off x="4029459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800079CB-C9B3-1BF0-5562-E47AC1C42B42}"/>
              </a:ext>
            </a:extLst>
          </p:cNvPr>
          <p:cNvSpPr>
            <a:spLocks/>
          </p:cNvSpPr>
          <p:nvPr/>
        </p:nvSpPr>
        <p:spPr>
          <a:xfrm>
            <a:off x="4029459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公司規模</a:t>
            </a:r>
            <a:endParaRPr lang="zh-TW" sz="900" noProof="1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74CBD685-B2A1-F1AC-2043-868EF5E43FBC}"/>
              </a:ext>
            </a:extLst>
          </p:cNvPr>
          <p:cNvSpPr>
            <a:spLocks/>
          </p:cNvSpPr>
          <p:nvPr/>
        </p:nvSpPr>
        <p:spPr>
          <a:xfrm>
            <a:off x="4631082" y="2032717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7C3C64FD-342C-FA1C-0CA4-58C7B532F9B4}"/>
              </a:ext>
            </a:extLst>
          </p:cNvPr>
          <p:cNvSpPr>
            <a:spLocks/>
          </p:cNvSpPr>
          <p:nvPr/>
        </p:nvSpPr>
        <p:spPr>
          <a:xfrm>
            <a:off x="4631082" y="2032717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0C447C"/>
                </a:solidFill>
              </a:rPr>
              <a:t>技術標籤 (例如AI SaaS)</a:t>
            </a:r>
            <a:endParaRPr lang="zh-TW" sz="700" noProof="1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2ADA1DDF-7ED4-B76C-1692-05AB0B9D8034}"/>
              </a:ext>
            </a:extLst>
          </p:cNvPr>
          <p:cNvSpPr>
            <a:spLocks/>
          </p:cNvSpPr>
          <p:nvPr/>
        </p:nvSpPr>
        <p:spPr>
          <a:xfrm>
            <a:off x="5691190" y="2032717"/>
            <a:ext cx="820802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EA0E0EDD-0A4A-2FBB-4CE3-6E066CE9FD66}"/>
              </a:ext>
            </a:extLst>
          </p:cNvPr>
          <p:cNvSpPr>
            <a:spLocks/>
          </p:cNvSpPr>
          <p:nvPr/>
        </p:nvSpPr>
        <p:spPr>
          <a:xfrm>
            <a:off x="5691190" y="2032717"/>
            <a:ext cx="82080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聯絡方式</a:t>
            </a:r>
            <a:endParaRPr lang="zh-TW" sz="900" noProof="1"/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5C7CF2F9-7849-1E87-EE9F-BE7804589928}"/>
              </a:ext>
            </a:extLst>
          </p:cNvPr>
          <p:cNvSpPr>
            <a:spLocks/>
          </p:cNvSpPr>
          <p:nvPr/>
        </p:nvSpPr>
        <p:spPr>
          <a:xfrm>
            <a:off x="10591396" y="2069333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CCA0467E-AD8D-A927-1E3D-54315BC0CA00}"/>
              </a:ext>
            </a:extLst>
          </p:cNvPr>
          <p:cNvSpPr>
            <a:spLocks/>
          </p:cNvSpPr>
          <p:nvPr/>
        </p:nvSpPr>
        <p:spPr>
          <a:xfrm>
            <a:off x="10591396" y="2069333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6F1FB"/>
                </a:solidFill>
              </a:rPr>
              <a:t>842 筆</a:t>
            </a:r>
            <a:endParaRPr lang="zh-TW" sz="1000" noProof="1"/>
          </a:p>
        </p:txBody>
      </p:sp>
      <p:sp>
        <p:nvSpPr>
          <p:cNvPr id="80" name="Shape 28">
            <a:extLst>
              <a:ext uri="{FF2B5EF4-FFF2-40B4-BE49-F238E27FC236}">
                <a16:creationId xmlns:a16="http://schemas.microsoft.com/office/drawing/2014/main" id="{D42C8BEC-4CC0-54EB-7B88-A98BFCCA9CF1}"/>
              </a:ext>
            </a:extLst>
          </p:cNvPr>
          <p:cNvSpPr>
            <a:spLocks/>
          </p:cNvSpPr>
          <p:nvPr/>
        </p:nvSpPr>
        <p:spPr>
          <a:xfrm>
            <a:off x="6062452" y="2292985"/>
            <a:ext cx="0" cy="78278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1" name="Shape 29">
            <a:extLst>
              <a:ext uri="{FF2B5EF4-FFF2-40B4-BE49-F238E27FC236}">
                <a16:creationId xmlns:a16="http://schemas.microsoft.com/office/drawing/2014/main" id="{7D259737-F249-EE1C-0DC1-68A19862DFAE}"/>
              </a:ext>
            </a:extLst>
          </p:cNvPr>
          <p:cNvSpPr>
            <a:spLocks/>
          </p:cNvSpPr>
          <p:nvPr/>
        </p:nvSpPr>
        <p:spPr>
          <a:xfrm>
            <a:off x="1779524" y="2371263"/>
            <a:ext cx="7592971" cy="0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2" name="Shape 30">
            <a:extLst>
              <a:ext uri="{FF2B5EF4-FFF2-40B4-BE49-F238E27FC236}">
                <a16:creationId xmlns:a16="http://schemas.microsoft.com/office/drawing/2014/main" id="{842960A3-6233-8FB7-CB2A-52BAFCAE63F8}"/>
              </a:ext>
            </a:extLst>
          </p:cNvPr>
          <p:cNvSpPr>
            <a:spLocks/>
          </p:cNvSpPr>
          <p:nvPr/>
        </p:nvSpPr>
        <p:spPr>
          <a:xfrm>
            <a:off x="1779524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4771E9AD-6F05-A39D-758E-2BB6C25BBC2F}"/>
              </a:ext>
            </a:extLst>
          </p:cNvPr>
          <p:cNvSpPr>
            <a:spLocks/>
          </p:cNvSpPr>
          <p:nvPr/>
        </p:nvSpPr>
        <p:spPr>
          <a:xfrm>
            <a:off x="817822" y="2583732"/>
            <a:ext cx="1923404" cy="1543196"/>
          </a:xfrm>
          <a:prstGeom prst="roundRect">
            <a:avLst>
              <a:gd name="adj" fmla="val 5797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2D813AA5-2578-1268-1FC4-299AA797A394}"/>
              </a:ext>
            </a:extLst>
          </p:cNvPr>
          <p:cNvSpPr>
            <a:spLocks/>
          </p:cNvSpPr>
          <p:nvPr/>
        </p:nvSpPr>
        <p:spPr>
          <a:xfrm>
            <a:off x="929648" y="2650827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085041"/>
                </a:solidFill>
              </a:rPr>
              <a:t>聯絡人  Contacts</a:t>
            </a:r>
            <a:endParaRPr lang="zh-TW" sz="1100" noProof="1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FAA0AFFF-088F-8B5B-C14F-437CB3D4E65C}"/>
              </a:ext>
            </a:extLst>
          </p:cNvPr>
          <p:cNvSpPr>
            <a:spLocks/>
          </p:cNvSpPr>
          <p:nvPr/>
        </p:nvSpPr>
        <p:spPr>
          <a:xfrm>
            <a:off x="929648" y="2885661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0F6E56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86" name="Shape 34">
            <a:extLst>
              <a:ext uri="{FF2B5EF4-FFF2-40B4-BE49-F238E27FC236}">
                <a16:creationId xmlns:a16="http://schemas.microsoft.com/office/drawing/2014/main" id="{D825F6EA-9488-D01B-FEA5-0D42E0785F5A}"/>
              </a:ext>
            </a:extLst>
          </p:cNvPr>
          <p:cNvSpPr>
            <a:spLocks/>
          </p:cNvSpPr>
          <p:nvPr/>
        </p:nvSpPr>
        <p:spPr>
          <a:xfrm>
            <a:off x="927410" y="3142861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5DCC34B8-2A4D-F1FB-3970-C17396350D6A}"/>
              </a:ext>
            </a:extLst>
          </p:cNvPr>
          <p:cNvSpPr>
            <a:spLocks/>
          </p:cNvSpPr>
          <p:nvPr/>
        </p:nvSpPr>
        <p:spPr>
          <a:xfrm>
            <a:off x="927410" y="3142861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姓名</a:t>
            </a:r>
            <a:endParaRPr lang="zh-TW" sz="900" noProof="1"/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E1DC08D5-B70C-80A4-BECC-FFD71DAC0DF0}"/>
              </a:ext>
            </a:extLst>
          </p:cNvPr>
          <p:cNvSpPr>
            <a:spLocks/>
          </p:cNvSpPr>
          <p:nvPr/>
        </p:nvSpPr>
        <p:spPr>
          <a:xfrm>
            <a:off x="1345639" y="3142861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DB0D48C0-B048-D93A-E979-79F6BEDB77E7}"/>
              </a:ext>
            </a:extLst>
          </p:cNvPr>
          <p:cNvSpPr>
            <a:spLocks/>
          </p:cNvSpPr>
          <p:nvPr/>
        </p:nvSpPr>
        <p:spPr>
          <a:xfrm>
            <a:off x="1345639" y="3142861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職稱</a:t>
            </a:r>
            <a:endParaRPr lang="zh-TW" sz="900" noProof="1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BCA15AF1-EB6F-5DBC-E59A-3DF666E1E9E3}"/>
              </a:ext>
            </a:extLst>
          </p:cNvPr>
          <p:cNvSpPr>
            <a:spLocks/>
          </p:cNvSpPr>
          <p:nvPr/>
        </p:nvSpPr>
        <p:spPr>
          <a:xfrm>
            <a:off x="1763866" y="3142861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627BC979-326B-8041-247D-2B06E0BBC684}"/>
              </a:ext>
            </a:extLst>
          </p:cNvPr>
          <p:cNvSpPr>
            <a:spLocks/>
          </p:cNvSpPr>
          <p:nvPr/>
        </p:nvSpPr>
        <p:spPr>
          <a:xfrm>
            <a:off x="1763866" y="3142861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Email</a:t>
            </a:r>
            <a:endParaRPr lang="zh-TW" sz="900" noProof="1"/>
          </a:p>
        </p:txBody>
      </p:sp>
      <p:sp>
        <p:nvSpPr>
          <p:cNvPr id="92" name="Shape 40">
            <a:extLst>
              <a:ext uri="{FF2B5EF4-FFF2-40B4-BE49-F238E27FC236}">
                <a16:creationId xmlns:a16="http://schemas.microsoft.com/office/drawing/2014/main" id="{9346C0AD-A75B-38E2-FCDE-5F74A68013FC}"/>
              </a:ext>
            </a:extLst>
          </p:cNvPr>
          <p:cNvSpPr>
            <a:spLocks/>
          </p:cNvSpPr>
          <p:nvPr/>
        </p:nvSpPr>
        <p:spPr>
          <a:xfrm>
            <a:off x="927410" y="3344148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ED217706-DF43-5294-58C7-7EC645C16A62}"/>
              </a:ext>
            </a:extLst>
          </p:cNvPr>
          <p:cNvSpPr>
            <a:spLocks/>
          </p:cNvSpPr>
          <p:nvPr/>
        </p:nvSpPr>
        <p:spPr>
          <a:xfrm>
            <a:off x="927410" y="3344148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電話</a:t>
            </a:r>
            <a:endParaRPr lang="zh-TW" sz="900" noProof="1"/>
          </a:p>
        </p:txBody>
      </p:sp>
      <p:sp>
        <p:nvSpPr>
          <p:cNvPr id="94" name="Shape 42">
            <a:extLst>
              <a:ext uri="{FF2B5EF4-FFF2-40B4-BE49-F238E27FC236}">
                <a16:creationId xmlns:a16="http://schemas.microsoft.com/office/drawing/2014/main" id="{758FC06F-8425-C2B3-9720-0FB9562F0A0C}"/>
              </a:ext>
            </a:extLst>
          </p:cNvPr>
          <p:cNvSpPr>
            <a:spLocks/>
          </p:cNvSpPr>
          <p:nvPr/>
        </p:nvSpPr>
        <p:spPr>
          <a:xfrm>
            <a:off x="1958445" y="39032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12F7651D-2748-AC32-726D-E38F1B1C5815}"/>
              </a:ext>
            </a:extLst>
          </p:cNvPr>
          <p:cNvSpPr>
            <a:spLocks/>
          </p:cNvSpPr>
          <p:nvPr/>
        </p:nvSpPr>
        <p:spPr>
          <a:xfrm>
            <a:off x="1958445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1F5EE"/>
                </a:solidFill>
              </a:rPr>
              <a:t>500 筆</a:t>
            </a:r>
            <a:endParaRPr lang="zh-TW" sz="1000" noProof="1"/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85110F98-5A71-8CDB-5E9F-2A32FEACF072}"/>
              </a:ext>
            </a:extLst>
          </p:cNvPr>
          <p:cNvSpPr>
            <a:spLocks/>
          </p:cNvSpPr>
          <p:nvPr/>
        </p:nvSpPr>
        <p:spPr>
          <a:xfrm>
            <a:off x="3792388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7" name="Shape 45">
            <a:extLst>
              <a:ext uri="{FF2B5EF4-FFF2-40B4-BE49-F238E27FC236}">
                <a16:creationId xmlns:a16="http://schemas.microsoft.com/office/drawing/2014/main" id="{9B0ADB5F-9BB4-8BAB-18E2-FDE64FDF6293}"/>
              </a:ext>
            </a:extLst>
          </p:cNvPr>
          <p:cNvSpPr>
            <a:spLocks/>
          </p:cNvSpPr>
          <p:nvPr/>
        </p:nvSpPr>
        <p:spPr>
          <a:xfrm>
            <a:off x="2830686" y="2583732"/>
            <a:ext cx="1923404" cy="1543196"/>
          </a:xfrm>
          <a:prstGeom prst="roundRect">
            <a:avLst>
              <a:gd name="adj" fmla="val 5797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30EF2A2B-EEB2-819F-ED83-ABA320BE9D27}"/>
              </a:ext>
            </a:extLst>
          </p:cNvPr>
          <p:cNvSpPr>
            <a:spLocks/>
          </p:cNvSpPr>
          <p:nvPr/>
        </p:nvSpPr>
        <p:spPr>
          <a:xfrm>
            <a:off x="2942512" y="2650827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633806"/>
                </a:solidFill>
              </a:rPr>
              <a:t>得獎  Awards</a:t>
            </a:r>
            <a:endParaRPr lang="zh-TW" sz="1100" noProof="1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8F0C0CC7-EE74-F3BA-1F12-1744EE240C66}"/>
              </a:ext>
            </a:extLst>
          </p:cNvPr>
          <p:cNvSpPr>
            <a:spLocks/>
          </p:cNvSpPr>
          <p:nvPr/>
        </p:nvSpPr>
        <p:spPr>
          <a:xfrm>
            <a:off x="2942512" y="2885661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854F0B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100" name="Shape 48">
            <a:extLst>
              <a:ext uri="{FF2B5EF4-FFF2-40B4-BE49-F238E27FC236}">
                <a16:creationId xmlns:a16="http://schemas.microsoft.com/office/drawing/2014/main" id="{F40B0271-4E9D-5181-EBC2-5647F16DDB39}"/>
              </a:ext>
            </a:extLst>
          </p:cNvPr>
          <p:cNvSpPr>
            <a:spLocks/>
          </p:cNvSpPr>
          <p:nvPr/>
        </p:nvSpPr>
        <p:spPr>
          <a:xfrm>
            <a:off x="2942512" y="31265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811B9422-11E7-97D3-4500-DC3574DDF99F}"/>
              </a:ext>
            </a:extLst>
          </p:cNvPr>
          <p:cNvSpPr>
            <a:spLocks/>
          </p:cNvSpPr>
          <p:nvPr/>
        </p:nvSpPr>
        <p:spPr>
          <a:xfrm>
            <a:off x="2942512" y="31265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獎項名稱</a:t>
            </a:r>
            <a:endParaRPr lang="zh-TW" sz="900" noProof="1"/>
          </a:p>
        </p:txBody>
      </p:sp>
      <p:sp>
        <p:nvSpPr>
          <p:cNvPr id="102" name="Shape 50">
            <a:extLst>
              <a:ext uri="{FF2B5EF4-FFF2-40B4-BE49-F238E27FC236}">
                <a16:creationId xmlns:a16="http://schemas.microsoft.com/office/drawing/2014/main" id="{87FA3771-047F-D9B9-5859-78EBC1B88115}"/>
              </a:ext>
            </a:extLst>
          </p:cNvPr>
          <p:cNvSpPr>
            <a:spLocks/>
          </p:cNvSpPr>
          <p:nvPr/>
        </p:nvSpPr>
        <p:spPr>
          <a:xfrm>
            <a:off x="3544135" y="31265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3" name="Text 51">
            <a:extLst>
              <a:ext uri="{FF2B5EF4-FFF2-40B4-BE49-F238E27FC236}">
                <a16:creationId xmlns:a16="http://schemas.microsoft.com/office/drawing/2014/main" id="{AE571594-251F-82BA-FA0B-581333F9565D}"/>
              </a:ext>
            </a:extLst>
          </p:cNvPr>
          <p:cNvSpPr>
            <a:spLocks/>
          </p:cNvSpPr>
          <p:nvPr/>
        </p:nvSpPr>
        <p:spPr>
          <a:xfrm>
            <a:off x="3544135" y="31265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得獎年份</a:t>
            </a:r>
            <a:endParaRPr lang="zh-TW" sz="900" noProof="1"/>
          </a:p>
        </p:txBody>
      </p:sp>
      <p:sp>
        <p:nvSpPr>
          <p:cNvPr id="104" name="Shape 52">
            <a:extLst>
              <a:ext uri="{FF2B5EF4-FFF2-40B4-BE49-F238E27FC236}">
                <a16:creationId xmlns:a16="http://schemas.microsoft.com/office/drawing/2014/main" id="{B8676304-09D7-E939-5892-7C3CC5CFE999}"/>
              </a:ext>
            </a:extLst>
          </p:cNvPr>
          <p:cNvSpPr>
            <a:spLocks/>
          </p:cNvSpPr>
          <p:nvPr/>
        </p:nvSpPr>
        <p:spPr>
          <a:xfrm>
            <a:off x="2942512" y="3327852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5" name="Text 53">
            <a:extLst>
              <a:ext uri="{FF2B5EF4-FFF2-40B4-BE49-F238E27FC236}">
                <a16:creationId xmlns:a16="http://schemas.microsoft.com/office/drawing/2014/main" id="{D3A7AA05-BFF6-1E82-0335-77A41F0B653B}"/>
              </a:ext>
            </a:extLst>
          </p:cNvPr>
          <p:cNvSpPr>
            <a:spLocks/>
          </p:cNvSpPr>
          <p:nvPr/>
        </p:nvSpPr>
        <p:spPr>
          <a:xfrm>
            <a:off x="2942512" y="3327852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國際/國家/產業級</a:t>
            </a:r>
            <a:endParaRPr lang="zh-TW" sz="900" noProof="1"/>
          </a:p>
        </p:txBody>
      </p:sp>
      <p:sp>
        <p:nvSpPr>
          <p:cNvPr id="106" name="Shape 54">
            <a:extLst>
              <a:ext uri="{FF2B5EF4-FFF2-40B4-BE49-F238E27FC236}">
                <a16:creationId xmlns:a16="http://schemas.microsoft.com/office/drawing/2014/main" id="{6C910049-AABD-8790-842A-2E028229CF3F}"/>
              </a:ext>
            </a:extLst>
          </p:cNvPr>
          <p:cNvSpPr>
            <a:spLocks/>
          </p:cNvSpPr>
          <p:nvPr/>
        </p:nvSpPr>
        <p:spPr>
          <a:xfrm>
            <a:off x="3971309" y="39032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7" name="Text 55">
            <a:extLst>
              <a:ext uri="{FF2B5EF4-FFF2-40B4-BE49-F238E27FC236}">
                <a16:creationId xmlns:a16="http://schemas.microsoft.com/office/drawing/2014/main" id="{0A5616CE-D25F-B53A-D61D-FC94F3819ED1}"/>
              </a:ext>
            </a:extLst>
          </p:cNvPr>
          <p:cNvSpPr>
            <a:spLocks/>
          </p:cNvSpPr>
          <p:nvPr/>
        </p:nvSpPr>
        <p:spPr>
          <a:xfrm>
            <a:off x="3971309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FAEEDA"/>
                </a:solidFill>
              </a:rPr>
              <a:t>148 筆</a:t>
            </a:r>
            <a:endParaRPr lang="zh-TW" sz="1000" noProof="1"/>
          </a:p>
        </p:txBody>
      </p:sp>
      <p:sp>
        <p:nvSpPr>
          <p:cNvPr id="108" name="Shape 56">
            <a:extLst>
              <a:ext uri="{FF2B5EF4-FFF2-40B4-BE49-F238E27FC236}">
                <a16:creationId xmlns:a16="http://schemas.microsoft.com/office/drawing/2014/main" id="{4BF75A83-A067-7A6D-AC58-54B7223F92F1}"/>
              </a:ext>
            </a:extLst>
          </p:cNvPr>
          <p:cNvSpPr>
            <a:spLocks/>
          </p:cNvSpPr>
          <p:nvPr/>
        </p:nvSpPr>
        <p:spPr>
          <a:xfrm>
            <a:off x="6062452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9" name="Shape 57">
            <a:extLst>
              <a:ext uri="{FF2B5EF4-FFF2-40B4-BE49-F238E27FC236}">
                <a16:creationId xmlns:a16="http://schemas.microsoft.com/office/drawing/2014/main" id="{E294C6C0-6748-3E6C-8E00-2B7A158578BE}"/>
              </a:ext>
            </a:extLst>
          </p:cNvPr>
          <p:cNvSpPr>
            <a:spLocks/>
          </p:cNvSpPr>
          <p:nvPr/>
        </p:nvSpPr>
        <p:spPr>
          <a:xfrm>
            <a:off x="4843551" y="2583732"/>
            <a:ext cx="2437802" cy="1543196"/>
          </a:xfrm>
          <a:prstGeom prst="roundRect">
            <a:avLst>
              <a:gd name="adj" fmla="val 5797"/>
            </a:avLst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110" name="Text 58">
            <a:extLst>
              <a:ext uri="{FF2B5EF4-FFF2-40B4-BE49-F238E27FC236}">
                <a16:creationId xmlns:a16="http://schemas.microsoft.com/office/drawing/2014/main" id="{BD45C6F5-56B4-093D-F3CB-DFDB3CFF5D1A}"/>
              </a:ext>
            </a:extLst>
          </p:cNvPr>
          <p:cNvSpPr>
            <a:spLocks/>
          </p:cNvSpPr>
          <p:nvPr/>
        </p:nvSpPr>
        <p:spPr>
          <a:xfrm>
            <a:off x="4955376" y="2650827"/>
            <a:ext cx="2214151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72243E"/>
                </a:solidFill>
              </a:rPr>
              <a:t>資服潛在需求  Digital_needs</a:t>
            </a:r>
            <a:endParaRPr lang="zh-TW" sz="1100" noProof="1"/>
          </a:p>
        </p:txBody>
      </p:sp>
      <p:sp>
        <p:nvSpPr>
          <p:cNvPr id="111" name="Text 59">
            <a:extLst>
              <a:ext uri="{FF2B5EF4-FFF2-40B4-BE49-F238E27FC236}">
                <a16:creationId xmlns:a16="http://schemas.microsoft.com/office/drawing/2014/main" id="{2AAB354B-BC60-12EE-E993-080B5FFCF2D9}"/>
              </a:ext>
            </a:extLst>
          </p:cNvPr>
          <p:cNvSpPr>
            <a:spLocks/>
          </p:cNvSpPr>
          <p:nvPr/>
        </p:nvSpPr>
        <p:spPr>
          <a:xfrm>
            <a:off x="4955376" y="2885661"/>
            <a:ext cx="2214151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993556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112" name="Shape 60">
            <a:extLst>
              <a:ext uri="{FF2B5EF4-FFF2-40B4-BE49-F238E27FC236}">
                <a16:creationId xmlns:a16="http://schemas.microsoft.com/office/drawing/2014/main" id="{7A0D13C7-288D-9E7D-EAE2-AD92BD9B8606}"/>
              </a:ext>
            </a:extLst>
          </p:cNvPr>
          <p:cNvSpPr>
            <a:spLocks/>
          </p:cNvSpPr>
          <p:nvPr/>
        </p:nvSpPr>
        <p:spPr>
          <a:xfrm>
            <a:off x="4955376" y="3139265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3" name="Text 61">
            <a:extLst>
              <a:ext uri="{FF2B5EF4-FFF2-40B4-BE49-F238E27FC236}">
                <a16:creationId xmlns:a16="http://schemas.microsoft.com/office/drawing/2014/main" id="{1B96B750-6FF3-8896-D1DD-A6B9CD73A8DD}"/>
              </a:ext>
            </a:extLst>
          </p:cNvPr>
          <p:cNvSpPr>
            <a:spLocks/>
          </p:cNvSpPr>
          <p:nvPr/>
        </p:nvSpPr>
        <p:spPr>
          <a:xfrm>
            <a:off x="4955376" y="3139265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提升辦公效率</a:t>
            </a:r>
            <a:endParaRPr lang="zh-TW" sz="900" noProof="1"/>
          </a:p>
        </p:txBody>
      </p:sp>
      <p:sp>
        <p:nvSpPr>
          <p:cNvPr id="114" name="Shape 62">
            <a:extLst>
              <a:ext uri="{FF2B5EF4-FFF2-40B4-BE49-F238E27FC236}">
                <a16:creationId xmlns:a16="http://schemas.microsoft.com/office/drawing/2014/main" id="{D96D43AD-7E13-B671-9A22-0072C36F8F30}"/>
              </a:ext>
            </a:extLst>
          </p:cNvPr>
          <p:cNvSpPr>
            <a:spLocks/>
          </p:cNvSpPr>
          <p:nvPr/>
        </p:nvSpPr>
        <p:spPr>
          <a:xfrm>
            <a:off x="5740394" y="3139265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5" name="Text 63">
            <a:extLst>
              <a:ext uri="{FF2B5EF4-FFF2-40B4-BE49-F238E27FC236}">
                <a16:creationId xmlns:a16="http://schemas.microsoft.com/office/drawing/2014/main" id="{75436884-F9AB-BBAD-68C1-B907CB42F8D7}"/>
              </a:ext>
            </a:extLst>
          </p:cNvPr>
          <p:cNvSpPr>
            <a:spLocks/>
          </p:cNvSpPr>
          <p:nvPr/>
        </p:nvSpPr>
        <p:spPr>
          <a:xfrm>
            <a:off x="5740394" y="3139265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解決人力短缺</a:t>
            </a:r>
            <a:endParaRPr lang="zh-TW" sz="900" noProof="1"/>
          </a:p>
        </p:txBody>
      </p:sp>
      <p:sp>
        <p:nvSpPr>
          <p:cNvPr id="116" name="Shape 64">
            <a:extLst>
              <a:ext uri="{FF2B5EF4-FFF2-40B4-BE49-F238E27FC236}">
                <a16:creationId xmlns:a16="http://schemas.microsoft.com/office/drawing/2014/main" id="{CCBBC4A6-FD20-AD14-0774-AF9E1CACB56B}"/>
              </a:ext>
            </a:extLst>
          </p:cNvPr>
          <p:cNvSpPr>
            <a:spLocks/>
          </p:cNvSpPr>
          <p:nvPr/>
        </p:nvSpPr>
        <p:spPr>
          <a:xfrm>
            <a:off x="6525411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7" name="Text 65">
            <a:extLst>
              <a:ext uri="{FF2B5EF4-FFF2-40B4-BE49-F238E27FC236}">
                <a16:creationId xmlns:a16="http://schemas.microsoft.com/office/drawing/2014/main" id="{091B7739-6625-AD53-F9FA-8D853C999969}"/>
              </a:ext>
            </a:extLst>
          </p:cNvPr>
          <p:cNvSpPr>
            <a:spLocks/>
          </p:cNvSpPr>
          <p:nvPr/>
        </p:nvSpPr>
        <p:spPr>
          <a:xfrm>
            <a:off x="6525411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淨零碳排</a:t>
            </a:r>
            <a:endParaRPr lang="zh-TW" sz="900" noProof="1"/>
          </a:p>
        </p:txBody>
      </p:sp>
      <p:sp>
        <p:nvSpPr>
          <p:cNvPr id="118" name="Shape 66">
            <a:extLst>
              <a:ext uri="{FF2B5EF4-FFF2-40B4-BE49-F238E27FC236}">
                <a16:creationId xmlns:a16="http://schemas.microsoft.com/office/drawing/2014/main" id="{AE7E0D91-9D45-9306-67DA-457845B2994F}"/>
              </a:ext>
            </a:extLst>
          </p:cNvPr>
          <p:cNvSpPr>
            <a:spLocks/>
          </p:cNvSpPr>
          <p:nvPr/>
        </p:nvSpPr>
        <p:spPr>
          <a:xfrm>
            <a:off x="4955376" y="3340552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9" name="Text 67">
            <a:extLst>
              <a:ext uri="{FF2B5EF4-FFF2-40B4-BE49-F238E27FC236}">
                <a16:creationId xmlns:a16="http://schemas.microsoft.com/office/drawing/2014/main" id="{4F7479FD-3FE0-6EEA-C1C3-58F17D2CDA51}"/>
              </a:ext>
            </a:extLst>
          </p:cNvPr>
          <p:cNvSpPr>
            <a:spLocks/>
          </p:cNvSpPr>
          <p:nvPr/>
        </p:nvSpPr>
        <p:spPr>
          <a:xfrm>
            <a:off x="4955376" y="3340552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改善客戶體驗</a:t>
            </a:r>
            <a:endParaRPr lang="zh-TW" sz="900" noProof="1"/>
          </a:p>
        </p:txBody>
      </p:sp>
      <p:sp>
        <p:nvSpPr>
          <p:cNvPr id="122" name="Shape 70">
            <a:extLst>
              <a:ext uri="{FF2B5EF4-FFF2-40B4-BE49-F238E27FC236}">
                <a16:creationId xmlns:a16="http://schemas.microsoft.com/office/drawing/2014/main" id="{1C03A58F-D4ED-B13A-F434-A145F487F5AB}"/>
              </a:ext>
            </a:extLst>
          </p:cNvPr>
          <p:cNvSpPr>
            <a:spLocks/>
          </p:cNvSpPr>
          <p:nvPr/>
        </p:nvSpPr>
        <p:spPr>
          <a:xfrm>
            <a:off x="6498572" y="38905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3" name="Text 71">
            <a:extLst>
              <a:ext uri="{FF2B5EF4-FFF2-40B4-BE49-F238E27FC236}">
                <a16:creationId xmlns:a16="http://schemas.microsoft.com/office/drawing/2014/main" id="{06D38B28-CF91-0530-9D2E-A59E83EC0FAB}"/>
              </a:ext>
            </a:extLst>
          </p:cNvPr>
          <p:cNvSpPr>
            <a:spLocks/>
          </p:cNvSpPr>
          <p:nvPr/>
        </p:nvSpPr>
        <p:spPr>
          <a:xfrm>
            <a:off x="6498572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FBEAF0"/>
                </a:solidFill>
              </a:rPr>
              <a:t>145 筆</a:t>
            </a:r>
            <a:endParaRPr lang="zh-TW" sz="1000" noProof="1"/>
          </a:p>
        </p:txBody>
      </p:sp>
      <p:sp>
        <p:nvSpPr>
          <p:cNvPr id="124" name="Shape 72">
            <a:extLst>
              <a:ext uri="{FF2B5EF4-FFF2-40B4-BE49-F238E27FC236}">
                <a16:creationId xmlns:a16="http://schemas.microsoft.com/office/drawing/2014/main" id="{31B0B79F-B9EB-FADB-9838-06E670D435E0}"/>
              </a:ext>
            </a:extLst>
          </p:cNvPr>
          <p:cNvSpPr>
            <a:spLocks/>
          </p:cNvSpPr>
          <p:nvPr/>
        </p:nvSpPr>
        <p:spPr>
          <a:xfrm>
            <a:off x="9372495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5" name="Shape 73">
            <a:extLst>
              <a:ext uri="{FF2B5EF4-FFF2-40B4-BE49-F238E27FC236}">
                <a16:creationId xmlns:a16="http://schemas.microsoft.com/office/drawing/2014/main" id="{85D9BF60-73FD-26C6-1074-B872210FF559}"/>
              </a:ext>
            </a:extLst>
          </p:cNvPr>
          <p:cNvSpPr>
            <a:spLocks/>
          </p:cNvSpPr>
          <p:nvPr/>
        </p:nvSpPr>
        <p:spPr>
          <a:xfrm>
            <a:off x="7370814" y="2583732"/>
            <a:ext cx="4003363" cy="1543196"/>
          </a:xfrm>
          <a:prstGeom prst="roundRect">
            <a:avLst>
              <a:gd name="adj" fmla="val 5797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126" name="Text 74">
            <a:extLst>
              <a:ext uri="{FF2B5EF4-FFF2-40B4-BE49-F238E27FC236}">
                <a16:creationId xmlns:a16="http://schemas.microsoft.com/office/drawing/2014/main" id="{14F7B413-3A7A-D535-6812-50456987A540}"/>
              </a:ext>
            </a:extLst>
          </p:cNvPr>
          <p:cNvSpPr>
            <a:spLocks/>
          </p:cNvSpPr>
          <p:nvPr/>
        </p:nvSpPr>
        <p:spPr>
          <a:xfrm>
            <a:off x="7482639" y="2650827"/>
            <a:ext cx="377971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3C3489"/>
                </a:solidFill>
              </a:rPr>
              <a:t>方案  Solutions</a:t>
            </a:r>
            <a:endParaRPr lang="zh-TW" sz="1100" noProof="1"/>
          </a:p>
        </p:txBody>
      </p:sp>
      <p:sp>
        <p:nvSpPr>
          <p:cNvPr id="127" name="Text 75">
            <a:extLst>
              <a:ext uri="{FF2B5EF4-FFF2-40B4-BE49-F238E27FC236}">
                <a16:creationId xmlns:a16="http://schemas.microsoft.com/office/drawing/2014/main" id="{1DD851BE-E66C-9168-3DC3-BB22FD0895AB}"/>
              </a:ext>
            </a:extLst>
          </p:cNvPr>
          <p:cNvSpPr>
            <a:spLocks/>
          </p:cNvSpPr>
          <p:nvPr/>
        </p:nvSpPr>
        <p:spPr>
          <a:xfrm>
            <a:off x="7482639" y="2885661"/>
            <a:ext cx="377971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534AB7"/>
                </a:solidFill>
              </a:rPr>
              <a:t>FK: company_id　PK: solution_id</a:t>
            </a:r>
            <a:endParaRPr lang="zh-TW" sz="1000" noProof="1"/>
          </a:p>
        </p:txBody>
      </p:sp>
      <p:sp>
        <p:nvSpPr>
          <p:cNvPr id="128" name="Shape 76">
            <a:extLst>
              <a:ext uri="{FF2B5EF4-FFF2-40B4-BE49-F238E27FC236}">
                <a16:creationId xmlns:a16="http://schemas.microsoft.com/office/drawing/2014/main" id="{B0C3DCD1-31E8-50A6-23EF-BA08EDEDEDA7}"/>
              </a:ext>
            </a:extLst>
          </p:cNvPr>
          <p:cNvSpPr>
            <a:spLocks/>
          </p:cNvSpPr>
          <p:nvPr/>
        </p:nvSpPr>
        <p:spPr>
          <a:xfrm>
            <a:off x="7482639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9" name="Text 77">
            <a:extLst>
              <a:ext uri="{FF2B5EF4-FFF2-40B4-BE49-F238E27FC236}">
                <a16:creationId xmlns:a16="http://schemas.microsoft.com/office/drawing/2014/main" id="{E9161010-5849-D61A-F353-5CC31C3C2B81}"/>
              </a:ext>
            </a:extLst>
          </p:cNvPr>
          <p:cNvSpPr>
            <a:spLocks/>
          </p:cNvSpPr>
          <p:nvPr/>
        </p:nvSpPr>
        <p:spPr>
          <a:xfrm>
            <a:off x="7482639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方案名稱</a:t>
            </a:r>
            <a:endParaRPr lang="zh-TW" sz="900" noProof="1"/>
          </a:p>
        </p:txBody>
      </p:sp>
      <p:sp>
        <p:nvSpPr>
          <p:cNvPr id="130" name="Shape 78">
            <a:extLst>
              <a:ext uri="{FF2B5EF4-FFF2-40B4-BE49-F238E27FC236}">
                <a16:creationId xmlns:a16="http://schemas.microsoft.com/office/drawing/2014/main" id="{B9E74DC2-2C45-5A3C-630A-CBBC335D7AB6}"/>
              </a:ext>
            </a:extLst>
          </p:cNvPr>
          <p:cNvSpPr>
            <a:spLocks/>
          </p:cNvSpPr>
          <p:nvPr/>
        </p:nvSpPr>
        <p:spPr>
          <a:xfrm>
            <a:off x="8084262" y="3139265"/>
            <a:ext cx="1279288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1" name="Text 79">
            <a:extLst>
              <a:ext uri="{FF2B5EF4-FFF2-40B4-BE49-F238E27FC236}">
                <a16:creationId xmlns:a16="http://schemas.microsoft.com/office/drawing/2014/main" id="{4D5C4DC6-2120-704A-5A03-FE4E6B9F2801}"/>
              </a:ext>
            </a:extLst>
          </p:cNvPr>
          <p:cNvSpPr>
            <a:spLocks/>
          </p:cNvSpPr>
          <p:nvPr/>
        </p:nvSpPr>
        <p:spPr>
          <a:xfrm>
            <a:off x="8084262" y="3139265"/>
            <a:ext cx="1279288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方案來源計畫 (雲市集/)</a:t>
            </a:r>
            <a:endParaRPr lang="zh-TW" sz="900" noProof="1"/>
          </a:p>
        </p:txBody>
      </p:sp>
      <p:sp>
        <p:nvSpPr>
          <p:cNvPr id="132" name="Shape 80">
            <a:extLst>
              <a:ext uri="{FF2B5EF4-FFF2-40B4-BE49-F238E27FC236}">
                <a16:creationId xmlns:a16="http://schemas.microsoft.com/office/drawing/2014/main" id="{AD6D7C21-3754-6807-BECC-2DEE9E12F540}"/>
              </a:ext>
            </a:extLst>
          </p:cNvPr>
          <p:cNvSpPr>
            <a:spLocks/>
          </p:cNvSpPr>
          <p:nvPr/>
        </p:nvSpPr>
        <p:spPr>
          <a:xfrm>
            <a:off x="9419462" y="3139265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3" name="Text 81">
            <a:extLst>
              <a:ext uri="{FF2B5EF4-FFF2-40B4-BE49-F238E27FC236}">
                <a16:creationId xmlns:a16="http://schemas.microsoft.com/office/drawing/2014/main" id="{922978F5-4336-91AA-AFE8-E8778D34D744}"/>
              </a:ext>
            </a:extLst>
          </p:cNvPr>
          <p:cNvSpPr>
            <a:spLocks/>
          </p:cNvSpPr>
          <p:nvPr/>
        </p:nvSpPr>
        <p:spPr>
          <a:xfrm>
            <a:off x="9419462" y="3139265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費用/級距</a:t>
            </a:r>
            <a:endParaRPr lang="zh-TW" sz="900" noProof="1"/>
          </a:p>
        </p:txBody>
      </p:sp>
      <p:sp>
        <p:nvSpPr>
          <p:cNvPr id="134" name="Shape 82">
            <a:extLst>
              <a:ext uri="{FF2B5EF4-FFF2-40B4-BE49-F238E27FC236}">
                <a16:creationId xmlns:a16="http://schemas.microsoft.com/office/drawing/2014/main" id="{EBAC86A8-4145-5FCB-59CF-66AF16663BBE}"/>
              </a:ext>
            </a:extLst>
          </p:cNvPr>
          <p:cNvSpPr>
            <a:spLocks/>
          </p:cNvSpPr>
          <p:nvPr/>
        </p:nvSpPr>
        <p:spPr>
          <a:xfrm>
            <a:off x="10112782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5" name="Text 83">
            <a:extLst>
              <a:ext uri="{FF2B5EF4-FFF2-40B4-BE49-F238E27FC236}">
                <a16:creationId xmlns:a16="http://schemas.microsoft.com/office/drawing/2014/main" id="{0C1B97E5-7A2C-375F-6B20-B3E0BA5C4D46}"/>
              </a:ext>
            </a:extLst>
          </p:cNvPr>
          <p:cNvSpPr>
            <a:spLocks/>
          </p:cNvSpPr>
          <p:nvPr/>
        </p:nvSpPr>
        <p:spPr>
          <a:xfrm>
            <a:off x="10112782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是否AI</a:t>
            </a:r>
            <a:endParaRPr lang="zh-TW" sz="900" noProof="1"/>
          </a:p>
        </p:txBody>
      </p:sp>
      <p:sp>
        <p:nvSpPr>
          <p:cNvPr id="136" name="Shape 84">
            <a:extLst>
              <a:ext uri="{FF2B5EF4-FFF2-40B4-BE49-F238E27FC236}">
                <a16:creationId xmlns:a16="http://schemas.microsoft.com/office/drawing/2014/main" id="{A4AD7E23-1822-121A-4B26-8BA20CD53405}"/>
              </a:ext>
            </a:extLst>
          </p:cNvPr>
          <p:cNvSpPr>
            <a:spLocks/>
          </p:cNvSpPr>
          <p:nvPr/>
        </p:nvSpPr>
        <p:spPr>
          <a:xfrm>
            <a:off x="10714405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7" name="Text 85">
            <a:extLst>
              <a:ext uri="{FF2B5EF4-FFF2-40B4-BE49-F238E27FC236}">
                <a16:creationId xmlns:a16="http://schemas.microsoft.com/office/drawing/2014/main" id="{2D52FDA2-5355-15D3-817C-39229085190A}"/>
              </a:ext>
            </a:extLst>
          </p:cNvPr>
          <p:cNvSpPr>
            <a:spLocks/>
          </p:cNvSpPr>
          <p:nvPr/>
        </p:nvSpPr>
        <p:spPr>
          <a:xfrm>
            <a:off x="10714405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方案類別</a:t>
            </a:r>
            <a:endParaRPr lang="zh-TW" sz="900" noProof="1"/>
          </a:p>
        </p:txBody>
      </p:sp>
      <p:sp>
        <p:nvSpPr>
          <p:cNvPr id="138" name="Shape 86">
            <a:extLst>
              <a:ext uri="{FF2B5EF4-FFF2-40B4-BE49-F238E27FC236}">
                <a16:creationId xmlns:a16="http://schemas.microsoft.com/office/drawing/2014/main" id="{74BF092F-D5E5-E177-FE50-A9A1F61E8412}"/>
              </a:ext>
            </a:extLst>
          </p:cNvPr>
          <p:cNvSpPr>
            <a:spLocks/>
          </p:cNvSpPr>
          <p:nvPr/>
        </p:nvSpPr>
        <p:spPr>
          <a:xfrm>
            <a:off x="7482639" y="3340552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9" name="Text 87">
            <a:extLst>
              <a:ext uri="{FF2B5EF4-FFF2-40B4-BE49-F238E27FC236}">
                <a16:creationId xmlns:a16="http://schemas.microsoft.com/office/drawing/2014/main" id="{4595A352-7AFC-7C73-D4FA-38B4C13D6C8D}"/>
              </a:ext>
            </a:extLst>
          </p:cNvPr>
          <p:cNvSpPr>
            <a:spLocks/>
          </p:cNvSpPr>
          <p:nvPr/>
        </p:nvSpPr>
        <p:spPr>
          <a:xfrm>
            <a:off x="7482639" y="3340552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服務地區</a:t>
            </a:r>
            <a:endParaRPr lang="zh-TW" sz="900" noProof="1"/>
          </a:p>
        </p:txBody>
      </p:sp>
      <p:sp>
        <p:nvSpPr>
          <p:cNvPr id="140" name="Shape 88">
            <a:extLst>
              <a:ext uri="{FF2B5EF4-FFF2-40B4-BE49-F238E27FC236}">
                <a16:creationId xmlns:a16="http://schemas.microsoft.com/office/drawing/2014/main" id="{F6483F3F-C61C-F67D-635C-5962CD45E9B2}"/>
              </a:ext>
            </a:extLst>
          </p:cNvPr>
          <p:cNvSpPr>
            <a:spLocks/>
          </p:cNvSpPr>
          <p:nvPr/>
        </p:nvSpPr>
        <p:spPr>
          <a:xfrm>
            <a:off x="8084262" y="3340552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1" name="Text 89">
            <a:extLst>
              <a:ext uri="{FF2B5EF4-FFF2-40B4-BE49-F238E27FC236}">
                <a16:creationId xmlns:a16="http://schemas.microsoft.com/office/drawing/2014/main" id="{CB774009-DF9A-1D55-5B07-AA96EC9BE7A4}"/>
              </a:ext>
            </a:extLst>
          </p:cNvPr>
          <p:cNvSpPr>
            <a:spLocks/>
          </p:cNvSpPr>
          <p:nvPr/>
        </p:nvSpPr>
        <p:spPr>
          <a:xfrm>
            <a:off x="8084262" y="3340552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3C3489"/>
                </a:solidFill>
              </a:rPr>
              <a:t>技術標籤 (例如AI SaaS)</a:t>
            </a:r>
          </a:p>
        </p:txBody>
      </p:sp>
      <p:sp>
        <p:nvSpPr>
          <p:cNvPr id="142" name="Shape 90">
            <a:extLst>
              <a:ext uri="{FF2B5EF4-FFF2-40B4-BE49-F238E27FC236}">
                <a16:creationId xmlns:a16="http://schemas.microsoft.com/office/drawing/2014/main" id="{CFBCBFD6-6929-6062-3568-964864C35942}"/>
              </a:ext>
            </a:extLst>
          </p:cNvPr>
          <p:cNvSpPr>
            <a:spLocks/>
          </p:cNvSpPr>
          <p:nvPr/>
        </p:nvSpPr>
        <p:spPr>
          <a:xfrm>
            <a:off x="9144370" y="3340552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3" name="Text 91">
            <a:extLst>
              <a:ext uri="{FF2B5EF4-FFF2-40B4-BE49-F238E27FC236}">
                <a16:creationId xmlns:a16="http://schemas.microsoft.com/office/drawing/2014/main" id="{B3B78EA1-7C59-0A72-B0B8-B18D9E085D39}"/>
              </a:ext>
            </a:extLst>
          </p:cNvPr>
          <p:cNvSpPr>
            <a:spLocks/>
          </p:cNvSpPr>
          <p:nvPr/>
        </p:nvSpPr>
        <p:spPr>
          <a:xfrm>
            <a:off x="9144370" y="3340552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適用產業</a:t>
            </a:r>
            <a:endParaRPr lang="zh-TW" sz="900" noProof="1"/>
          </a:p>
        </p:txBody>
      </p:sp>
      <p:sp>
        <p:nvSpPr>
          <p:cNvPr id="144" name="Shape 92">
            <a:extLst>
              <a:ext uri="{FF2B5EF4-FFF2-40B4-BE49-F238E27FC236}">
                <a16:creationId xmlns:a16="http://schemas.microsoft.com/office/drawing/2014/main" id="{D7DE5FB0-4B72-66B7-51DF-FB3CD91153CB}"/>
              </a:ext>
            </a:extLst>
          </p:cNvPr>
          <p:cNvSpPr>
            <a:spLocks/>
          </p:cNvSpPr>
          <p:nvPr/>
        </p:nvSpPr>
        <p:spPr>
          <a:xfrm>
            <a:off x="10591396" y="38905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5" name="Text 93">
            <a:extLst>
              <a:ext uri="{FF2B5EF4-FFF2-40B4-BE49-F238E27FC236}">
                <a16:creationId xmlns:a16="http://schemas.microsoft.com/office/drawing/2014/main" id="{9F29F71B-96FC-9C49-0469-926AD1E1DD1C}"/>
              </a:ext>
            </a:extLst>
          </p:cNvPr>
          <p:cNvSpPr>
            <a:spLocks/>
          </p:cNvSpPr>
          <p:nvPr/>
        </p:nvSpPr>
        <p:spPr>
          <a:xfrm>
            <a:off x="10591396" y="38905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EEDFE"/>
                </a:solidFill>
              </a:rPr>
              <a:t>2,322 筆</a:t>
            </a:r>
            <a:endParaRPr lang="zh-TW" sz="1000" noProof="1"/>
          </a:p>
        </p:txBody>
      </p:sp>
      <p:sp>
        <p:nvSpPr>
          <p:cNvPr id="146" name="Shape 94">
            <a:extLst>
              <a:ext uri="{FF2B5EF4-FFF2-40B4-BE49-F238E27FC236}">
                <a16:creationId xmlns:a16="http://schemas.microsoft.com/office/drawing/2014/main" id="{00AF4F06-3B6B-CAB6-051E-A2442E995EA1}"/>
              </a:ext>
            </a:extLst>
          </p:cNvPr>
          <p:cNvSpPr>
            <a:spLocks/>
          </p:cNvSpPr>
          <p:nvPr/>
        </p:nvSpPr>
        <p:spPr>
          <a:xfrm>
            <a:off x="9372495" y="4126928"/>
            <a:ext cx="0" cy="78278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7" name="Shape 95">
            <a:extLst>
              <a:ext uri="{FF2B5EF4-FFF2-40B4-BE49-F238E27FC236}">
                <a16:creationId xmlns:a16="http://schemas.microsoft.com/office/drawing/2014/main" id="{DE315264-33DE-AC6E-8AA5-76A5D35661C7}"/>
              </a:ext>
            </a:extLst>
          </p:cNvPr>
          <p:cNvSpPr>
            <a:spLocks/>
          </p:cNvSpPr>
          <p:nvPr/>
        </p:nvSpPr>
        <p:spPr>
          <a:xfrm>
            <a:off x="6520938" y="4205206"/>
            <a:ext cx="2851557" cy="0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8" name="Shape 96">
            <a:extLst>
              <a:ext uri="{FF2B5EF4-FFF2-40B4-BE49-F238E27FC236}">
                <a16:creationId xmlns:a16="http://schemas.microsoft.com/office/drawing/2014/main" id="{D43D8E50-E503-1A2D-F2C3-15CD1E4AB4A3}"/>
              </a:ext>
            </a:extLst>
          </p:cNvPr>
          <p:cNvSpPr>
            <a:spLocks/>
          </p:cNvSpPr>
          <p:nvPr/>
        </p:nvSpPr>
        <p:spPr>
          <a:xfrm>
            <a:off x="6520938" y="4205206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9" name="Shape 97">
            <a:extLst>
              <a:ext uri="{FF2B5EF4-FFF2-40B4-BE49-F238E27FC236}">
                <a16:creationId xmlns:a16="http://schemas.microsoft.com/office/drawing/2014/main" id="{F783C387-BC15-881E-0D0C-4E4B15D92AA8}"/>
              </a:ext>
            </a:extLst>
          </p:cNvPr>
          <p:cNvSpPr>
            <a:spLocks/>
          </p:cNvSpPr>
          <p:nvPr/>
        </p:nvSpPr>
        <p:spPr>
          <a:xfrm>
            <a:off x="5559236" y="4417675"/>
            <a:ext cx="1923404" cy="1453735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50" name="Text 98">
            <a:extLst>
              <a:ext uri="{FF2B5EF4-FFF2-40B4-BE49-F238E27FC236}">
                <a16:creationId xmlns:a16="http://schemas.microsoft.com/office/drawing/2014/main" id="{7595811D-AE6E-2403-FAC1-A9C4D3DCA9F1}"/>
              </a:ext>
            </a:extLst>
          </p:cNvPr>
          <p:cNvSpPr>
            <a:spLocks/>
          </p:cNvSpPr>
          <p:nvPr/>
        </p:nvSpPr>
        <p:spPr>
          <a:xfrm>
            <a:off x="5671061" y="4484770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27500A"/>
                </a:solidFill>
              </a:rPr>
              <a:t>方案領域</a:t>
            </a:r>
            <a:endParaRPr lang="zh-TW" sz="1000" noProof="1"/>
          </a:p>
        </p:txBody>
      </p:sp>
      <p:sp>
        <p:nvSpPr>
          <p:cNvPr id="151" name="Text 99">
            <a:extLst>
              <a:ext uri="{FF2B5EF4-FFF2-40B4-BE49-F238E27FC236}">
                <a16:creationId xmlns:a16="http://schemas.microsoft.com/office/drawing/2014/main" id="{124D46BC-3D62-D026-9C0D-422821EC8ABC}"/>
              </a:ext>
            </a:extLst>
          </p:cNvPr>
          <p:cNvSpPr>
            <a:spLocks/>
          </p:cNvSpPr>
          <p:nvPr/>
        </p:nvSpPr>
        <p:spPr>
          <a:xfrm>
            <a:off x="5671061" y="4719604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3B6D11"/>
                </a:solidFill>
              </a:rPr>
              <a:t>Solution_Domains　FK: solution_id</a:t>
            </a:r>
            <a:endParaRPr lang="zh-TW" sz="800" noProof="1"/>
          </a:p>
        </p:txBody>
      </p:sp>
      <p:sp>
        <p:nvSpPr>
          <p:cNvPr id="152" name="Shape 100">
            <a:extLst>
              <a:ext uri="{FF2B5EF4-FFF2-40B4-BE49-F238E27FC236}">
                <a16:creationId xmlns:a16="http://schemas.microsoft.com/office/drawing/2014/main" id="{B89EC72B-0347-A8CF-42F0-6B83DF3480C2}"/>
              </a:ext>
            </a:extLst>
          </p:cNvPr>
          <p:cNvSpPr>
            <a:spLocks/>
          </p:cNvSpPr>
          <p:nvPr/>
        </p:nvSpPr>
        <p:spPr>
          <a:xfrm>
            <a:off x="5671061" y="4909708"/>
            <a:ext cx="118759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3" name="Text 101">
            <a:extLst>
              <a:ext uri="{FF2B5EF4-FFF2-40B4-BE49-F238E27FC236}">
                <a16:creationId xmlns:a16="http://schemas.microsoft.com/office/drawing/2014/main" id="{AD7791BB-F30B-243E-504E-303271D5796F}"/>
              </a:ext>
            </a:extLst>
          </p:cNvPr>
          <p:cNvSpPr>
            <a:spLocks/>
          </p:cNvSpPr>
          <p:nvPr/>
        </p:nvSpPr>
        <p:spPr>
          <a:xfrm>
            <a:off x="5671061" y="4909708"/>
            <a:ext cx="118759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domain_name</a:t>
            </a:r>
            <a:endParaRPr lang="zh-TW" sz="700" noProof="1"/>
          </a:p>
        </p:txBody>
      </p:sp>
      <p:sp>
        <p:nvSpPr>
          <p:cNvPr id="154" name="Shape 102">
            <a:extLst>
              <a:ext uri="{FF2B5EF4-FFF2-40B4-BE49-F238E27FC236}">
                <a16:creationId xmlns:a16="http://schemas.microsoft.com/office/drawing/2014/main" id="{29A6AAB1-EFEE-DB23-E015-BDC5995C510B}"/>
              </a:ext>
            </a:extLst>
          </p:cNvPr>
          <p:cNvSpPr>
            <a:spLocks/>
          </p:cNvSpPr>
          <p:nvPr/>
        </p:nvSpPr>
        <p:spPr>
          <a:xfrm>
            <a:off x="6699859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5" name="Text 103">
            <a:extLst>
              <a:ext uri="{FF2B5EF4-FFF2-40B4-BE49-F238E27FC236}">
                <a16:creationId xmlns:a16="http://schemas.microsoft.com/office/drawing/2014/main" id="{9F2CFA2C-1A76-FA0B-71FD-D7CDC5365610}"/>
              </a:ext>
            </a:extLst>
          </p:cNvPr>
          <p:cNvSpPr>
            <a:spLocks/>
          </p:cNvSpPr>
          <p:nvPr/>
        </p:nvSpPr>
        <p:spPr>
          <a:xfrm>
            <a:off x="6699859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EAF3DE"/>
                </a:solidFill>
              </a:rPr>
              <a:t>2,770 筆</a:t>
            </a:r>
            <a:endParaRPr lang="zh-TW" sz="800" noProof="1"/>
          </a:p>
        </p:txBody>
      </p:sp>
      <p:sp>
        <p:nvSpPr>
          <p:cNvPr id="156" name="Shape 104">
            <a:extLst>
              <a:ext uri="{FF2B5EF4-FFF2-40B4-BE49-F238E27FC236}">
                <a16:creationId xmlns:a16="http://schemas.microsoft.com/office/drawing/2014/main" id="{84ED774D-14C1-1B75-2803-49F7808B9C77}"/>
              </a:ext>
            </a:extLst>
          </p:cNvPr>
          <p:cNvSpPr>
            <a:spLocks/>
          </p:cNvSpPr>
          <p:nvPr/>
        </p:nvSpPr>
        <p:spPr>
          <a:xfrm>
            <a:off x="8533802" y="4205206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7" name="Shape 105">
            <a:extLst>
              <a:ext uri="{FF2B5EF4-FFF2-40B4-BE49-F238E27FC236}">
                <a16:creationId xmlns:a16="http://schemas.microsoft.com/office/drawing/2014/main" id="{AEDCF703-BDCB-BBD5-B523-07903A7E0E73}"/>
              </a:ext>
            </a:extLst>
          </p:cNvPr>
          <p:cNvSpPr>
            <a:spLocks/>
          </p:cNvSpPr>
          <p:nvPr/>
        </p:nvSpPr>
        <p:spPr>
          <a:xfrm>
            <a:off x="7572100" y="4417675"/>
            <a:ext cx="1923404" cy="1453735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58" name="Text 106">
            <a:extLst>
              <a:ext uri="{FF2B5EF4-FFF2-40B4-BE49-F238E27FC236}">
                <a16:creationId xmlns:a16="http://schemas.microsoft.com/office/drawing/2014/main" id="{9A24BDF8-E057-9D6C-991D-45FF4AC99310}"/>
              </a:ext>
            </a:extLst>
          </p:cNvPr>
          <p:cNvSpPr>
            <a:spLocks/>
          </p:cNvSpPr>
          <p:nvPr/>
        </p:nvSpPr>
        <p:spPr>
          <a:xfrm>
            <a:off x="7683926" y="4484770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27500A"/>
                </a:solidFill>
              </a:rPr>
              <a:t>服務類別</a:t>
            </a:r>
            <a:endParaRPr lang="zh-TW" sz="1000" noProof="1"/>
          </a:p>
        </p:txBody>
      </p:sp>
      <p:sp>
        <p:nvSpPr>
          <p:cNvPr id="159" name="Text 107">
            <a:extLst>
              <a:ext uri="{FF2B5EF4-FFF2-40B4-BE49-F238E27FC236}">
                <a16:creationId xmlns:a16="http://schemas.microsoft.com/office/drawing/2014/main" id="{BB1C5638-281C-EC88-9AFF-B547789886C2}"/>
              </a:ext>
            </a:extLst>
          </p:cNvPr>
          <p:cNvSpPr>
            <a:spLocks/>
          </p:cNvSpPr>
          <p:nvPr/>
        </p:nvSpPr>
        <p:spPr>
          <a:xfrm>
            <a:off x="7683926" y="4719604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3B6D11"/>
                </a:solidFill>
              </a:rPr>
              <a:t>Service_Domains　</a:t>
            </a:r>
            <a:r>
              <a:rPr lang="zh-TW" sz="700" noProof="1">
                <a:solidFill>
                  <a:srgbClr val="3B6D11"/>
                </a:solidFill>
              </a:rPr>
              <a:t>參照表（lookup）</a:t>
            </a:r>
            <a:endParaRPr lang="zh-TW" sz="800" noProof="1"/>
          </a:p>
        </p:txBody>
      </p:sp>
      <p:sp>
        <p:nvSpPr>
          <p:cNvPr id="160" name="Shape 108">
            <a:extLst>
              <a:ext uri="{FF2B5EF4-FFF2-40B4-BE49-F238E27FC236}">
                <a16:creationId xmlns:a16="http://schemas.microsoft.com/office/drawing/2014/main" id="{38976942-7A15-E380-BD34-305B4F61833C}"/>
              </a:ext>
            </a:extLst>
          </p:cNvPr>
          <p:cNvSpPr>
            <a:spLocks/>
          </p:cNvSpPr>
          <p:nvPr/>
        </p:nvSpPr>
        <p:spPr>
          <a:xfrm>
            <a:off x="7683926" y="4909708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1" name="Text 109">
            <a:extLst>
              <a:ext uri="{FF2B5EF4-FFF2-40B4-BE49-F238E27FC236}">
                <a16:creationId xmlns:a16="http://schemas.microsoft.com/office/drawing/2014/main" id="{41FC4934-5801-38F4-6567-41FB0BA66608}"/>
              </a:ext>
            </a:extLst>
          </p:cNvPr>
          <p:cNvSpPr>
            <a:spLocks/>
          </p:cNvSpPr>
          <p:nvPr/>
        </p:nvSpPr>
        <p:spPr>
          <a:xfrm>
            <a:off x="7683926" y="4909708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行銷客服</a:t>
            </a:r>
            <a:endParaRPr lang="zh-TW" sz="700" noProof="1"/>
          </a:p>
        </p:txBody>
      </p:sp>
      <p:sp>
        <p:nvSpPr>
          <p:cNvPr id="162" name="Shape 110">
            <a:extLst>
              <a:ext uri="{FF2B5EF4-FFF2-40B4-BE49-F238E27FC236}">
                <a16:creationId xmlns:a16="http://schemas.microsoft.com/office/drawing/2014/main" id="{8D2090F3-A44F-CD9C-CC28-B56FA0B44567}"/>
              </a:ext>
            </a:extLst>
          </p:cNvPr>
          <p:cNvSpPr>
            <a:spLocks/>
          </p:cNvSpPr>
          <p:nvPr/>
        </p:nvSpPr>
        <p:spPr>
          <a:xfrm>
            <a:off x="8285548" y="4909708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3" name="Text 111">
            <a:extLst>
              <a:ext uri="{FF2B5EF4-FFF2-40B4-BE49-F238E27FC236}">
                <a16:creationId xmlns:a16="http://schemas.microsoft.com/office/drawing/2014/main" id="{1E4B3510-3ED8-81BA-55B1-BD279F6B30EE}"/>
              </a:ext>
            </a:extLst>
          </p:cNvPr>
          <p:cNvSpPr>
            <a:spLocks/>
          </p:cNvSpPr>
          <p:nvPr/>
        </p:nvSpPr>
        <p:spPr>
          <a:xfrm>
            <a:off x="8285548" y="4909708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商務交易</a:t>
            </a:r>
            <a:endParaRPr lang="zh-TW" sz="700" noProof="1"/>
          </a:p>
        </p:txBody>
      </p:sp>
      <p:sp>
        <p:nvSpPr>
          <p:cNvPr id="164" name="Shape 112">
            <a:extLst>
              <a:ext uri="{FF2B5EF4-FFF2-40B4-BE49-F238E27FC236}">
                <a16:creationId xmlns:a16="http://schemas.microsoft.com/office/drawing/2014/main" id="{08A856F5-51F6-321A-318A-B15FE3E87D67}"/>
              </a:ext>
            </a:extLst>
          </p:cNvPr>
          <p:cNvSpPr>
            <a:spLocks/>
          </p:cNvSpPr>
          <p:nvPr/>
        </p:nvSpPr>
        <p:spPr>
          <a:xfrm>
            <a:off x="7683926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5" name="Text 113">
            <a:extLst>
              <a:ext uri="{FF2B5EF4-FFF2-40B4-BE49-F238E27FC236}">
                <a16:creationId xmlns:a16="http://schemas.microsoft.com/office/drawing/2014/main" id="{06B89C8C-F7A6-6066-B924-9EDB7D692CE9}"/>
              </a:ext>
            </a:extLst>
          </p:cNvPr>
          <p:cNvSpPr>
            <a:spLocks/>
          </p:cNvSpPr>
          <p:nvPr/>
        </p:nvSpPr>
        <p:spPr>
          <a:xfrm>
            <a:off x="7683926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企業管理</a:t>
            </a:r>
            <a:endParaRPr lang="zh-TW" sz="700" noProof="1"/>
          </a:p>
        </p:txBody>
      </p:sp>
      <p:sp>
        <p:nvSpPr>
          <p:cNvPr id="166" name="Shape 114">
            <a:extLst>
              <a:ext uri="{FF2B5EF4-FFF2-40B4-BE49-F238E27FC236}">
                <a16:creationId xmlns:a16="http://schemas.microsoft.com/office/drawing/2014/main" id="{FD7C584B-BD96-89B9-DDB1-5E1A4626A092}"/>
              </a:ext>
            </a:extLst>
          </p:cNvPr>
          <p:cNvSpPr>
            <a:spLocks/>
          </p:cNvSpPr>
          <p:nvPr/>
        </p:nvSpPr>
        <p:spPr>
          <a:xfrm>
            <a:off x="8285548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7" name="Text 115">
            <a:extLst>
              <a:ext uri="{FF2B5EF4-FFF2-40B4-BE49-F238E27FC236}">
                <a16:creationId xmlns:a16="http://schemas.microsoft.com/office/drawing/2014/main" id="{1B6E2457-EE5C-797B-74FB-36A547621E7C}"/>
              </a:ext>
            </a:extLst>
          </p:cNvPr>
          <p:cNvSpPr>
            <a:spLocks/>
          </p:cNvSpPr>
          <p:nvPr/>
        </p:nvSpPr>
        <p:spPr>
          <a:xfrm>
            <a:off x="8285548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技術基礎</a:t>
            </a:r>
            <a:endParaRPr lang="zh-TW" sz="700" noProof="1"/>
          </a:p>
        </p:txBody>
      </p:sp>
      <p:sp>
        <p:nvSpPr>
          <p:cNvPr id="168" name="Shape 116">
            <a:extLst>
              <a:ext uri="{FF2B5EF4-FFF2-40B4-BE49-F238E27FC236}">
                <a16:creationId xmlns:a16="http://schemas.microsoft.com/office/drawing/2014/main" id="{CC47FD46-8553-2805-D07C-7026C62173F8}"/>
              </a:ext>
            </a:extLst>
          </p:cNvPr>
          <p:cNvSpPr>
            <a:spLocks/>
          </p:cNvSpPr>
          <p:nvPr/>
        </p:nvSpPr>
        <p:spPr>
          <a:xfrm>
            <a:off x="7683926" y="5312281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9" name="Text 117">
            <a:extLst>
              <a:ext uri="{FF2B5EF4-FFF2-40B4-BE49-F238E27FC236}">
                <a16:creationId xmlns:a16="http://schemas.microsoft.com/office/drawing/2014/main" id="{9033FCFB-88DE-B9C7-0EEC-40328D74542B}"/>
              </a:ext>
            </a:extLst>
          </p:cNvPr>
          <p:cNvSpPr>
            <a:spLocks/>
          </p:cNvSpPr>
          <p:nvPr/>
        </p:nvSpPr>
        <p:spPr>
          <a:xfrm>
            <a:off x="7683926" y="5312281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ESG永續</a:t>
            </a:r>
            <a:endParaRPr lang="zh-TW" sz="700" noProof="1"/>
          </a:p>
        </p:txBody>
      </p:sp>
      <p:sp>
        <p:nvSpPr>
          <p:cNvPr id="170" name="Shape 118">
            <a:extLst>
              <a:ext uri="{FF2B5EF4-FFF2-40B4-BE49-F238E27FC236}">
                <a16:creationId xmlns:a16="http://schemas.microsoft.com/office/drawing/2014/main" id="{A5FF7CB6-36E6-12B9-5FC1-751700CF7650}"/>
              </a:ext>
            </a:extLst>
          </p:cNvPr>
          <p:cNvSpPr>
            <a:spLocks/>
          </p:cNvSpPr>
          <p:nvPr/>
        </p:nvSpPr>
        <p:spPr>
          <a:xfrm>
            <a:off x="8712723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1" name="Text 119">
            <a:extLst>
              <a:ext uri="{FF2B5EF4-FFF2-40B4-BE49-F238E27FC236}">
                <a16:creationId xmlns:a16="http://schemas.microsoft.com/office/drawing/2014/main" id="{353924AC-5BBC-D593-55B6-D31A4F9143AD}"/>
              </a:ext>
            </a:extLst>
          </p:cNvPr>
          <p:cNvSpPr>
            <a:spLocks/>
          </p:cNvSpPr>
          <p:nvPr/>
        </p:nvSpPr>
        <p:spPr>
          <a:xfrm>
            <a:off x="8712723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EAF3DE"/>
                </a:solidFill>
              </a:rPr>
              <a:t>30 筆</a:t>
            </a:r>
            <a:endParaRPr lang="zh-TW" sz="800" noProof="1"/>
          </a:p>
        </p:txBody>
      </p:sp>
      <p:sp>
        <p:nvSpPr>
          <p:cNvPr id="173" name="Shape 121">
            <a:extLst>
              <a:ext uri="{FF2B5EF4-FFF2-40B4-BE49-F238E27FC236}">
                <a16:creationId xmlns:a16="http://schemas.microsoft.com/office/drawing/2014/main" id="{B18E1FD3-E01F-FC3F-6608-EC3634139819}"/>
              </a:ext>
            </a:extLst>
          </p:cNvPr>
          <p:cNvSpPr>
            <a:spLocks/>
          </p:cNvSpPr>
          <p:nvPr/>
        </p:nvSpPr>
        <p:spPr>
          <a:xfrm>
            <a:off x="9584964" y="4417675"/>
            <a:ext cx="1789213" cy="1453735"/>
          </a:xfrm>
          <a:prstGeom prst="roundRect">
            <a:avLst>
              <a:gd name="adj" fmla="val 6154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74" name="Text 122">
            <a:extLst>
              <a:ext uri="{FF2B5EF4-FFF2-40B4-BE49-F238E27FC236}">
                <a16:creationId xmlns:a16="http://schemas.microsoft.com/office/drawing/2014/main" id="{9AE60F88-2253-4B97-B968-DD6C8A336E4F}"/>
              </a:ext>
            </a:extLst>
          </p:cNvPr>
          <p:cNvSpPr>
            <a:spLocks/>
          </p:cNvSpPr>
          <p:nvPr/>
        </p:nvSpPr>
        <p:spPr>
          <a:xfrm>
            <a:off x="9696790" y="4484770"/>
            <a:ext cx="1565561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444441"/>
                </a:solidFill>
              </a:rPr>
              <a:t>問答記錄</a:t>
            </a:r>
            <a:endParaRPr lang="zh-TW" sz="1000" noProof="1"/>
          </a:p>
        </p:txBody>
      </p:sp>
      <p:sp>
        <p:nvSpPr>
          <p:cNvPr id="175" name="Text 123">
            <a:extLst>
              <a:ext uri="{FF2B5EF4-FFF2-40B4-BE49-F238E27FC236}">
                <a16:creationId xmlns:a16="http://schemas.microsoft.com/office/drawing/2014/main" id="{521530D4-3C9E-4120-35E3-570F20FC2C3E}"/>
              </a:ext>
            </a:extLst>
          </p:cNvPr>
          <p:cNvSpPr>
            <a:spLocks/>
          </p:cNvSpPr>
          <p:nvPr/>
        </p:nvSpPr>
        <p:spPr>
          <a:xfrm>
            <a:off x="9696790" y="4719604"/>
            <a:ext cx="1565561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5F5E5A"/>
                </a:solidFill>
              </a:rPr>
              <a:t>Logs　FK: solution_id（建置中）</a:t>
            </a:r>
            <a:endParaRPr lang="zh-TW" sz="800" noProof="1"/>
          </a:p>
        </p:txBody>
      </p:sp>
      <p:sp>
        <p:nvSpPr>
          <p:cNvPr id="176" name="Shape 124">
            <a:extLst>
              <a:ext uri="{FF2B5EF4-FFF2-40B4-BE49-F238E27FC236}">
                <a16:creationId xmlns:a16="http://schemas.microsoft.com/office/drawing/2014/main" id="{41DEACB5-D75C-391A-8FEA-A74D5EBB8C81}"/>
              </a:ext>
            </a:extLst>
          </p:cNvPr>
          <p:cNvSpPr>
            <a:spLocks/>
          </p:cNvSpPr>
          <p:nvPr/>
        </p:nvSpPr>
        <p:spPr>
          <a:xfrm>
            <a:off x="9696790" y="4909708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7" name="Text 125">
            <a:extLst>
              <a:ext uri="{FF2B5EF4-FFF2-40B4-BE49-F238E27FC236}">
                <a16:creationId xmlns:a16="http://schemas.microsoft.com/office/drawing/2014/main" id="{EDA45D51-ACFA-BCE5-2BCA-232BF2F1EFF6}"/>
              </a:ext>
            </a:extLst>
          </p:cNvPr>
          <p:cNvSpPr>
            <a:spLocks/>
          </p:cNvSpPr>
          <p:nvPr/>
        </p:nvSpPr>
        <p:spPr>
          <a:xfrm>
            <a:off x="9696790" y="4909708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問題</a:t>
            </a:r>
            <a:endParaRPr lang="zh-TW" sz="700" noProof="1"/>
          </a:p>
        </p:txBody>
      </p:sp>
      <p:sp>
        <p:nvSpPr>
          <p:cNvPr id="178" name="Shape 126">
            <a:extLst>
              <a:ext uri="{FF2B5EF4-FFF2-40B4-BE49-F238E27FC236}">
                <a16:creationId xmlns:a16="http://schemas.microsoft.com/office/drawing/2014/main" id="{52AD2D4C-B50B-2672-680B-824C76C9BD1A}"/>
              </a:ext>
            </a:extLst>
          </p:cNvPr>
          <p:cNvSpPr>
            <a:spLocks/>
          </p:cNvSpPr>
          <p:nvPr/>
        </p:nvSpPr>
        <p:spPr>
          <a:xfrm>
            <a:off x="10115019" y="4909708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9" name="Text 127">
            <a:extLst>
              <a:ext uri="{FF2B5EF4-FFF2-40B4-BE49-F238E27FC236}">
                <a16:creationId xmlns:a16="http://schemas.microsoft.com/office/drawing/2014/main" id="{90FA80B8-C01F-99DF-8C72-16BCA13A6187}"/>
              </a:ext>
            </a:extLst>
          </p:cNvPr>
          <p:cNvSpPr>
            <a:spLocks/>
          </p:cNvSpPr>
          <p:nvPr/>
        </p:nvSpPr>
        <p:spPr>
          <a:xfrm>
            <a:off x="10115019" y="4909708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搜尋關鍵字</a:t>
            </a:r>
            <a:endParaRPr lang="zh-TW" sz="700" noProof="1"/>
          </a:p>
        </p:txBody>
      </p:sp>
      <p:sp>
        <p:nvSpPr>
          <p:cNvPr id="180" name="Shape 128">
            <a:extLst>
              <a:ext uri="{FF2B5EF4-FFF2-40B4-BE49-F238E27FC236}">
                <a16:creationId xmlns:a16="http://schemas.microsoft.com/office/drawing/2014/main" id="{A66D39CA-D62C-C3D5-B00B-A766BFDC614E}"/>
              </a:ext>
            </a:extLst>
          </p:cNvPr>
          <p:cNvSpPr>
            <a:spLocks/>
          </p:cNvSpPr>
          <p:nvPr/>
        </p:nvSpPr>
        <p:spPr>
          <a:xfrm>
            <a:off x="9696790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1" name="Text 129">
            <a:extLst>
              <a:ext uri="{FF2B5EF4-FFF2-40B4-BE49-F238E27FC236}">
                <a16:creationId xmlns:a16="http://schemas.microsoft.com/office/drawing/2014/main" id="{002F91E9-0C95-5305-89B9-57FF1D85B6CB}"/>
              </a:ext>
            </a:extLst>
          </p:cNvPr>
          <p:cNvSpPr>
            <a:spLocks/>
          </p:cNvSpPr>
          <p:nvPr/>
        </p:nvSpPr>
        <p:spPr>
          <a:xfrm>
            <a:off x="9696790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結果筆數</a:t>
            </a:r>
            <a:endParaRPr lang="zh-TW" sz="700" noProof="1"/>
          </a:p>
        </p:txBody>
      </p:sp>
      <p:sp>
        <p:nvSpPr>
          <p:cNvPr id="182" name="Shape 130">
            <a:extLst>
              <a:ext uri="{FF2B5EF4-FFF2-40B4-BE49-F238E27FC236}">
                <a16:creationId xmlns:a16="http://schemas.microsoft.com/office/drawing/2014/main" id="{33B3B273-7F62-2E62-A85D-8D777FC288BF}"/>
              </a:ext>
            </a:extLst>
          </p:cNvPr>
          <p:cNvSpPr>
            <a:spLocks/>
          </p:cNvSpPr>
          <p:nvPr/>
        </p:nvSpPr>
        <p:spPr>
          <a:xfrm>
            <a:off x="10298413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3" name="Text 131">
            <a:extLst>
              <a:ext uri="{FF2B5EF4-FFF2-40B4-BE49-F238E27FC236}">
                <a16:creationId xmlns:a16="http://schemas.microsoft.com/office/drawing/2014/main" id="{2F692F83-C857-018D-CD4B-4DFB881C14C8}"/>
              </a:ext>
            </a:extLst>
          </p:cNvPr>
          <p:cNvSpPr>
            <a:spLocks/>
          </p:cNvSpPr>
          <p:nvPr/>
        </p:nvSpPr>
        <p:spPr>
          <a:xfrm>
            <a:off x="10298413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回答字數</a:t>
            </a:r>
            <a:endParaRPr lang="zh-TW" sz="700" noProof="1"/>
          </a:p>
        </p:txBody>
      </p:sp>
      <p:sp>
        <p:nvSpPr>
          <p:cNvPr id="184" name="Shape 132">
            <a:extLst>
              <a:ext uri="{FF2B5EF4-FFF2-40B4-BE49-F238E27FC236}">
                <a16:creationId xmlns:a16="http://schemas.microsoft.com/office/drawing/2014/main" id="{C955EDE2-51BA-9EE3-F9A3-A96EB11868A2}"/>
              </a:ext>
            </a:extLst>
          </p:cNvPr>
          <p:cNvSpPr>
            <a:spLocks/>
          </p:cNvSpPr>
          <p:nvPr/>
        </p:nvSpPr>
        <p:spPr>
          <a:xfrm>
            <a:off x="10591396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5" name="Text 133">
            <a:extLst>
              <a:ext uri="{FF2B5EF4-FFF2-40B4-BE49-F238E27FC236}">
                <a16:creationId xmlns:a16="http://schemas.microsoft.com/office/drawing/2014/main" id="{F3E5D92C-E762-0CAC-6E09-17840EEF7995}"/>
              </a:ext>
            </a:extLst>
          </p:cNvPr>
          <p:cNvSpPr>
            <a:spLocks/>
          </p:cNvSpPr>
          <p:nvPr/>
        </p:nvSpPr>
        <p:spPr>
          <a:xfrm>
            <a:off x="10591396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F1EFE8"/>
                </a:solidFill>
              </a:rPr>
              <a:t>建置中</a:t>
            </a:r>
            <a:endParaRPr lang="zh-TW" sz="800" noProof="1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68070741-BC2C-1E83-C9C0-85CD6313B4AA}"/>
              </a:ext>
            </a:extLst>
          </p:cNvPr>
          <p:cNvGrpSpPr/>
          <p:nvPr/>
        </p:nvGrpSpPr>
        <p:grpSpPr>
          <a:xfrm>
            <a:off x="591660" y="4609712"/>
            <a:ext cx="4647402" cy="1119856"/>
            <a:chOff x="2073443" y="4413250"/>
            <a:chExt cx="3794760" cy="914400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CCB9077B-16BE-277A-AF0A-83F4B9790D00}"/>
                </a:ext>
              </a:extLst>
            </p:cNvPr>
            <p:cNvSpPr/>
            <p:nvPr/>
          </p:nvSpPr>
          <p:spPr>
            <a:xfrm>
              <a:off x="207344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865D7A10-F0A2-5238-CA72-258FDB9C5A51}"/>
                </a:ext>
              </a:extLst>
            </p:cNvPr>
            <p:cNvSpPr/>
            <p:nvPr/>
          </p:nvSpPr>
          <p:spPr>
            <a:xfrm>
              <a:off x="207344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2,322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FEA7B00C-3866-543C-C627-43D751B9ABE9}"/>
                </a:ext>
              </a:extLst>
            </p:cNvPr>
            <p:cNvSpPr/>
            <p:nvPr/>
          </p:nvSpPr>
          <p:spPr>
            <a:xfrm>
              <a:off x="207344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方案筆數</a:t>
              </a:r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CBDDC5DD-E9BD-A004-785F-3BC92AC255C0}"/>
                </a:ext>
              </a:extLst>
            </p:cNvPr>
            <p:cNvSpPr/>
            <p:nvPr/>
          </p:nvSpPr>
          <p:spPr>
            <a:xfrm>
              <a:off x="339932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A1C86A8A-D33B-B619-AC59-973392189B0E}"/>
                </a:ext>
              </a:extLst>
            </p:cNvPr>
            <p:cNvSpPr/>
            <p:nvPr/>
          </p:nvSpPr>
          <p:spPr>
            <a:xfrm>
              <a:off x="339932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842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11B184DD-6B11-7A5E-51A3-94AC26BEA69F}"/>
                </a:ext>
              </a:extLst>
            </p:cNvPr>
            <p:cNvSpPr/>
            <p:nvPr/>
          </p:nvSpPr>
          <p:spPr>
            <a:xfrm>
              <a:off x="339932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業者數量</a:t>
              </a:r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5147AC8B-0D24-4043-5BAA-4DE690DAFDAD}"/>
                </a:ext>
              </a:extLst>
            </p:cNvPr>
            <p:cNvSpPr/>
            <p:nvPr/>
          </p:nvSpPr>
          <p:spPr>
            <a:xfrm>
              <a:off x="472520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EB2E60BF-A954-30D0-52CE-661A69B1A09C}"/>
                </a:ext>
              </a:extLst>
            </p:cNvPr>
            <p:cNvSpPr/>
            <p:nvPr/>
          </p:nvSpPr>
          <p:spPr>
            <a:xfrm>
              <a:off x="472520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30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20949DB4-74E1-A87B-6484-DF1CB4CC753F}"/>
                </a:ext>
              </a:extLst>
            </p:cNvPr>
            <p:cNvSpPr/>
            <p:nvPr/>
          </p:nvSpPr>
          <p:spPr>
            <a:xfrm>
              <a:off x="472520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服務類別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802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16152</TotalTime>
  <Words>2635</Words>
  <Application>Microsoft Office PowerPoint</Application>
  <PresentationFormat>寬螢幕</PresentationFormat>
  <Paragraphs>770</Paragraphs>
  <Slides>23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Microsoft JhengHei UI</vt:lpstr>
      <vt:lpstr>Microsoft JhengHei</vt:lpstr>
      <vt:lpstr>Microsoft JhengHei</vt:lpstr>
      <vt:lpstr>Microsoft JhengHei Light</vt:lpstr>
      <vt:lpstr>Arial</vt:lpstr>
      <vt:lpstr>Calibri</vt:lpstr>
      <vt:lpstr>Office 佈景主題</vt:lpstr>
      <vt:lpstr>PowerPoint 簡報</vt:lpstr>
      <vt:lpstr>總綱</vt:lpstr>
      <vt:lpstr>前言</vt:lpstr>
      <vt:lpstr>開發動機</vt:lpstr>
      <vt:lpstr>發展目標</vt:lpstr>
      <vt:lpstr>建置</vt:lpstr>
      <vt:lpstr>建置成果</vt:lpstr>
      <vt:lpstr>上線功能</vt:lpstr>
      <vt:lpstr>開發</vt:lpstr>
      <vt:lpstr>5個階段</vt:lpstr>
      <vt:lpstr>7個軌道</vt:lpstr>
      <vt:lpstr>測試</vt:lpstr>
      <vt:lpstr>自動化腳本 七輪迭代</vt:lpstr>
      <vt:lpstr>檢驗</vt:lpstr>
      <vt:lpstr>資料評分</vt:lpstr>
      <vt:lpstr>自我檢視</vt:lpstr>
      <vt:lpstr>結論</vt:lpstr>
      <vt:lpstr>結論</vt:lpstr>
      <vt:lpstr>附件</vt:lpstr>
      <vt:lpstr>資料庫架構 ERD</vt:lpstr>
      <vt:lpstr>資料完整度</vt:lpstr>
      <vt:lpstr>資料庫架構・7張表</vt:lpstr>
      <vt:lpstr>資料庫架構・3層架構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胡秀珠 Judy Hu</dc:creator>
  <cp:lastModifiedBy>Pat Chang</cp:lastModifiedBy>
  <cp:revision>320</cp:revision>
  <dcterms:created xsi:type="dcterms:W3CDTF">2023-10-19T04:01:29Z</dcterms:created>
  <dcterms:modified xsi:type="dcterms:W3CDTF">2026-06-11T09:57:01Z</dcterms:modified>
</cp:coreProperties>
</file>